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846D53-4121-7104-1D08-CE26FB1A31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DC9671E-88F6-55CD-577A-BBE5792292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5C981D1-BB86-4782-CA21-8BDB5A65C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A8B97-D6A5-40C8-92EF-48F0648928A9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8CCC7FE-6B08-4992-5829-109E0B1D7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86A8BC-ADF4-0072-E65D-36AF5F458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4FE00-5C7C-49B1-8823-A5837C45D8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2934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61F1B1-47AF-DCD6-817C-FB9A4CCAF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0951E6-74E6-AE53-6397-BA8F8C72B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E06C0B-CE32-A39D-CB30-C6387DEAB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A8B97-D6A5-40C8-92EF-48F0648928A9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01E294-B382-51D4-5F2C-831A23931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F31E8DB-397E-614B-8066-602C79768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4FE00-5C7C-49B1-8823-A5837C45D8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1569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5F02D8-CFDD-A83C-9E7B-7C4F22B0B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9A89D2A-9D6A-E2B3-257E-4053D51CA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3297D08-1BB2-08FC-38B6-67517BBB9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A8B97-D6A5-40C8-92EF-48F0648928A9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068586-5D73-ADC7-7D4F-D0DE5A0D1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9580C0-3DE8-E7E0-5BC7-9692EEFC4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4FE00-5C7C-49B1-8823-A5837C45D8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5142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A220BC-40AC-3AEC-3172-6E19C6A73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855259-AA36-18F0-0EA8-057B54C9C3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4A66997-56A8-EEF3-C34D-540205BD7A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8384150-9D8C-11E4-01A3-433919FB4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A8B97-D6A5-40C8-92EF-48F0648928A9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72EE103-BA7A-E3B0-8E08-FF4F72A76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E522140-BD05-44E9-02F7-5DE79EC98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4FE00-5C7C-49B1-8823-A5837C45D8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7837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D9C5EB-0C20-B9C0-6814-AE4F44596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8D04A43-E5FD-37DB-B998-E22C554B0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A96ED4F-F3F8-AAE1-D810-2DA92166F5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43222D7-F855-8400-BF15-F709D22905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CDB22AF-1AA4-8BA2-5651-C6456CF86E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C3BF8BA-DEDE-15DD-3F2D-B85E3835A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A8B97-D6A5-40C8-92EF-48F0648928A9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2B77206-2539-21BA-64AE-2339AE57F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C124F05-624D-8215-9D41-41AFC6402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4FE00-5C7C-49B1-8823-A5837C45D8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5605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331DB2-1805-E907-24D3-717A7DD1F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FDCF8C5-18AE-5090-1CA8-4C985229F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A8B97-D6A5-40C8-92EF-48F0648928A9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9F88579-D0FE-5E1C-8F00-56D65801D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C0EFA6C-770F-5933-C1ED-543A2DCB3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4FE00-5C7C-49B1-8823-A5837C45D8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4194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B9D6FD2-77B7-834A-ACAA-335F6AEDD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A8B97-D6A5-40C8-92EF-48F0648928A9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1B3EFA3-5885-698B-81B4-9DCA2E768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5B467C-E5A6-65BB-0235-AC22B2EEF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4FE00-5C7C-49B1-8823-A5837C45D8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8888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678DCF-1A71-57D2-420A-863AF1CC9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65B42B6-A607-0ABE-6370-FC733D226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5CA3B74-3A7A-253E-262B-74D6B386E2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1F452DF-614F-EEA9-4AC6-696B94B40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A8B97-D6A5-40C8-92EF-48F0648928A9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EB077F4-FCE2-5F3C-F449-6001482D2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C2C4CF4-8CBA-89E1-B33E-EE65C75A2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4FE00-5C7C-49B1-8823-A5837C45D8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5744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BA9C85-89FD-DEF6-3DE0-5144AA54C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64EEB8D-0D9F-45B6-703E-BE7EB65520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E565F10-3B6A-D21A-1686-4CB68568A7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FFACF00-236A-679B-89C8-E2731A277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A8B97-D6A5-40C8-92EF-48F0648928A9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575C173-3A48-481F-F865-837BC78F7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A52F54E-6FEC-2F30-DB1F-F30E390C5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4FE00-5C7C-49B1-8823-A5837C45D8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5186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798599-3849-367E-24FC-D90506D07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F3C812D-06D0-C76E-5FF8-1CC4EAE04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043692-C782-F0A8-9D42-C790A9633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A8B97-D6A5-40C8-92EF-48F0648928A9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2942976-C890-975B-68F5-A5F58612F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47E34BE-D7D9-D957-A8E4-75A7C4D64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4FE00-5C7C-49B1-8823-A5837C45D8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1359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B563E22-B65B-9765-834B-A2FFAE40CE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0BCE4D2-2594-D0F5-6EA8-61DF9C6F7E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FBD10B-89BD-7526-1CFF-CF97922C3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A8B97-D6A5-40C8-92EF-48F0648928A9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999083B-8127-365C-AEF0-48FD12DDC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8507070-0A21-1E3A-3E92-0E7450B90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4FE00-5C7C-49B1-8823-A5837C45D8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6863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21795DE-96CE-A35E-276C-C6CAC9300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516D444-D2B6-38EA-FD87-A42530BC6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D5A901-6595-FCBA-8D63-664F39481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8A8B97-D6A5-40C8-92EF-48F0648928A9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12686B5-6970-5717-1F6C-A89E4F3C8B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2BDA6EF-E85D-924F-4645-FEF7DEFE07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E4FE00-5C7C-49B1-8823-A5837C45D8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2657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8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圖片 17">
            <a:extLst>
              <a:ext uri="{FF2B5EF4-FFF2-40B4-BE49-F238E27FC236}">
                <a16:creationId xmlns:a16="http://schemas.microsoft.com/office/drawing/2014/main" id="{215A2D9F-A0F0-0B9A-0A27-F75DE0ED8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19" y="442508"/>
            <a:ext cx="2262582" cy="2323630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217FE4DF-D899-0504-9C5E-5BE58F999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512" y="442509"/>
            <a:ext cx="2278143" cy="2323630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4744F43E-022D-7F07-44E9-89302BE8A8A4}"/>
              </a:ext>
            </a:extLst>
          </p:cNvPr>
          <p:cNvSpPr txBox="1"/>
          <p:nvPr/>
        </p:nvSpPr>
        <p:spPr>
          <a:xfrm>
            <a:off x="4083603" y="2984740"/>
            <a:ext cx="2501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decoder 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277A2FD2-4A98-F6D3-EF37-B866425EF25E}"/>
              </a:ext>
            </a:extLst>
          </p:cNvPr>
          <p:cNvSpPr txBox="1"/>
          <p:nvPr/>
        </p:nvSpPr>
        <p:spPr>
          <a:xfrm>
            <a:off x="6312527" y="2984740"/>
            <a:ext cx="2501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Decoder + pos </a:t>
            </a:r>
            <a:endParaRPr lang="zh-TW" altLang="en-US" dirty="0"/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D588A46E-A4A2-D495-01CF-D55A7BFA1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909" y="366308"/>
            <a:ext cx="2434483" cy="2500279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3EEE14DD-3711-E280-95E2-9DFF84AC12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4187" y="212484"/>
            <a:ext cx="2719887" cy="2807925"/>
          </a:xfrm>
          <a:prstGeom prst="rect">
            <a:avLst/>
          </a:prstGeom>
        </p:spPr>
      </p:pic>
      <p:sp>
        <p:nvSpPr>
          <p:cNvPr id="25" name="文字方塊 24">
            <a:extLst>
              <a:ext uri="{FF2B5EF4-FFF2-40B4-BE49-F238E27FC236}">
                <a16:creationId xmlns:a16="http://schemas.microsoft.com/office/drawing/2014/main" id="{9D06E9E7-270D-321B-52D9-E83B2AEBD607}"/>
              </a:ext>
            </a:extLst>
          </p:cNvPr>
          <p:cNvSpPr txBox="1"/>
          <p:nvPr/>
        </p:nvSpPr>
        <p:spPr>
          <a:xfrm>
            <a:off x="9512927" y="3059668"/>
            <a:ext cx="2501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encoder + pos 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44BD8C24-44BC-9C88-6D37-B327BC2B9D6B}"/>
              </a:ext>
            </a:extLst>
          </p:cNvPr>
          <p:cNvSpPr txBox="1"/>
          <p:nvPr/>
        </p:nvSpPr>
        <p:spPr>
          <a:xfrm>
            <a:off x="798362" y="2835743"/>
            <a:ext cx="2501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Encoder + decoder </a:t>
            </a:r>
            <a:endParaRPr lang="zh-TW" altLang="en-US" dirty="0"/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45705F04-4D3B-C600-6AE3-5504453F3B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912" y="3472225"/>
            <a:ext cx="2461177" cy="2531853"/>
          </a:xfrm>
          <a:prstGeom prst="rect">
            <a:avLst/>
          </a:prstGeom>
        </p:spPr>
      </p:pic>
      <p:sp>
        <p:nvSpPr>
          <p:cNvPr id="33" name="文字方塊 32">
            <a:extLst>
              <a:ext uri="{FF2B5EF4-FFF2-40B4-BE49-F238E27FC236}">
                <a16:creationId xmlns:a16="http://schemas.microsoft.com/office/drawing/2014/main" id="{735E4E04-5A37-F2D6-7ACB-8CE63C971B11}"/>
              </a:ext>
            </a:extLst>
          </p:cNvPr>
          <p:cNvSpPr txBox="1"/>
          <p:nvPr/>
        </p:nvSpPr>
        <p:spPr>
          <a:xfrm>
            <a:off x="1451271" y="6107884"/>
            <a:ext cx="2501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encoder </a:t>
            </a:r>
            <a:endParaRPr lang="zh-TW" altLang="en-US" dirty="0"/>
          </a:p>
        </p:txBody>
      </p:sp>
      <p:pic>
        <p:nvPicPr>
          <p:cNvPr id="34" name="圖片 33">
            <a:extLst>
              <a:ext uri="{FF2B5EF4-FFF2-40B4-BE49-F238E27FC236}">
                <a16:creationId xmlns:a16="http://schemas.microsoft.com/office/drawing/2014/main" id="{2A38E6D6-DB8B-E44D-8099-CA741BA069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2989" y="3501764"/>
            <a:ext cx="2533011" cy="2606120"/>
          </a:xfrm>
          <a:prstGeom prst="rect">
            <a:avLst/>
          </a:prstGeom>
        </p:spPr>
      </p:pic>
      <p:sp>
        <p:nvSpPr>
          <p:cNvPr id="35" name="文字方塊 34">
            <a:extLst>
              <a:ext uri="{FF2B5EF4-FFF2-40B4-BE49-F238E27FC236}">
                <a16:creationId xmlns:a16="http://schemas.microsoft.com/office/drawing/2014/main" id="{F97A604D-12AD-05F0-1CD8-5502BF5D775D}"/>
              </a:ext>
            </a:extLst>
          </p:cNvPr>
          <p:cNvSpPr txBox="1"/>
          <p:nvPr/>
        </p:nvSpPr>
        <p:spPr>
          <a:xfrm>
            <a:off x="3952931" y="6092325"/>
            <a:ext cx="2501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Encoder + decoder + pos</a:t>
            </a:r>
            <a:endParaRPr lang="zh-TW" altLang="en-US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1F20B0D3-301F-C9D1-2A51-E3ECEA4098E7}"/>
              </a:ext>
            </a:extLst>
          </p:cNvPr>
          <p:cNvSpPr txBox="1"/>
          <p:nvPr/>
        </p:nvSpPr>
        <p:spPr>
          <a:xfrm>
            <a:off x="7754112" y="4114800"/>
            <a:ext cx="27198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測試是否要</a:t>
            </a:r>
            <a:r>
              <a:rPr lang="en-US" altLang="zh-TW" dirty="0"/>
              <a:t>encoder,</a:t>
            </a:r>
            <a:r>
              <a:rPr lang="zh-TW" altLang="en-US" dirty="0"/>
              <a:t> </a:t>
            </a:r>
            <a:r>
              <a:rPr lang="en-US" altLang="zh-TW" dirty="0"/>
              <a:t>decoder,</a:t>
            </a:r>
            <a:r>
              <a:rPr lang="zh-TW" altLang="en-US" dirty="0"/>
              <a:t> </a:t>
            </a:r>
            <a:r>
              <a:rPr lang="en-US" altLang="zh-TW" dirty="0"/>
              <a:t>positional</a:t>
            </a:r>
            <a:r>
              <a:rPr lang="zh-TW" altLang="en-US" dirty="0"/>
              <a:t> </a:t>
            </a:r>
            <a:r>
              <a:rPr lang="en-US" altLang="zh-TW" dirty="0"/>
              <a:t>encoding</a:t>
            </a:r>
          </a:p>
        </p:txBody>
      </p:sp>
    </p:spTree>
    <p:extLst>
      <p:ext uri="{BB962C8B-B14F-4D97-AF65-F5344CB8AC3E}">
        <p14:creationId xmlns:p14="http://schemas.microsoft.com/office/powerpoint/2010/main" val="4189334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0E938DEF-C55A-7E25-42BB-36399236A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98" y="867854"/>
            <a:ext cx="5545957" cy="212783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E145D12-9E93-541D-DB16-FD7A28303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490" y="1886439"/>
            <a:ext cx="5044877" cy="426757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9EE98B43-8BA0-1D3C-0753-B02BFAFDE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798" y="3469607"/>
            <a:ext cx="2518227" cy="258651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E04DBDB-AFF9-84D2-8A84-85285F0C5E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2361" y="624154"/>
            <a:ext cx="2379006" cy="247222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1F239ED-8252-A1DF-8772-2CE7560C58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0862" y="623519"/>
            <a:ext cx="2309848" cy="237217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6C88829-7BDA-A8F6-19EE-FBBDA2DE79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778" y="3469607"/>
            <a:ext cx="3055583" cy="314332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104F1B07-400F-27EB-CCA0-31D6B445F0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647" y="3570292"/>
            <a:ext cx="2791215" cy="283408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F7EF73FC-B5B1-669B-90B3-3F27DBA5773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5313" y="3583904"/>
            <a:ext cx="2411027" cy="247222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72AFEDC4-5446-8610-DC2E-7AB583A1B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7316" y="2995690"/>
            <a:ext cx="5044877" cy="42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173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98ECAEA-E067-677D-4CBD-87508776B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687" y="3986918"/>
            <a:ext cx="2802210" cy="197652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9B5430F0-703F-8ADF-942A-2DF8650E6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57" y="3971248"/>
            <a:ext cx="2802210" cy="199219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ED602612-4AF5-AC96-044D-A5C813C2C2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9251" y="2163640"/>
            <a:ext cx="3021731" cy="214992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E4B640B-2AD0-F95E-4C9D-71E4236FB4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6311" y="2078143"/>
            <a:ext cx="2931605" cy="208690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32A991D-55A9-2A37-72E6-3FB3F3494D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0943" y="4614196"/>
            <a:ext cx="2805424" cy="198201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C42521B-C241-70D7-C57A-196FA301BC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7604" y="4450838"/>
            <a:ext cx="2980972" cy="218110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BD35D66-E837-71EA-D8C7-59522A52C7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325058"/>
            <a:ext cx="3972479" cy="155279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0E8CD60-0E0B-7FB0-1864-5BCEC9467AD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26710" y="363164"/>
            <a:ext cx="4010585" cy="1514686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B5A3D6A5-356A-8D33-6B10-EB8ADD26964B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b="15873"/>
          <a:stretch/>
        </p:blipFill>
        <p:spPr>
          <a:xfrm>
            <a:off x="6967170" y="363164"/>
            <a:ext cx="3962953" cy="1514686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EAE96E90-7FF4-9681-1FAB-8226C353CEA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2727" y="2632852"/>
            <a:ext cx="5044877" cy="42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023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076DE7C5-FAE4-D8FA-FC55-3476B771B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134" y="1102168"/>
            <a:ext cx="4004141" cy="4079432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AF5EC64-873E-3136-CF18-7FA7594A1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272" y="1283143"/>
            <a:ext cx="4017727" cy="4079432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ACA0DBC-86A7-9BA5-99CF-D754EB99C081}"/>
              </a:ext>
            </a:extLst>
          </p:cNvPr>
          <p:cNvSpPr txBox="1"/>
          <p:nvPr/>
        </p:nvSpPr>
        <p:spPr>
          <a:xfrm>
            <a:off x="3248025" y="5386500"/>
            <a:ext cx="276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w/o</a:t>
            </a:r>
            <a:r>
              <a:rPr lang="zh-TW" altLang="en-US" dirty="0"/>
              <a:t> </a:t>
            </a:r>
            <a:r>
              <a:rPr lang="en-US" altLang="zh-TW" dirty="0" err="1"/>
              <a:t>posional</a:t>
            </a:r>
            <a:r>
              <a:rPr lang="zh-TW" altLang="en-US" dirty="0"/>
              <a:t> </a:t>
            </a:r>
            <a:r>
              <a:rPr lang="en-US" altLang="zh-TW" dirty="0"/>
              <a:t>encoding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A5CAC44-36CE-7B79-4745-7A6E0832538E}"/>
              </a:ext>
            </a:extLst>
          </p:cNvPr>
          <p:cNvSpPr txBox="1"/>
          <p:nvPr/>
        </p:nvSpPr>
        <p:spPr>
          <a:xfrm>
            <a:off x="7862749" y="5414116"/>
            <a:ext cx="276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w/</a:t>
            </a:r>
            <a:r>
              <a:rPr lang="zh-TW" altLang="en-US" dirty="0"/>
              <a:t> </a:t>
            </a:r>
            <a:r>
              <a:rPr lang="en-US" altLang="zh-TW" dirty="0" err="1"/>
              <a:t>posional</a:t>
            </a:r>
            <a:r>
              <a:rPr lang="zh-TW" altLang="en-US" dirty="0"/>
              <a:t> </a:t>
            </a:r>
            <a:r>
              <a:rPr lang="en-US" altLang="zh-TW" dirty="0"/>
              <a:t>encoding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76829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34</Words>
  <Application>Microsoft Office PowerPoint</Application>
  <PresentationFormat>寬螢幕</PresentationFormat>
  <Paragraphs>9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柏江 施</dc:creator>
  <cp:lastModifiedBy>柏江 施</cp:lastModifiedBy>
  <cp:revision>2</cp:revision>
  <dcterms:created xsi:type="dcterms:W3CDTF">2024-04-24T05:25:06Z</dcterms:created>
  <dcterms:modified xsi:type="dcterms:W3CDTF">2024-04-24T05:46:21Z</dcterms:modified>
</cp:coreProperties>
</file>