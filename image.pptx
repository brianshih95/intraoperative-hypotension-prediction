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AD0A51-4989-A81C-EFEE-7287FDEAB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05CC2D-9319-D723-91C0-D637C4B1B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E999BD-DAEB-024C-B345-AEF1ABCDD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A95DF9-9721-B8E7-4BE9-C61AB4CF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A7D114-C3BC-4E04-4DEA-A58263C42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75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28148-B789-E269-A2C2-3F9DC3B8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8CBDF4-7196-BB4E-3EE9-9868EC10F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9C24EF-50F7-3EA9-FD50-83A81438D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876CE7-6F1F-5116-E0FE-75608EADD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FC08424-6D54-D13C-DDEE-9065AAEA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824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DD0FB-E7F7-C6FB-C2A7-867834A2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6873FB-59B2-E1D6-D868-FD2061B6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F0EDA1-C04F-416C-D62F-195773E2B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0F5C66-881F-8C0F-BE18-18A94401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B07551-3DA1-467F-45E6-D3FC7A2C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5117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60041-3ACE-CC92-8CC0-6DA705D9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23F41E-0ED6-BDE8-5F8D-2612E44A8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394E62-1D32-4877-6E01-D43C4BEDF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40664E-3911-AE35-C661-90AADEEA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6F7C2AF-13FD-CD3E-D11E-A7837138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931DFEA-1CD7-3746-DB95-B4938A72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84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8F507D-C8FB-9BE0-8E9A-302D40B9D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4FB9B7-83A0-6CAC-174B-9ADC1F1CB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9747786-1CFA-9DD8-AF4B-EAA4092E0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519AF98-18B5-0CEE-3263-4DCCE63EA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868F833-F270-00AF-A470-6D654B648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F56855B-5754-B29F-68F3-25E64F7E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EFE66A2-66A9-45B8-955D-63120A767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2A56DF7-33DE-8933-1FDD-B09B0C69C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527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3F8164-C49F-666E-2909-F41B7200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DAF7893-B826-EBF0-D834-E57336ED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67FD708-00CB-CEB8-ED35-D2CA5D2D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CD80B0-6249-AE0F-E37B-E7AE54CC1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961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56F739A-0CCA-F910-98B5-4A4F2A64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6560ED1-FD7F-E6B1-2E2F-403413830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701C4F-94E1-BB1B-BD4D-6B9583FC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157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D7D757-FD2E-7EA3-6661-EEDFBE55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4CDC65-712F-E679-E7B1-BD5CBD24F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EE5E56-3231-1375-4DF1-F992A1B18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BC71BB-A2A6-527C-FA57-7BB473586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1DF181-DE93-8C8E-EFA1-FF6DC40CF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43C6AE-BB94-0928-0281-CB323B9A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6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F7943C-88DE-5E0C-30A6-22D709DB5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6CF78B-05E8-CF16-1047-8349F34E7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386C928-C644-DD2E-40A4-C4B158A74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931AC2-08B6-9755-1DD4-FDABBCD5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7215820-9B7C-39C7-4FD0-5C88B31A9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C7E07B-CE27-DE0E-B58B-A73C099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19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D0D00D-B4B8-64F2-2CCD-B51278CE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F539D2-EEB1-B654-DD31-AB78D9289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019B20-41F1-A517-F643-D3BF4782F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ECCEBD-4804-7E32-B0AD-C69BB46F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509D8F-3066-736D-0AEF-35268E226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0202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449266A-715A-056F-5501-E0E6F54DB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0F860C-AC2D-1B1A-79A8-988CAA7A2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D42525-C9A3-AA4E-40C0-C6B324141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CD8D2B-F5AA-7EC2-BC1E-34E50C436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E983C0-8C69-E8C3-EC71-ECB17775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70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EF1C14E-3924-2836-7EDA-E3B74CBD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A1C643-AED7-7F75-CADC-BD9B96ACE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0830FE-07FB-69B5-AEDF-0AD7ADA27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074D4-C5CC-45BC-B420-D56B8ADD0E7F}" type="datetimeFigureOut">
              <a:rPr lang="zh-TW" altLang="en-US" smtClean="0"/>
              <a:t>2024/6/13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1901F4-E6A5-6417-0210-DB85A16A8E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80BDA6-06C1-558C-0A05-6F40E05D3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6BDD1-91C1-4896-9C68-02CB9AF5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9501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316BEDB-43BB-0D94-697C-AE32A79B4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360" y="459987"/>
            <a:ext cx="1977862" cy="204922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14D5A75-F1EA-39BE-86F7-BE5811025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703" y="2509215"/>
            <a:ext cx="2006732" cy="207593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31D42C0-EBAB-1AD0-95C6-169728E94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703" y="4612577"/>
            <a:ext cx="1880526" cy="193517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F2F6EA1-B44B-4357-6574-64F84D051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669938"/>
            <a:ext cx="2468359" cy="177372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26774A0-56C7-1FA0-36D7-7AA1A4DE53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137" y="4703048"/>
            <a:ext cx="2755837" cy="19290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FD353D3-A234-051E-2A8A-7F5C680DF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8925" y="707830"/>
            <a:ext cx="2319973" cy="163940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982E78D-FE5A-C248-823A-4D8E90A23F52}"/>
              </a:ext>
            </a:extLst>
          </p:cNvPr>
          <p:cNvSpPr txBox="1"/>
          <p:nvPr/>
        </p:nvSpPr>
        <p:spPr>
          <a:xfrm>
            <a:off x="411480" y="246888"/>
            <a:ext cx="124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CNN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897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C4E3F63-9EB3-119E-AB2D-E2EA88838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390" y="541199"/>
            <a:ext cx="2379507" cy="168509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162E8BB-5671-049D-4FB2-E8AC61EF8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390" y="2478366"/>
            <a:ext cx="2696087" cy="190126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646223-24CC-1EE1-4C35-8812C1E0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390" y="4539161"/>
            <a:ext cx="2696087" cy="19041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7A3766E-6838-F299-DF89-C1586CCFA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2906" y="541199"/>
            <a:ext cx="1915291" cy="197803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E31D982-7299-1333-ABC0-C9EA596BF2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852" y="2529289"/>
            <a:ext cx="1953397" cy="200987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A43CBD3-00B5-7D0D-2136-703D9021B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2906" y="4549218"/>
            <a:ext cx="1953397" cy="1936786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43D284-4474-2E8F-A022-D9E2540AE87A}"/>
              </a:ext>
            </a:extLst>
          </p:cNvPr>
          <p:cNvSpPr txBox="1"/>
          <p:nvPr/>
        </p:nvSpPr>
        <p:spPr>
          <a:xfrm>
            <a:off x="411480" y="246888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Transformer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9220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寬螢幕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柏江 施</dc:creator>
  <cp:lastModifiedBy>柏江 施</cp:lastModifiedBy>
  <cp:revision>1</cp:revision>
  <dcterms:created xsi:type="dcterms:W3CDTF">2024-06-13T06:33:26Z</dcterms:created>
  <dcterms:modified xsi:type="dcterms:W3CDTF">2024-06-13T06:37:13Z</dcterms:modified>
</cp:coreProperties>
</file>