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3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F976F8-70DF-49BB-4372-B1384DEBDC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AB798804-80CE-99EA-39EC-1F4186F452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38CC5AD-6A1C-91E7-E924-A8AD8637C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2024/5/9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D165590-CD41-6FCA-9612-7F9942925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056E81D-6E3C-11D2-B5F9-58960D62F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80275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E42ADB-79BB-F15F-FF7E-CB7E445FB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26D3E14-8B0F-5D81-76F7-812513BBFE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6515142-FE3B-20C8-2B41-B3DD2F0BD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2024/5/9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B6261CF-0F6C-0BC2-0802-A96C1C5A3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B614989-00EA-8D78-C66C-FD605F4C4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75519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D7EBA2-8271-3847-1355-F0F69AADF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C139B9E-FDB2-9929-8B7C-BD5B70A9C9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44730A5-2DAF-0E85-762D-B82CBCA07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2024/5/9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75A0751-FB4E-837B-438E-946FFB8ED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6A37F2E-9B66-E7F7-3CA2-264833033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45337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85E1E93-F0AF-5C8C-78E2-52B768A49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43FCA1-2ACF-5D33-B5BA-5E9FE081CA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907626D-F128-F444-F050-7DF33CFE80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A66C156-44E5-9820-7165-0A5F6F428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2024/5/9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A5A6441-554E-B8A1-F78F-FC660E6FA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E3CA7C4-2A47-C3ED-F1B1-6874AB04D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91953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1A64AB-6246-C310-65BF-4D02B67B27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FCBE8AA-ACBD-FA80-6B24-8EB18D91DA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7B02A5D-24DA-2D3A-60A7-54094F5D55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34C1862-ACB8-F64C-99B3-D4A23806F0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AA00A9E4-8DE1-86C8-A83B-11C0E45E12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CD2FC313-7456-1375-E806-E584DA570B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2024/5/9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E1EB539F-7345-5DA8-103D-67485DA82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A40DEA1-FF66-2F3C-E34A-C636EA3D7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713924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883E87-18E4-B615-EF0C-AB1442F00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11B35461-F6F9-008A-6454-993AD9DD7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2024/5/9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E536B17-808A-47C9-99DF-EDF3D512F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6CCFD81-9700-2969-4EF3-70572DF0A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05646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FE0D985-9D20-4DE5-E856-3C1BFDF83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2024/5/9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DF5B9A5C-B69E-4609-B2B4-9C4A30B6C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6AE503E-3692-2194-0C86-2CB734365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99131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EBBC0DB-102D-5FA5-83A8-E68A8ABFC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18E2B2B-D950-8CF5-2E82-4DBA851F6B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60F6329-B128-AFED-3006-F77C0B620B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82A085A-9AB9-E7A0-85AF-AC8F1F391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2024/5/9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4781213-A048-7A23-BE6D-0A10748C1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6B7A0A3-CA20-D7B5-18FD-F0203485A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9139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CBB00D5-0DEB-ACD3-7228-C120294CF9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61B229B-2693-6B86-4AED-BCDC1B7220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3E53964-B942-2722-4E49-57EEFFEF4D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FFE477E-CD66-9CBB-4B1E-87EF054B9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2024/5/9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C31B6EF-030B-4AAC-34D7-EFC53C0AF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1C3AFCF-9DDD-81C4-71D1-DC841E02A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5370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B0F39E-18A0-53AB-6B11-74B9A59F9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AE03D99-A04C-9D85-0010-F55264E22E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08122BF-7402-3FAF-C15E-C7C30F4A1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2024/5/9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2C5837F-5712-A5AB-2A1F-3DA0AA777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4B5CDE6-8765-3BF6-4663-50EC7AA4D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9404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0CBA4413-B2C0-2FE3-4F44-E00FA13146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35F91C2-02BE-654B-5DD3-89E03DB476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A3A00ED-3989-6D86-43A8-286A8039E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2024/5/9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7557407-1CF4-A4CB-FC0E-9CF59B552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79C069A-451F-8A39-0058-2318C12A4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4828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279D456-6C7B-8954-7B62-2499F8DBA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844CBD8-9E33-4D84-A62B-A7C7D0F247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69AFDBB-DE81-4DBC-EA95-A47066C918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AD2469-20E7-4B6C-96EF-9D1BC1F7B575}" type="datetimeFigureOut">
              <a:rPr lang="zh-TW" altLang="en-US" smtClean="0"/>
              <a:t>2024/5/9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9B3CEC8-F325-F852-0EBF-9A5582F934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8177360-A6F6-EBCA-AEC2-FA3B6AB1CE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913531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D3D2679C-5CFB-4182-DBAE-BF36E483F5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45" y="3863894"/>
            <a:ext cx="3111139" cy="2221662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AA309C0A-5155-DC55-3572-D5C510263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5193" y="3860953"/>
            <a:ext cx="3165561" cy="225289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257038AC-EF84-2BA6-03B4-8106AF5917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6008" y="3860953"/>
            <a:ext cx="3165561" cy="2221663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6D2081E6-33EA-D611-E3C2-9BA4362F2E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6808" y="515636"/>
            <a:ext cx="2680154" cy="2757774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24161106-5DFB-20F9-0A20-32782FE6B6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5193" y="572460"/>
            <a:ext cx="2680154" cy="2767202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F93F4922-203B-E5D4-1F9A-EF463BE3630C}"/>
              </a:ext>
            </a:extLst>
          </p:cNvPr>
          <p:cNvSpPr txBox="1"/>
          <p:nvPr/>
        </p:nvSpPr>
        <p:spPr>
          <a:xfrm>
            <a:off x="237744" y="146304"/>
            <a:ext cx="1043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CNN</a:t>
            </a:r>
            <a:endParaRPr lang="zh-TW" alt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C1137F2E-20D9-AD3C-21BF-0E6722CD26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47393" y="572460"/>
            <a:ext cx="2550300" cy="2611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66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E7289008-D103-F0F1-8D0A-09A149348A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282" y="842482"/>
            <a:ext cx="2518227" cy="2586518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F5C26A62-9F09-A6E8-9EE3-CEEF5BC87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8313" y="842482"/>
            <a:ext cx="2514302" cy="2612818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F8706E88-F3FD-1B42-C40D-86DC377D14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2397" y="842482"/>
            <a:ext cx="2514303" cy="258214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4FF670AB-BBCE-4B0A-5062-41A8602936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3921" y="3455300"/>
            <a:ext cx="2614392" cy="2689468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BC7DF456-263D-5221-2877-0CB647D1A7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79759" y="3524573"/>
            <a:ext cx="2573297" cy="2612818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EE24D20A-9C5B-6D8B-13B8-5F1138ABF1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8509" y="842482"/>
            <a:ext cx="2518227" cy="2582142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9B05BFFB-40C6-7585-AA92-01B8BD4CB783}"/>
              </a:ext>
            </a:extLst>
          </p:cNvPr>
          <p:cNvSpPr txBox="1"/>
          <p:nvPr/>
        </p:nvSpPr>
        <p:spPr>
          <a:xfrm>
            <a:off x="237744" y="146304"/>
            <a:ext cx="1618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Transformer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457823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字方塊 9">
            <a:extLst>
              <a:ext uri="{FF2B5EF4-FFF2-40B4-BE49-F238E27FC236}">
                <a16:creationId xmlns:a16="http://schemas.microsoft.com/office/drawing/2014/main" id="{9B05BFFB-40C6-7585-AA92-01B8BD4CB783}"/>
              </a:ext>
            </a:extLst>
          </p:cNvPr>
          <p:cNvSpPr txBox="1"/>
          <p:nvPr/>
        </p:nvSpPr>
        <p:spPr>
          <a:xfrm>
            <a:off x="237744" y="146304"/>
            <a:ext cx="1618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Transformer</a:t>
            </a:r>
            <a:endParaRPr lang="zh-TW" altLang="en-US" dirty="0"/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C5C540F1-46BF-8FE5-FF18-9AC42D8571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979" y="1145069"/>
            <a:ext cx="2802210" cy="1976526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5D9A512F-4749-4BBA-56ED-2651434D3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341" y="1082045"/>
            <a:ext cx="2802210" cy="1992196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0C81E500-9BE0-B165-1ACE-9A049FF1F1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2789" y="1003180"/>
            <a:ext cx="3021731" cy="2149926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A0043455-B08A-B903-2DFE-E8A5DA23B9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7791" y="1034690"/>
            <a:ext cx="2931605" cy="2086905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8385621C-F29D-0EB8-D66D-E6D7534F11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9759" y="4357319"/>
            <a:ext cx="2805424" cy="1982014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111266CB-A1E0-44B9-4CF9-18C9496E03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548" y="4158230"/>
            <a:ext cx="2980972" cy="2181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0398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978A1ABD-CF4F-6D93-4C5C-18A0804583CD}"/>
              </a:ext>
            </a:extLst>
          </p:cNvPr>
          <p:cNvSpPr txBox="1"/>
          <p:nvPr/>
        </p:nvSpPr>
        <p:spPr>
          <a:xfrm>
            <a:off x="237744" y="146304"/>
            <a:ext cx="1043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CNN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B222189E-59EF-0A64-B2C0-03A0D43832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379" y="3504844"/>
            <a:ext cx="2772661" cy="1977345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14ECA838-DEDA-2F4E-4BBA-131419417739}"/>
              </a:ext>
            </a:extLst>
          </p:cNvPr>
          <p:cNvSpPr txBox="1"/>
          <p:nvPr/>
        </p:nvSpPr>
        <p:spPr>
          <a:xfrm>
            <a:off x="1183387" y="5815798"/>
            <a:ext cx="27726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12.24</a:t>
            </a:r>
            <a:r>
              <a:rPr lang="zh-TW" altLang="en-US" dirty="0"/>
              <a:t>   </a:t>
            </a:r>
            <a:r>
              <a:rPr lang="en-US" altLang="zh-TW" dirty="0"/>
              <a:t>11.33</a:t>
            </a:r>
            <a:r>
              <a:rPr lang="zh-TW" altLang="en-US" dirty="0"/>
              <a:t>  </a:t>
            </a:r>
            <a:r>
              <a:rPr lang="en-US" altLang="zh-TW" dirty="0"/>
              <a:t>9.69</a:t>
            </a:r>
            <a:r>
              <a:rPr lang="zh-TW" altLang="en-US" dirty="0"/>
              <a:t>  </a:t>
            </a:r>
            <a:r>
              <a:rPr lang="en-US" altLang="zh-TW" dirty="0"/>
              <a:t>8.43</a:t>
            </a:r>
            <a:endParaRPr lang="zh-TW" altLang="en-US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9F83D770-F530-AE7E-1CEF-F1CBA03511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2993" y="3504844"/>
            <a:ext cx="3066799" cy="2168323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239D2A07-18EB-AAE8-7E76-5D5E0497A9C4}"/>
              </a:ext>
            </a:extLst>
          </p:cNvPr>
          <p:cNvSpPr txBox="1"/>
          <p:nvPr/>
        </p:nvSpPr>
        <p:spPr>
          <a:xfrm>
            <a:off x="4707132" y="5828728"/>
            <a:ext cx="27726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12.36</a:t>
            </a:r>
            <a:r>
              <a:rPr lang="zh-TW" altLang="en-US" dirty="0"/>
              <a:t>  </a:t>
            </a:r>
            <a:r>
              <a:rPr lang="en-US" altLang="zh-TW" dirty="0"/>
              <a:t>11.6</a:t>
            </a:r>
            <a:r>
              <a:rPr lang="zh-TW" altLang="en-US" dirty="0"/>
              <a:t>  </a:t>
            </a:r>
            <a:r>
              <a:rPr lang="en-US" altLang="zh-TW" dirty="0"/>
              <a:t>9.86</a:t>
            </a:r>
            <a:r>
              <a:rPr lang="zh-TW" altLang="en-US" dirty="0"/>
              <a:t>  </a:t>
            </a:r>
            <a:r>
              <a:rPr lang="en-US" altLang="zh-TW" dirty="0"/>
              <a:t>9.08</a:t>
            </a:r>
            <a:endParaRPr lang="zh-TW" altLang="en-US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65340AFE-1401-EB4D-AC8E-D9E4313366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2305" y="3358357"/>
            <a:ext cx="3267967" cy="2314810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9EDF48DF-3FBF-07D3-54F1-A6A6C8434850}"/>
              </a:ext>
            </a:extLst>
          </p:cNvPr>
          <p:cNvSpPr txBox="1"/>
          <p:nvPr/>
        </p:nvSpPr>
        <p:spPr>
          <a:xfrm>
            <a:off x="8425692" y="5815798"/>
            <a:ext cx="27726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11.86</a:t>
            </a:r>
            <a:r>
              <a:rPr lang="zh-TW" altLang="en-US" dirty="0"/>
              <a:t>  </a:t>
            </a:r>
            <a:r>
              <a:rPr lang="en-US" altLang="zh-TW" dirty="0"/>
              <a:t>11.39</a:t>
            </a:r>
            <a:r>
              <a:rPr lang="zh-TW" altLang="en-US" dirty="0"/>
              <a:t>  </a:t>
            </a:r>
            <a:r>
              <a:rPr lang="en-US" altLang="zh-TW" dirty="0"/>
              <a:t>9.91</a:t>
            </a:r>
            <a:r>
              <a:rPr lang="zh-TW" altLang="en-US" dirty="0"/>
              <a:t>  </a:t>
            </a:r>
            <a:r>
              <a:rPr lang="en-US" altLang="zh-TW" dirty="0"/>
              <a:t>9.21</a:t>
            </a:r>
            <a:endParaRPr lang="zh-TW" altLang="en-US" dirty="0"/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AEFB0F08-9B0E-3FC8-CD41-A02D18CA67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14" y="665710"/>
            <a:ext cx="2473458" cy="2537207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719053AE-46DD-7FA0-3FD0-FE7A98F9F1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2305" y="515636"/>
            <a:ext cx="2551373" cy="2599512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0D4F7A51-CF66-7329-048A-15570F8D19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1583" y="672870"/>
            <a:ext cx="2227387" cy="2314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9838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F3859E67-5918-29CA-735E-23552C9D32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001" y="857423"/>
            <a:ext cx="2145565" cy="2200674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D0386D2C-6DDB-B0A3-464B-F8F32BD3C1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9496" y="891997"/>
            <a:ext cx="2101439" cy="2166099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745EF8A7-A971-800B-A8BE-F4C1CEEE9D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8926" y="680199"/>
            <a:ext cx="2354077" cy="24063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D7AFA616-9203-34F5-932C-7AEF83E04A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875" y="3813919"/>
            <a:ext cx="2432117" cy="248598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F0A1261-0D5B-46CE-59B8-9745921F27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6808" y="3771501"/>
            <a:ext cx="2432118" cy="2528398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70E6C5C8-1A44-C3A1-92DB-5784092F2BD0}"/>
              </a:ext>
            </a:extLst>
          </p:cNvPr>
          <p:cNvSpPr txBox="1"/>
          <p:nvPr/>
        </p:nvSpPr>
        <p:spPr>
          <a:xfrm>
            <a:off x="237744" y="146304"/>
            <a:ext cx="1618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Transformer</a:t>
            </a:r>
            <a:endParaRPr lang="zh-TW" altLang="en-US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EB975DB2-BEDC-132A-3F7E-912A16453CB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40501" y="680199"/>
            <a:ext cx="2456364" cy="2548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879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DA9BA5DE-6C2C-B4F1-C4AD-30100B0D4D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177" y="789330"/>
            <a:ext cx="2896109" cy="2068109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FA287F4C-CF4A-35D0-48DC-E2B4313792DE}"/>
              </a:ext>
            </a:extLst>
          </p:cNvPr>
          <p:cNvSpPr txBox="1"/>
          <p:nvPr/>
        </p:nvSpPr>
        <p:spPr>
          <a:xfrm>
            <a:off x="1404235" y="2992723"/>
            <a:ext cx="11391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8.49</a:t>
            </a:r>
            <a:r>
              <a:rPr lang="zh-TW" altLang="en-US" dirty="0"/>
              <a:t>  </a:t>
            </a:r>
            <a:r>
              <a:rPr lang="en-US" altLang="zh-TW" dirty="0"/>
              <a:t>7.76</a:t>
            </a:r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EEB028AF-9E29-30CF-3558-0B96AB459249}"/>
              </a:ext>
            </a:extLst>
          </p:cNvPr>
          <p:cNvSpPr txBox="1"/>
          <p:nvPr/>
        </p:nvSpPr>
        <p:spPr>
          <a:xfrm>
            <a:off x="237744" y="146304"/>
            <a:ext cx="1618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Transformer</a:t>
            </a:r>
            <a:endParaRPr lang="zh-TW" altLang="en-US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69FDA96F-A6F9-FC3F-DCCC-790F687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3730" y="715733"/>
            <a:ext cx="2800093" cy="1989540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4B2AFC12-62CC-81A6-DB16-ACD498518B8C}"/>
              </a:ext>
            </a:extLst>
          </p:cNvPr>
          <p:cNvSpPr txBox="1"/>
          <p:nvPr/>
        </p:nvSpPr>
        <p:spPr>
          <a:xfrm>
            <a:off x="9885426" y="3143750"/>
            <a:ext cx="15994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12.52</a:t>
            </a:r>
            <a:r>
              <a:rPr lang="zh-TW" altLang="en-US" dirty="0"/>
              <a:t>  </a:t>
            </a:r>
            <a:r>
              <a:rPr lang="en-US" altLang="zh-TW" dirty="0"/>
              <a:t>11.89</a:t>
            </a:r>
            <a:endParaRPr lang="zh-TW" alt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280E01E-88D4-6C89-DFAD-667BD062C0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4286" y="715733"/>
            <a:ext cx="3007172" cy="2117174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E9BF136E-75F4-8CB2-EE1E-B007C582FD63}"/>
              </a:ext>
            </a:extLst>
          </p:cNvPr>
          <p:cNvSpPr txBox="1"/>
          <p:nvPr/>
        </p:nvSpPr>
        <p:spPr>
          <a:xfrm>
            <a:off x="6998147" y="3143750"/>
            <a:ext cx="198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9.44</a:t>
            </a:r>
            <a:r>
              <a:rPr lang="zh-TW" altLang="en-US" dirty="0"/>
              <a:t>  </a:t>
            </a:r>
            <a:r>
              <a:rPr lang="en-US" altLang="zh-TW" dirty="0"/>
              <a:t>8.80</a:t>
            </a:r>
            <a:endParaRPr lang="zh-TW" altLang="en-US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7D264457-D9FB-F872-ECC2-C8E0FA7C4D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697265"/>
            <a:ext cx="3007172" cy="2135642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0E05947E-7969-2480-D9CD-C1B88D076A4D}"/>
              </a:ext>
            </a:extLst>
          </p:cNvPr>
          <p:cNvSpPr txBox="1"/>
          <p:nvPr/>
        </p:nvSpPr>
        <p:spPr>
          <a:xfrm>
            <a:off x="4201062" y="3096244"/>
            <a:ext cx="198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12.14</a:t>
            </a:r>
            <a:r>
              <a:rPr lang="zh-TW" altLang="en-US" dirty="0"/>
              <a:t>  </a:t>
            </a:r>
            <a:r>
              <a:rPr lang="en-US" altLang="zh-TW" dirty="0"/>
              <a:t>11.66</a:t>
            </a:r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CB3337C5-15AF-2794-E9DB-FC8E3E8E828F}"/>
              </a:ext>
            </a:extLst>
          </p:cNvPr>
          <p:cNvSpPr txBox="1"/>
          <p:nvPr/>
        </p:nvSpPr>
        <p:spPr>
          <a:xfrm>
            <a:off x="1856231" y="5884004"/>
            <a:ext cx="3217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12.35</a:t>
            </a:r>
            <a:r>
              <a:rPr lang="zh-TW" altLang="en-US" dirty="0"/>
              <a:t>  </a:t>
            </a:r>
            <a:r>
              <a:rPr lang="en-US" altLang="zh-TW" dirty="0"/>
              <a:t>11.92</a:t>
            </a:r>
            <a:r>
              <a:rPr lang="zh-TW" altLang="en-US" dirty="0"/>
              <a:t>  </a:t>
            </a:r>
            <a:r>
              <a:rPr lang="en-US" altLang="zh-TW" dirty="0"/>
              <a:t>9.96</a:t>
            </a:r>
            <a:r>
              <a:rPr lang="zh-TW" altLang="en-US" dirty="0"/>
              <a:t>  </a:t>
            </a:r>
            <a:r>
              <a:rPr lang="en-US" altLang="zh-TW" dirty="0"/>
              <a:t>9.69</a:t>
            </a:r>
            <a:r>
              <a:rPr lang="zh-TW" altLang="en-US" dirty="0"/>
              <a:t>  </a:t>
            </a: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6E7C98D8-1368-5342-0E4F-01D561D3C1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04235" y="3521870"/>
            <a:ext cx="3217925" cy="2269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1170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D11B7F17-2F0E-7153-53F0-BD7C4EE72D77}"/>
              </a:ext>
            </a:extLst>
          </p:cNvPr>
          <p:cNvSpPr txBox="1"/>
          <p:nvPr/>
        </p:nvSpPr>
        <p:spPr>
          <a:xfrm>
            <a:off x="237744" y="146304"/>
            <a:ext cx="2505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CNN</a:t>
            </a:r>
            <a:r>
              <a:rPr lang="zh-TW" altLang="en-US" dirty="0"/>
              <a:t> </a:t>
            </a:r>
            <a:r>
              <a:rPr lang="en-US" altLang="zh-TW" dirty="0"/>
              <a:t>+</a:t>
            </a:r>
            <a:r>
              <a:rPr lang="zh-TW" altLang="en-US" dirty="0"/>
              <a:t> </a:t>
            </a:r>
            <a:r>
              <a:rPr lang="en-US" altLang="zh-TW" dirty="0"/>
              <a:t>Transformer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372F764-111B-4099-35BD-F2ED34114D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7877" y="850020"/>
            <a:ext cx="2383547" cy="2436066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7ADE4AA-8E64-3323-FBAB-564D83CB78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9333" y="850020"/>
            <a:ext cx="2410826" cy="250642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36B1B63A-D2D2-D0C8-1C58-3F7B10FA42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7285" y="730685"/>
            <a:ext cx="2505456" cy="2569699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7ABDDF9F-D9DF-A6AA-32BD-8DA88162D5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2446" y="3733421"/>
            <a:ext cx="2695575" cy="1906883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58463796-95CC-482E-59AF-9FA8EA25E68D}"/>
              </a:ext>
            </a:extLst>
          </p:cNvPr>
          <p:cNvSpPr txBox="1"/>
          <p:nvPr/>
        </p:nvSpPr>
        <p:spPr>
          <a:xfrm>
            <a:off x="1490472" y="5704009"/>
            <a:ext cx="25107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12.94  10.90  8.85  8.13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A0FC182-5C0D-ED44-D033-3EEA9B62BD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49333" y="3707462"/>
            <a:ext cx="2829055" cy="1996547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81F1C299-0D6B-84FC-0328-5DB7CF65ED08}"/>
              </a:ext>
            </a:extLst>
          </p:cNvPr>
          <p:cNvSpPr txBox="1"/>
          <p:nvPr/>
        </p:nvSpPr>
        <p:spPr>
          <a:xfrm>
            <a:off x="7967599" y="5823314"/>
            <a:ext cx="25107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15.10</a:t>
            </a:r>
            <a:r>
              <a:rPr lang="zh-TW" altLang="en-US" dirty="0"/>
              <a:t>  </a:t>
            </a:r>
            <a:r>
              <a:rPr lang="en-US" altLang="zh-TW" dirty="0"/>
              <a:t>12.23</a:t>
            </a:r>
            <a:r>
              <a:rPr lang="zh-TW" altLang="en-US" dirty="0"/>
              <a:t>  </a:t>
            </a:r>
            <a:r>
              <a:rPr lang="en-US" altLang="zh-TW" dirty="0"/>
              <a:t>9.25</a:t>
            </a:r>
            <a:r>
              <a:rPr lang="zh-TW" altLang="en-US" dirty="0"/>
              <a:t>  </a:t>
            </a:r>
            <a:r>
              <a:rPr lang="en-US" altLang="zh-TW" dirty="0"/>
              <a:t>9.13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35C1FFA7-605B-3F88-1C6C-BA29964BFD0C}"/>
              </a:ext>
            </a:extLst>
          </p:cNvPr>
          <p:cNvSpPr txBox="1"/>
          <p:nvPr/>
        </p:nvSpPr>
        <p:spPr>
          <a:xfrm>
            <a:off x="4729035" y="5823314"/>
            <a:ext cx="25107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13.51  11.17  9.26  9.57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04B60CC9-0599-31F9-E98D-9792A0FEE747}"/>
              </a:ext>
            </a:extLst>
          </p:cNvPr>
          <p:cNvSpPr txBox="1"/>
          <p:nvPr/>
        </p:nvSpPr>
        <p:spPr>
          <a:xfrm>
            <a:off x="10567417" y="4553327"/>
            <a:ext cx="13929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Layer = 1, head = 8</a:t>
            </a:r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FF7BD173-4553-7217-2E31-CD85D830A58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7877" y="3707462"/>
            <a:ext cx="2691130" cy="1919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6007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782</TotalTime>
  <Words>52</Words>
  <Application>Microsoft Office PowerPoint</Application>
  <PresentationFormat>寬螢幕</PresentationFormat>
  <Paragraphs>19</Paragraphs>
  <Slides>7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柏江 施</dc:creator>
  <cp:lastModifiedBy>柏江 施</cp:lastModifiedBy>
  <cp:revision>11</cp:revision>
  <dcterms:created xsi:type="dcterms:W3CDTF">2024-04-30T16:57:49Z</dcterms:created>
  <dcterms:modified xsi:type="dcterms:W3CDTF">2024-05-09T09:49:41Z</dcterms:modified>
</cp:coreProperties>
</file>