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9CD83E-108A-83AC-6EC5-372D297C4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FC9CA43-F757-3DF5-1023-19CA53493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A94417-E8FC-A018-E072-9D0BEB31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A23D18-C29D-9780-5F44-45E4F30C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626A9E-4236-CA63-3B2A-3AD83D81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086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BA001-7755-81B4-2C7E-A13A19DE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97DBCB-2394-0AD6-8AD9-B032CED1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9A4BAD-0BBD-3818-7922-F92562DA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C2E414-1D11-8BFA-46F1-E523772D1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8CE96A-C38B-2EE4-24A9-BADF2DD5C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17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C2648-2621-2729-DF8C-8AD22ACE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9B406F-249A-E3ED-50D4-B510DB82E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9A0A2A-3793-7FE3-50AF-904857A4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26580D-80E9-C2BE-2D1A-8BB75CDD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0A5565-90B1-BA25-BA97-2C510A73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921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607098-39AE-30B7-9E8A-9851920ED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4DD806-7736-D6B3-EB4E-1B4BFB746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237F7C9-E187-AF5A-8BF1-3D9D56A32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C41612-EC06-5083-19ED-55772E2BD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B14815-C054-D2A3-DD20-26330E26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375D00-E97B-E923-F1F2-D80BCA42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82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A0281-70C1-D861-5984-06972526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E39D53-C3D1-BA92-75F5-D8AEC7D70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1B3CCD3-B051-3AA4-AB54-95813BEC6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4D01494-9863-4A73-C645-AEF954F30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EDF8CB0-E7B2-0785-D646-9697677E2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2D24FA6-AB7A-3358-24A0-531236099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C324AC4-694F-3A89-20AF-0D77BAC8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32B12B4-79D8-0171-AC2C-6C184631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75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56031C-8A5B-C90B-859C-42DC7168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13C59F-41FC-1F50-EF91-54A3C6432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9FE7E2B-90A2-D833-F909-B3EC9A02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1E8C127-0247-8493-FA0E-4F27BA9C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8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6618EAA-9234-C360-0D45-D097DABF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E3BF2E-0E21-FD2D-D0CB-DFF0EB3F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619523-44DA-53E4-6948-63470103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425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51EE9F-C839-DD31-6F32-0EA6B9759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98EFEB-556C-DF81-53EB-40FC08C8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3CD0713-D613-0C00-F121-25D149F7D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1C98E66-5B76-D521-08CE-942A736B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78E968-E2E8-C5D4-3472-57880F34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8916C5-7506-86A7-F662-D323E3F8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121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515A59-D630-6842-A5B1-BF9D1998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EA9BFF0-E44C-AE6C-1EAA-66735931A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54BFAF-CD92-D905-9ABC-39C516892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14809B-16C8-312D-9001-04F8103E9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515899-E8C1-DA8D-8AF4-EF671BB1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CB809-6E53-B088-2A11-071D1D8B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67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146CA-0574-D2AC-E0E8-2005F353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DE0A30A-0C49-BF90-FCC9-D9820A503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68527E-BF93-5EE0-1219-1317FC34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B0D696-98AF-9993-480B-2F1CFAA3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10754F-70ED-5253-7A6B-E82FEE6F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359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5DB0A05-D8B7-CB71-C6C2-200EC7FA3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B377A0D-731E-5173-01F0-444784772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6BB6D0-D923-3457-9F16-896515B6F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6D4365-AC19-96E5-D19C-78FA6F270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B61301-8D32-CF4C-BAD4-99948B06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78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C6BAE25-42DB-EAD1-7FFA-DE3EBED3B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107080-4853-89B9-73C1-C62527D4B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DE6D37-8DE1-3DAD-F412-0AE3852FA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BFA84-52F0-4236-88CA-D056824456CF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08BBB2-4547-B979-100B-11A2486236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718723-EBF4-9D33-3980-B5EF5DB7F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1F284-F31E-4EE4-B872-B0582415DB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937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80BF4E0-9956-84D4-2E70-AF0CB9365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258" y="122918"/>
            <a:ext cx="3101127" cy="286536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66B7F69-A6D8-DF1F-5512-0E1FB6F82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861" y="167129"/>
            <a:ext cx="2988325" cy="277694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29C103A-5695-22C6-78F6-D7A8511D4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448" y="270661"/>
            <a:ext cx="2618966" cy="27176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C432698-8229-F373-81A1-760E0941B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280" y="3136029"/>
            <a:ext cx="7812248" cy="2997352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7DDD4B44-990E-BF13-9809-C2DFAD9C56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4382" y="6308325"/>
            <a:ext cx="5044877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71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36B8AB97-6008-687E-E2E4-E9B2C083C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45" y="0"/>
            <a:ext cx="3710219" cy="234377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20F6165-1985-F0B0-5BD7-C377DBBED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8407"/>
            <a:ext cx="5212056" cy="634118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E2C435D-BE5B-0A42-D290-881B4701B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045" y="2270454"/>
            <a:ext cx="3482578" cy="213772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6C16060-F98D-10F0-371C-105D1A5C4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045" y="4478735"/>
            <a:ext cx="3425228" cy="20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24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柏江 施</dc:creator>
  <cp:lastModifiedBy>柏江 施</cp:lastModifiedBy>
  <cp:revision>1</cp:revision>
  <dcterms:created xsi:type="dcterms:W3CDTF">2024-01-11T06:45:57Z</dcterms:created>
  <dcterms:modified xsi:type="dcterms:W3CDTF">2024-01-11T08:01:59Z</dcterms:modified>
</cp:coreProperties>
</file>