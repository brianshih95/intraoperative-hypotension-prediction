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60" r:id="rId6"/>
    <p:sldId id="261" r:id="rId7"/>
    <p:sldId id="262" r:id="rId8"/>
    <p:sldId id="267" r:id="rId9"/>
    <p:sldId id="266" r:id="rId10"/>
    <p:sldId id="264" r:id="rId11"/>
    <p:sldId id="265" r:id="rId12"/>
    <p:sldId id="269" r:id="rId13"/>
    <p:sldId id="273" r:id="rId14"/>
    <p:sldId id="283" r:id="rId15"/>
    <p:sldId id="284" r:id="rId16"/>
    <p:sldId id="274" r:id="rId17"/>
    <p:sldId id="285" r:id="rId18"/>
    <p:sldId id="268" r:id="rId19"/>
    <p:sldId id="271" r:id="rId20"/>
    <p:sldId id="270" r:id="rId21"/>
    <p:sldId id="272" r:id="rId22"/>
    <p:sldId id="277" r:id="rId23"/>
    <p:sldId id="279" r:id="rId24"/>
    <p:sldId id="281" r:id="rId25"/>
    <p:sldId id="278" r:id="rId26"/>
    <p:sldId id="280" r:id="rId27"/>
    <p:sldId id="282" r:id="rId28"/>
    <p:sldId id="286" r:id="rId29"/>
    <p:sldId id="287" r:id="rId3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F976F8-70DF-49BB-4372-B1384DEBD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B798804-80CE-99EA-39EC-1F4186F452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38CC5AD-6A1C-91E7-E924-A8AD8637C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2024/6/29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65590-CD41-6FCA-9612-7F9942925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056E81D-6E3C-11D2-B5F9-58960D62F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8027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E42ADB-79BB-F15F-FF7E-CB7E445FB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26D3E14-8B0F-5D81-76F7-812513BBF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515142-FE3B-20C8-2B41-B3DD2F0BD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2024/6/29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6261CF-0F6C-0BC2-0802-A96C1C5A3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B614989-00EA-8D78-C66C-FD605F4C4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7551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D7EBA2-8271-3847-1355-F0F69AADF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C139B9E-FDB2-9929-8B7C-BD5B70A9C9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44730A5-2DAF-0E85-762D-B82CBCA07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2024/6/29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75A0751-FB4E-837B-438E-946FFB8ED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6A37F2E-9B66-E7F7-3CA2-264833033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337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5E1E93-F0AF-5C8C-78E2-52B768A49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43FCA1-2ACF-5D33-B5BA-5E9FE081CA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907626D-F128-F444-F050-7DF33CFE80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A66C156-44E5-9820-7165-0A5F6F428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2024/6/29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A5A6441-554E-B8A1-F78F-FC660E6F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E3CA7C4-2A47-C3ED-F1B1-6874AB04D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9195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1A64AB-6246-C310-65BF-4D02B67B2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FCBE8AA-ACBD-FA80-6B24-8EB18D91D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7B02A5D-24DA-2D3A-60A7-54094F5D55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34C1862-ACB8-F64C-99B3-D4A23806F0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A00A9E4-8DE1-86C8-A83B-11C0E45E12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CD2FC313-7456-1375-E806-E584DA570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2024/6/29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1EB539F-7345-5DA8-103D-67485DA82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A40DEA1-FF66-2F3C-E34A-C636EA3D7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1392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883E87-18E4-B615-EF0C-AB1442F00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1B35461-F6F9-008A-6454-993AD9DD7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2024/6/29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E536B17-808A-47C9-99DF-EDF3D512F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6CCFD81-9700-2969-4EF3-70572DF0A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0564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FE0D985-9D20-4DE5-E856-3C1BFDF83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2024/6/29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F5B9A5C-B69E-4609-B2B4-9C4A30B6C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6AE503E-3692-2194-0C86-2CB734365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9131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BBC0DB-102D-5FA5-83A8-E68A8ABFC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18E2B2B-D950-8CF5-2E82-4DBA851F6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60F6329-B128-AFED-3006-F77C0B620B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82A085A-9AB9-E7A0-85AF-AC8F1F391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2024/6/29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781213-A048-7A23-BE6D-0A10748C1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6B7A0A3-CA20-D7B5-18FD-F0203485A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139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BB00D5-0DEB-ACD3-7228-C120294CF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61B229B-2693-6B86-4AED-BCDC1B7220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3E53964-B942-2722-4E49-57EEFFEF4D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FFE477E-CD66-9CBB-4B1E-87EF054B9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2024/6/29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C31B6EF-030B-4AAC-34D7-EFC53C0A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1C3AFCF-9DDD-81C4-71D1-DC841E02A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5370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B0F39E-18A0-53AB-6B11-74B9A59F9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AE03D99-A04C-9D85-0010-F55264E22E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8122BF-7402-3FAF-C15E-C7C30F4A1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2024/6/29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2C5837F-5712-A5AB-2A1F-3DA0AA777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B5CDE6-8765-3BF6-4663-50EC7AA4D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9404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CBA4413-B2C0-2FE3-4F44-E00FA13146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35F91C2-02BE-654B-5DD3-89E03DB476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A3A00ED-3989-6D86-43A8-286A8039E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2024/6/29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7557407-1CF4-A4CB-FC0E-9CF59B552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9C069A-451F-8A39-0058-2318C12A4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4828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279D456-6C7B-8954-7B62-2499F8DBA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844CBD8-9E33-4D84-A62B-A7C7D0F247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69AFDBB-DE81-4DBC-EA95-A47066C918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AD2469-20E7-4B6C-96EF-9D1BC1F7B575}" type="datetimeFigureOut">
              <a:rPr lang="zh-TW" altLang="en-US" smtClean="0"/>
              <a:t>2024/6/29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B3CEC8-F325-F852-0EBF-9A5582F934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8177360-A6F6-EBCA-AEC2-FA3B6AB1CE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1353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6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5" Type="http://schemas.openxmlformats.org/officeDocument/2006/relationships/image" Target="../media/image6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2" Type="http://schemas.openxmlformats.org/officeDocument/2006/relationships/image" Target="../media/image69.png"/><Relationship Id="rId16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5" Type="http://schemas.openxmlformats.org/officeDocument/2006/relationships/image" Target="../media/image8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Relationship Id="rId14" Type="http://schemas.openxmlformats.org/officeDocument/2006/relationships/image" Target="../media/image8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95.png"/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12" Type="http://schemas.openxmlformats.org/officeDocument/2006/relationships/image" Target="../media/image94.png"/><Relationship Id="rId2" Type="http://schemas.openxmlformats.org/officeDocument/2006/relationships/image" Target="../media/image84.png"/><Relationship Id="rId16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11" Type="http://schemas.openxmlformats.org/officeDocument/2006/relationships/image" Target="../media/image93.png"/><Relationship Id="rId5" Type="http://schemas.openxmlformats.org/officeDocument/2006/relationships/image" Target="../media/image87.png"/><Relationship Id="rId15" Type="http://schemas.openxmlformats.org/officeDocument/2006/relationships/image" Target="../media/image97.png"/><Relationship Id="rId10" Type="http://schemas.openxmlformats.org/officeDocument/2006/relationships/image" Target="../media/image92.png"/><Relationship Id="rId4" Type="http://schemas.openxmlformats.org/officeDocument/2006/relationships/image" Target="../media/image86.png"/><Relationship Id="rId9" Type="http://schemas.openxmlformats.org/officeDocument/2006/relationships/image" Target="../media/image91.png"/><Relationship Id="rId14" Type="http://schemas.openxmlformats.org/officeDocument/2006/relationships/image" Target="../media/image9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13" Type="http://schemas.openxmlformats.org/officeDocument/2006/relationships/image" Target="../media/image110.pn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12" Type="http://schemas.openxmlformats.org/officeDocument/2006/relationships/image" Target="../media/image109.png"/><Relationship Id="rId2" Type="http://schemas.openxmlformats.org/officeDocument/2006/relationships/image" Target="../media/image99.png"/><Relationship Id="rId16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8.png"/><Relationship Id="rId5" Type="http://schemas.openxmlformats.org/officeDocument/2006/relationships/image" Target="../media/image102.png"/><Relationship Id="rId15" Type="http://schemas.openxmlformats.org/officeDocument/2006/relationships/image" Target="../media/image112.png"/><Relationship Id="rId10" Type="http://schemas.openxmlformats.org/officeDocument/2006/relationships/image" Target="../media/image107.png"/><Relationship Id="rId4" Type="http://schemas.openxmlformats.org/officeDocument/2006/relationships/image" Target="../media/image101.png"/><Relationship Id="rId9" Type="http://schemas.openxmlformats.org/officeDocument/2006/relationships/image" Target="../media/image106.png"/><Relationship Id="rId14" Type="http://schemas.openxmlformats.org/officeDocument/2006/relationships/image" Target="../media/image11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13" Type="http://schemas.openxmlformats.org/officeDocument/2006/relationships/image" Target="../media/image125.pn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12" Type="http://schemas.openxmlformats.org/officeDocument/2006/relationships/image" Target="../media/image124.png"/><Relationship Id="rId2" Type="http://schemas.openxmlformats.org/officeDocument/2006/relationships/image" Target="../media/image114.png"/><Relationship Id="rId16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11" Type="http://schemas.openxmlformats.org/officeDocument/2006/relationships/image" Target="../media/image123.png"/><Relationship Id="rId5" Type="http://schemas.openxmlformats.org/officeDocument/2006/relationships/image" Target="../media/image117.png"/><Relationship Id="rId15" Type="http://schemas.openxmlformats.org/officeDocument/2006/relationships/image" Target="../media/image127.png"/><Relationship Id="rId10" Type="http://schemas.openxmlformats.org/officeDocument/2006/relationships/image" Target="../media/image122.png"/><Relationship Id="rId4" Type="http://schemas.openxmlformats.org/officeDocument/2006/relationships/image" Target="../media/image116.png"/><Relationship Id="rId9" Type="http://schemas.openxmlformats.org/officeDocument/2006/relationships/image" Target="../media/image121.png"/><Relationship Id="rId14" Type="http://schemas.openxmlformats.org/officeDocument/2006/relationships/image" Target="../media/image1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13" Type="http://schemas.openxmlformats.org/officeDocument/2006/relationships/image" Target="../media/image140.png"/><Relationship Id="rId3" Type="http://schemas.openxmlformats.org/officeDocument/2006/relationships/image" Target="../media/image130.png"/><Relationship Id="rId7" Type="http://schemas.openxmlformats.org/officeDocument/2006/relationships/image" Target="../media/image134.png"/><Relationship Id="rId12" Type="http://schemas.openxmlformats.org/officeDocument/2006/relationships/image" Target="../media/image139.png"/><Relationship Id="rId2" Type="http://schemas.openxmlformats.org/officeDocument/2006/relationships/image" Target="../media/image129.png"/><Relationship Id="rId16" Type="http://schemas.openxmlformats.org/officeDocument/2006/relationships/image" Target="../media/image1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11" Type="http://schemas.openxmlformats.org/officeDocument/2006/relationships/image" Target="../media/image138.png"/><Relationship Id="rId5" Type="http://schemas.openxmlformats.org/officeDocument/2006/relationships/image" Target="../media/image132.png"/><Relationship Id="rId15" Type="http://schemas.openxmlformats.org/officeDocument/2006/relationships/image" Target="../media/image142.png"/><Relationship Id="rId10" Type="http://schemas.openxmlformats.org/officeDocument/2006/relationships/image" Target="../media/image137.png"/><Relationship Id="rId4" Type="http://schemas.openxmlformats.org/officeDocument/2006/relationships/image" Target="../media/image131.png"/><Relationship Id="rId9" Type="http://schemas.openxmlformats.org/officeDocument/2006/relationships/image" Target="../media/image136.png"/><Relationship Id="rId14" Type="http://schemas.openxmlformats.org/officeDocument/2006/relationships/image" Target="../media/image14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13" Type="http://schemas.openxmlformats.org/officeDocument/2006/relationships/image" Target="../media/image155.png"/><Relationship Id="rId3" Type="http://schemas.openxmlformats.org/officeDocument/2006/relationships/image" Target="../media/image145.png"/><Relationship Id="rId7" Type="http://schemas.openxmlformats.org/officeDocument/2006/relationships/image" Target="../media/image149.png"/><Relationship Id="rId12" Type="http://schemas.openxmlformats.org/officeDocument/2006/relationships/image" Target="../media/image154.png"/><Relationship Id="rId2" Type="http://schemas.openxmlformats.org/officeDocument/2006/relationships/image" Target="../media/image144.png"/><Relationship Id="rId16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8.png"/><Relationship Id="rId11" Type="http://schemas.openxmlformats.org/officeDocument/2006/relationships/image" Target="../media/image153.png"/><Relationship Id="rId5" Type="http://schemas.openxmlformats.org/officeDocument/2006/relationships/image" Target="../media/image147.png"/><Relationship Id="rId15" Type="http://schemas.openxmlformats.org/officeDocument/2006/relationships/image" Target="../media/image157.png"/><Relationship Id="rId10" Type="http://schemas.openxmlformats.org/officeDocument/2006/relationships/image" Target="../media/image152.png"/><Relationship Id="rId4" Type="http://schemas.openxmlformats.org/officeDocument/2006/relationships/image" Target="../media/image146.png"/><Relationship Id="rId9" Type="http://schemas.openxmlformats.org/officeDocument/2006/relationships/image" Target="../media/image151.png"/><Relationship Id="rId14" Type="http://schemas.openxmlformats.org/officeDocument/2006/relationships/image" Target="../media/image15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13" Type="http://schemas.openxmlformats.org/officeDocument/2006/relationships/image" Target="../media/image170.png"/><Relationship Id="rId3" Type="http://schemas.openxmlformats.org/officeDocument/2006/relationships/image" Target="../media/image160.png"/><Relationship Id="rId7" Type="http://schemas.openxmlformats.org/officeDocument/2006/relationships/image" Target="../media/image164.png"/><Relationship Id="rId12" Type="http://schemas.openxmlformats.org/officeDocument/2006/relationships/image" Target="../media/image169.png"/><Relationship Id="rId2" Type="http://schemas.openxmlformats.org/officeDocument/2006/relationships/image" Target="../media/image159.png"/><Relationship Id="rId16" Type="http://schemas.openxmlformats.org/officeDocument/2006/relationships/image" Target="../media/image1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62.png"/><Relationship Id="rId15" Type="http://schemas.openxmlformats.org/officeDocument/2006/relationships/image" Target="../media/image172.png"/><Relationship Id="rId10" Type="http://schemas.openxmlformats.org/officeDocument/2006/relationships/image" Target="../media/image167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Relationship Id="rId14" Type="http://schemas.openxmlformats.org/officeDocument/2006/relationships/image" Target="../media/image17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13" Type="http://schemas.openxmlformats.org/officeDocument/2006/relationships/image" Target="../media/image185.png"/><Relationship Id="rId3" Type="http://schemas.openxmlformats.org/officeDocument/2006/relationships/image" Target="../media/image175.png"/><Relationship Id="rId7" Type="http://schemas.openxmlformats.org/officeDocument/2006/relationships/image" Target="../media/image179.png"/><Relationship Id="rId12" Type="http://schemas.openxmlformats.org/officeDocument/2006/relationships/image" Target="../media/image184.png"/><Relationship Id="rId2" Type="http://schemas.openxmlformats.org/officeDocument/2006/relationships/image" Target="../media/image174.png"/><Relationship Id="rId16" Type="http://schemas.openxmlformats.org/officeDocument/2006/relationships/image" Target="../media/image1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8.png"/><Relationship Id="rId11" Type="http://schemas.openxmlformats.org/officeDocument/2006/relationships/image" Target="../media/image183.png"/><Relationship Id="rId5" Type="http://schemas.openxmlformats.org/officeDocument/2006/relationships/image" Target="../media/image177.png"/><Relationship Id="rId15" Type="http://schemas.openxmlformats.org/officeDocument/2006/relationships/image" Target="../media/image187.png"/><Relationship Id="rId10" Type="http://schemas.openxmlformats.org/officeDocument/2006/relationships/image" Target="../media/image182.png"/><Relationship Id="rId4" Type="http://schemas.openxmlformats.org/officeDocument/2006/relationships/image" Target="../media/image176.png"/><Relationship Id="rId9" Type="http://schemas.openxmlformats.org/officeDocument/2006/relationships/image" Target="../media/image181.png"/><Relationship Id="rId14" Type="http://schemas.openxmlformats.org/officeDocument/2006/relationships/image" Target="../media/image186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00.png"/><Relationship Id="rId3" Type="http://schemas.openxmlformats.org/officeDocument/2006/relationships/image" Target="../media/image190.png"/><Relationship Id="rId7" Type="http://schemas.openxmlformats.org/officeDocument/2006/relationships/image" Target="../media/image194.png"/><Relationship Id="rId12" Type="http://schemas.openxmlformats.org/officeDocument/2006/relationships/image" Target="../media/image199.png"/><Relationship Id="rId2" Type="http://schemas.openxmlformats.org/officeDocument/2006/relationships/image" Target="../media/image189.png"/><Relationship Id="rId16" Type="http://schemas.openxmlformats.org/officeDocument/2006/relationships/image" Target="../media/image2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3.png"/><Relationship Id="rId11" Type="http://schemas.openxmlformats.org/officeDocument/2006/relationships/image" Target="../media/image198.png"/><Relationship Id="rId5" Type="http://schemas.openxmlformats.org/officeDocument/2006/relationships/image" Target="../media/image192.png"/><Relationship Id="rId15" Type="http://schemas.openxmlformats.org/officeDocument/2006/relationships/image" Target="../media/image202.png"/><Relationship Id="rId10" Type="http://schemas.openxmlformats.org/officeDocument/2006/relationships/image" Target="../media/image197.png"/><Relationship Id="rId4" Type="http://schemas.openxmlformats.org/officeDocument/2006/relationships/image" Target="../media/image191.png"/><Relationship Id="rId9" Type="http://schemas.openxmlformats.org/officeDocument/2006/relationships/image" Target="../media/image196.png"/><Relationship Id="rId14" Type="http://schemas.openxmlformats.org/officeDocument/2006/relationships/image" Target="../media/image20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png"/><Relationship Id="rId13" Type="http://schemas.openxmlformats.org/officeDocument/2006/relationships/image" Target="../media/image215.png"/><Relationship Id="rId3" Type="http://schemas.openxmlformats.org/officeDocument/2006/relationships/image" Target="../media/image205.png"/><Relationship Id="rId7" Type="http://schemas.openxmlformats.org/officeDocument/2006/relationships/image" Target="../media/image209.png"/><Relationship Id="rId12" Type="http://schemas.openxmlformats.org/officeDocument/2006/relationships/image" Target="../media/image214.png"/><Relationship Id="rId2" Type="http://schemas.openxmlformats.org/officeDocument/2006/relationships/image" Target="../media/image204.png"/><Relationship Id="rId16" Type="http://schemas.openxmlformats.org/officeDocument/2006/relationships/image" Target="../media/image2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8.png"/><Relationship Id="rId11" Type="http://schemas.openxmlformats.org/officeDocument/2006/relationships/image" Target="../media/image213.png"/><Relationship Id="rId5" Type="http://schemas.openxmlformats.org/officeDocument/2006/relationships/image" Target="../media/image207.png"/><Relationship Id="rId15" Type="http://schemas.openxmlformats.org/officeDocument/2006/relationships/image" Target="../media/image217.png"/><Relationship Id="rId10" Type="http://schemas.openxmlformats.org/officeDocument/2006/relationships/image" Target="../media/image212.png"/><Relationship Id="rId4" Type="http://schemas.openxmlformats.org/officeDocument/2006/relationships/image" Target="../media/image206.png"/><Relationship Id="rId9" Type="http://schemas.openxmlformats.org/officeDocument/2006/relationships/image" Target="../media/image211.png"/><Relationship Id="rId14" Type="http://schemas.openxmlformats.org/officeDocument/2006/relationships/image" Target="../media/image21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13" Type="http://schemas.openxmlformats.org/officeDocument/2006/relationships/image" Target="../media/image230.png"/><Relationship Id="rId3" Type="http://schemas.openxmlformats.org/officeDocument/2006/relationships/image" Target="../media/image220.png"/><Relationship Id="rId7" Type="http://schemas.openxmlformats.org/officeDocument/2006/relationships/image" Target="../media/image224.png"/><Relationship Id="rId12" Type="http://schemas.openxmlformats.org/officeDocument/2006/relationships/image" Target="../media/image229.png"/><Relationship Id="rId2" Type="http://schemas.openxmlformats.org/officeDocument/2006/relationships/image" Target="../media/image219.png"/><Relationship Id="rId16" Type="http://schemas.openxmlformats.org/officeDocument/2006/relationships/image" Target="../media/image2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3.png"/><Relationship Id="rId11" Type="http://schemas.openxmlformats.org/officeDocument/2006/relationships/image" Target="../media/image228.png"/><Relationship Id="rId5" Type="http://schemas.openxmlformats.org/officeDocument/2006/relationships/image" Target="../media/image222.png"/><Relationship Id="rId15" Type="http://schemas.openxmlformats.org/officeDocument/2006/relationships/image" Target="../media/image232.png"/><Relationship Id="rId10" Type="http://schemas.openxmlformats.org/officeDocument/2006/relationships/image" Target="../media/image227.png"/><Relationship Id="rId4" Type="http://schemas.openxmlformats.org/officeDocument/2006/relationships/image" Target="../media/image221.png"/><Relationship Id="rId9" Type="http://schemas.openxmlformats.org/officeDocument/2006/relationships/image" Target="../media/image226.png"/><Relationship Id="rId14" Type="http://schemas.openxmlformats.org/officeDocument/2006/relationships/image" Target="../media/image23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0.png"/><Relationship Id="rId13" Type="http://schemas.openxmlformats.org/officeDocument/2006/relationships/image" Target="../media/image245.png"/><Relationship Id="rId3" Type="http://schemas.openxmlformats.org/officeDocument/2006/relationships/image" Target="../media/image235.png"/><Relationship Id="rId7" Type="http://schemas.openxmlformats.org/officeDocument/2006/relationships/image" Target="../media/image239.png"/><Relationship Id="rId12" Type="http://schemas.openxmlformats.org/officeDocument/2006/relationships/image" Target="../media/image244.png"/><Relationship Id="rId2" Type="http://schemas.openxmlformats.org/officeDocument/2006/relationships/image" Target="../media/image234.png"/><Relationship Id="rId16" Type="http://schemas.openxmlformats.org/officeDocument/2006/relationships/image" Target="../media/image2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8.png"/><Relationship Id="rId11" Type="http://schemas.openxmlformats.org/officeDocument/2006/relationships/image" Target="../media/image243.png"/><Relationship Id="rId5" Type="http://schemas.openxmlformats.org/officeDocument/2006/relationships/image" Target="../media/image237.png"/><Relationship Id="rId15" Type="http://schemas.openxmlformats.org/officeDocument/2006/relationships/image" Target="../media/image247.png"/><Relationship Id="rId10" Type="http://schemas.openxmlformats.org/officeDocument/2006/relationships/image" Target="../media/image242.png"/><Relationship Id="rId4" Type="http://schemas.openxmlformats.org/officeDocument/2006/relationships/image" Target="../media/image236.png"/><Relationship Id="rId9" Type="http://schemas.openxmlformats.org/officeDocument/2006/relationships/image" Target="../media/image241.png"/><Relationship Id="rId14" Type="http://schemas.openxmlformats.org/officeDocument/2006/relationships/image" Target="../media/image24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5.png"/><Relationship Id="rId13" Type="http://schemas.openxmlformats.org/officeDocument/2006/relationships/image" Target="../media/image260.png"/><Relationship Id="rId3" Type="http://schemas.openxmlformats.org/officeDocument/2006/relationships/image" Target="../media/image250.png"/><Relationship Id="rId7" Type="http://schemas.openxmlformats.org/officeDocument/2006/relationships/image" Target="../media/image254.png"/><Relationship Id="rId12" Type="http://schemas.openxmlformats.org/officeDocument/2006/relationships/image" Target="../media/image259.png"/><Relationship Id="rId2" Type="http://schemas.openxmlformats.org/officeDocument/2006/relationships/image" Target="../media/image249.png"/><Relationship Id="rId16" Type="http://schemas.openxmlformats.org/officeDocument/2006/relationships/image" Target="../media/image2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3.png"/><Relationship Id="rId11" Type="http://schemas.openxmlformats.org/officeDocument/2006/relationships/image" Target="../media/image258.png"/><Relationship Id="rId5" Type="http://schemas.openxmlformats.org/officeDocument/2006/relationships/image" Target="../media/image252.png"/><Relationship Id="rId15" Type="http://schemas.openxmlformats.org/officeDocument/2006/relationships/image" Target="../media/image262.png"/><Relationship Id="rId10" Type="http://schemas.openxmlformats.org/officeDocument/2006/relationships/image" Target="../media/image257.png"/><Relationship Id="rId4" Type="http://schemas.openxmlformats.org/officeDocument/2006/relationships/image" Target="../media/image251.png"/><Relationship Id="rId9" Type="http://schemas.openxmlformats.org/officeDocument/2006/relationships/image" Target="../media/image256.png"/><Relationship Id="rId14" Type="http://schemas.openxmlformats.org/officeDocument/2006/relationships/image" Target="../media/image26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13" Type="http://schemas.openxmlformats.org/officeDocument/2006/relationships/image" Target="../media/image275.png"/><Relationship Id="rId3" Type="http://schemas.openxmlformats.org/officeDocument/2006/relationships/image" Target="../media/image265.png"/><Relationship Id="rId7" Type="http://schemas.openxmlformats.org/officeDocument/2006/relationships/image" Target="../media/image269.png"/><Relationship Id="rId12" Type="http://schemas.openxmlformats.org/officeDocument/2006/relationships/image" Target="../media/image274.png"/><Relationship Id="rId2" Type="http://schemas.openxmlformats.org/officeDocument/2006/relationships/image" Target="../media/image264.png"/><Relationship Id="rId16" Type="http://schemas.openxmlformats.org/officeDocument/2006/relationships/image" Target="../media/image2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8.png"/><Relationship Id="rId11" Type="http://schemas.openxmlformats.org/officeDocument/2006/relationships/image" Target="../media/image273.png"/><Relationship Id="rId5" Type="http://schemas.openxmlformats.org/officeDocument/2006/relationships/image" Target="../media/image267.png"/><Relationship Id="rId15" Type="http://schemas.openxmlformats.org/officeDocument/2006/relationships/image" Target="../media/image277.png"/><Relationship Id="rId10" Type="http://schemas.openxmlformats.org/officeDocument/2006/relationships/image" Target="../media/image272.png"/><Relationship Id="rId4" Type="http://schemas.openxmlformats.org/officeDocument/2006/relationships/image" Target="../media/image266.png"/><Relationship Id="rId9" Type="http://schemas.openxmlformats.org/officeDocument/2006/relationships/image" Target="../media/image271.png"/><Relationship Id="rId14" Type="http://schemas.openxmlformats.org/officeDocument/2006/relationships/image" Target="../media/image276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5.png"/><Relationship Id="rId13" Type="http://schemas.openxmlformats.org/officeDocument/2006/relationships/image" Target="../media/image290.png"/><Relationship Id="rId3" Type="http://schemas.openxmlformats.org/officeDocument/2006/relationships/image" Target="../media/image280.png"/><Relationship Id="rId7" Type="http://schemas.openxmlformats.org/officeDocument/2006/relationships/image" Target="../media/image284.png"/><Relationship Id="rId12" Type="http://schemas.openxmlformats.org/officeDocument/2006/relationships/image" Target="../media/image289.png"/><Relationship Id="rId2" Type="http://schemas.openxmlformats.org/officeDocument/2006/relationships/image" Target="../media/image279.png"/><Relationship Id="rId16" Type="http://schemas.openxmlformats.org/officeDocument/2006/relationships/image" Target="../media/image2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3.png"/><Relationship Id="rId11" Type="http://schemas.openxmlformats.org/officeDocument/2006/relationships/image" Target="../media/image288.png"/><Relationship Id="rId5" Type="http://schemas.openxmlformats.org/officeDocument/2006/relationships/image" Target="../media/image282.png"/><Relationship Id="rId15" Type="http://schemas.openxmlformats.org/officeDocument/2006/relationships/image" Target="../media/image292.png"/><Relationship Id="rId10" Type="http://schemas.openxmlformats.org/officeDocument/2006/relationships/image" Target="../media/image287.png"/><Relationship Id="rId4" Type="http://schemas.openxmlformats.org/officeDocument/2006/relationships/image" Target="../media/image281.png"/><Relationship Id="rId9" Type="http://schemas.openxmlformats.org/officeDocument/2006/relationships/image" Target="../media/image286.png"/><Relationship Id="rId14" Type="http://schemas.openxmlformats.org/officeDocument/2006/relationships/image" Target="../media/image29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305.png"/><Relationship Id="rId18" Type="http://schemas.openxmlformats.org/officeDocument/2006/relationships/image" Target="../media/image310.png"/><Relationship Id="rId26" Type="http://schemas.openxmlformats.org/officeDocument/2006/relationships/image" Target="../media/image318.png"/><Relationship Id="rId3" Type="http://schemas.openxmlformats.org/officeDocument/2006/relationships/image" Target="../media/image295.png"/><Relationship Id="rId21" Type="http://schemas.openxmlformats.org/officeDocument/2006/relationships/image" Target="../media/image313.png"/><Relationship Id="rId7" Type="http://schemas.openxmlformats.org/officeDocument/2006/relationships/image" Target="../media/image299.png"/><Relationship Id="rId12" Type="http://schemas.openxmlformats.org/officeDocument/2006/relationships/image" Target="../media/image304.png"/><Relationship Id="rId17" Type="http://schemas.openxmlformats.org/officeDocument/2006/relationships/image" Target="../media/image309.png"/><Relationship Id="rId25" Type="http://schemas.openxmlformats.org/officeDocument/2006/relationships/image" Target="../media/image317.png"/><Relationship Id="rId2" Type="http://schemas.openxmlformats.org/officeDocument/2006/relationships/image" Target="../media/image294.png"/><Relationship Id="rId16" Type="http://schemas.openxmlformats.org/officeDocument/2006/relationships/image" Target="../media/image308.png"/><Relationship Id="rId20" Type="http://schemas.openxmlformats.org/officeDocument/2006/relationships/image" Target="../media/image3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8.png"/><Relationship Id="rId11" Type="http://schemas.openxmlformats.org/officeDocument/2006/relationships/image" Target="../media/image303.png"/><Relationship Id="rId24" Type="http://schemas.openxmlformats.org/officeDocument/2006/relationships/image" Target="../media/image316.png"/><Relationship Id="rId5" Type="http://schemas.openxmlformats.org/officeDocument/2006/relationships/image" Target="../media/image297.png"/><Relationship Id="rId15" Type="http://schemas.openxmlformats.org/officeDocument/2006/relationships/image" Target="../media/image307.png"/><Relationship Id="rId23" Type="http://schemas.openxmlformats.org/officeDocument/2006/relationships/image" Target="../media/image315.png"/><Relationship Id="rId10" Type="http://schemas.openxmlformats.org/officeDocument/2006/relationships/image" Target="../media/image302.png"/><Relationship Id="rId19" Type="http://schemas.openxmlformats.org/officeDocument/2006/relationships/image" Target="../media/image311.png"/><Relationship Id="rId4" Type="http://schemas.openxmlformats.org/officeDocument/2006/relationships/image" Target="../media/image296.png"/><Relationship Id="rId9" Type="http://schemas.openxmlformats.org/officeDocument/2006/relationships/image" Target="../media/image301.png"/><Relationship Id="rId14" Type="http://schemas.openxmlformats.org/officeDocument/2006/relationships/image" Target="../media/image306.png"/><Relationship Id="rId22" Type="http://schemas.openxmlformats.org/officeDocument/2006/relationships/image" Target="../media/image314.png"/><Relationship Id="rId27" Type="http://schemas.openxmlformats.org/officeDocument/2006/relationships/image" Target="../media/image31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6.png"/><Relationship Id="rId13" Type="http://schemas.openxmlformats.org/officeDocument/2006/relationships/image" Target="../media/image331.png"/><Relationship Id="rId18" Type="http://schemas.openxmlformats.org/officeDocument/2006/relationships/image" Target="../media/image336.png"/><Relationship Id="rId3" Type="http://schemas.openxmlformats.org/officeDocument/2006/relationships/image" Target="../media/image321.png"/><Relationship Id="rId21" Type="http://schemas.openxmlformats.org/officeDocument/2006/relationships/image" Target="../media/image339.png"/><Relationship Id="rId7" Type="http://schemas.openxmlformats.org/officeDocument/2006/relationships/image" Target="../media/image325.png"/><Relationship Id="rId12" Type="http://schemas.openxmlformats.org/officeDocument/2006/relationships/image" Target="../media/image330.png"/><Relationship Id="rId17" Type="http://schemas.openxmlformats.org/officeDocument/2006/relationships/image" Target="../media/image335.png"/><Relationship Id="rId25" Type="http://schemas.openxmlformats.org/officeDocument/2006/relationships/image" Target="../media/image343.png"/><Relationship Id="rId2" Type="http://schemas.openxmlformats.org/officeDocument/2006/relationships/image" Target="../media/image320.png"/><Relationship Id="rId16" Type="http://schemas.openxmlformats.org/officeDocument/2006/relationships/image" Target="../media/image334.png"/><Relationship Id="rId20" Type="http://schemas.openxmlformats.org/officeDocument/2006/relationships/image" Target="../media/image3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4.png"/><Relationship Id="rId11" Type="http://schemas.openxmlformats.org/officeDocument/2006/relationships/image" Target="../media/image329.png"/><Relationship Id="rId24" Type="http://schemas.openxmlformats.org/officeDocument/2006/relationships/image" Target="../media/image342.png"/><Relationship Id="rId5" Type="http://schemas.openxmlformats.org/officeDocument/2006/relationships/image" Target="../media/image323.png"/><Relationship Id="rId15" Type="http://schemas.openxmlformats.org/officeDocument/2006/relationships/image" Target="../media/image333.png"/><Relationship Id="rId23" Type="http://schemas.openxmlformats.org/officeDocument/2006/relationships/image" Target="../media/image341.png"/><Relationship Id="rId10" Type="http://schemas.openxmlformats.org/officeDocument/2006/relationships/image" Target="../media/image328.png"/><Relationship Id="rId19" Type="http://schemas.openxmlformats.org/officeDocument/2006/relationships/image" Target="../media/image337.png"/><Relationship Id="rId4" Type="http://schemas.openxmlformats.org/officeDocument/2006/relationships/image" Target="../media/image322.png"/><Relationship Id="rId9" Type="http://schemas.openxmlformats.org/officeDocument/2006/relationships/image" Target="../media/image327.png"/><Relationship Id="rId14" Type="http://schemas.openxmlformats.org/officeDocument/2006/relationships/image" Target="../media/image332.png"/><Relationship Id="rId22" Type="http://schemas.openxmlformats.org/officeDocument/2006/relationships/image" Target="../media/image3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3D2679C-5CFB-4182-DBAE-BF36E483F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45" y="3863894"/>
            <a:ext cx="3111139" cy="222166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A309C0A-5155-DC55-3572-D5C510263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5193" y="3860953"/>
            <a:ext cx="3165561" cy="225289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57038AC-EF84-2BA6-03B4-8106AF5917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008" y="3860953"/>
            <a:ext cx="3165561" cy="2221663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6D2081E6-33EA-D611-E3C2-9BA4362F2E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808" y="515636"/>
            <a:ext cx="2680154" cy="2757774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24161106-5DFB-20F9-0A20-32782FE6B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5193" y="572460"/>
            <a:ext cx="2680154" cy="2767202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F93F4922-203B-E5D4-1F9A-EF463BE3630C}"/>
              </a:ext>
            </a:extLst>
          </p:cNvPr>
          <p:cNvSpPr txBox="1"/>
          <p:nvPr/>
        </p:nvSpPr>
        <p:spPr>
          <a:xfrm>
            <a:off x="237744" y="146304"/>
            <a:ext cx="1043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C1137F2E-20D9-AD3C-21BF-0E6722CD26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7393" y="572460"/>
            <a:ext cx="2550300" cy="2611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66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E7289008-D103-F0F1-8D0A-09A149348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82" y="842482"/>
            <a:ext cx="2518227" cy="258651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F5C26A62-9F09-A6E8-9EE3-CEEF5BC87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8313" y="842482"/>
            <a:ext cx="2514302" cy="261281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F8706E88-F3FD-1B42-C40D-86DC377D14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2397" y="842482"/>
            <a:ext cx="2514303" cy="258214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FF670AB-BBCE-4B0A-5062-41A8602936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921" y="3455300"/>
            <a:ext cx="2614392" cy="268946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BC7DF456-263D-5221-2877-0CB647D1A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9759" y="3524573"/>
            <a:ext cx="2573297" cy="261281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EE24D20A-9C5B-6D8B-13B8-5F1138ABF1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8509" y="842482"/>
            <a:ext cx="2518227" cy="258214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B05BFFB-40C6-7585-AA92-01B8BD4CB783}"/>
              </a:ext>
            </a:extLst>
          </p:cNvPr>
          <p:cNvSpPr txBox="1"/>
          <p:nvPr/>
        </p:nvSpPr>
        <p:spPr>
          <a:xfrm>
            <a:off x="237744" y="146304"/>
            <a:ext cx="1618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45782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方塊 9">
            <a:extLst>
              <a:ext uri="{FF2B5EF4-FFF2-40B4-BE49-F238E27FC236}">
                <a16:creationId xmlns:a16="http://schemas.microsoft.com/office/drawing/2014/main" id="{9B05BFFB-40C6-7585-AA92-01B8BD4CB783}"/>
              </a:ext>
            </a:extLst>
          </p:cNvPr>
          <p:cNvSpPr txBox="1"/>
          <p:nvPr/>
        </p:nvSpPr>
        <p:spPr>
          <a:xfrm>
            <a:off x="237744" y="146304"/>
            <a:ext cx="1618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C5C540F1-46BF-8FE5-FF18-9AC42D857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979" y="1145069"/>
            <a:ext cx="2802210" cy="1976526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5D9A512F-4749-4BBA-56ED-2651434D3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341" y="1082045"/>
            <a:ext cx="2802210" cy="1992196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C81E500-9BE0-B165-1ACE-9A049FF1F1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2789" y="1003180"/>
            <a:ext cx="3021731" cy="214992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A0043455-B08A-B903-2DFE-E8A5DA23B9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7791" y="1034690"/>
            <a:ext cx="2931605" cy="2086905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8385621C-F29D-0EB8-D66D-E6D7534F11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9759" y="4357319"/>
            <a:ext cx="2805424" cy="1982014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111266CB-A1E0-44B9-4CF9-18C9496E03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548" y="4158230"/>
            <a:ext cx="2980972" cy="2181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39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978A1ABD-CF4F-6D93-4C5C-18A0804583CD}"/>
              </a:ext>
            </a:extLst>
          </p:cNvPr>
          <p:cNvSpPr txBox="1"/>
          <p:nvPr/>
        </p:nvSpPr>
        <p:spPr>
          <a:xfrm>
            <a:off x="237744" y="146304"/>
            <a:ext cx="1043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222189E-59EF-0A64-B2C0-03A0D4383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379" y="3504844"/>
            <a:ext cx="2772661" cy="1977345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4ECA838-DEDA-2F4E-4BBA-131419417739}"/>
              </a:ext>
            </a:extLst>
          </p:cNvPr>
          <p:cNvSpPr txBox="1"/>
          <p:nvPr/>
        </p:nvSpPr>
        <p:spPr>
          <a:xfrm>
            <a:off x="1183387" y="5815798"/>
            <a:ext cx="2772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12.24</a:t>
            </a:r>
            <a:r>
              <a:rPr lang="zh-TW" altLang="en-US" dirty="0"/>
              <a:t>   </a:t>
            </a:r>
            <a:r>
              <a:rPr lang="en-US" altLang="zh-TW" dirty="0"/>
              <a:t>11.33</a:t>
            </a:r>
            <a:r>
              <a:rPr lang="zh-TW" altLang="en-US" dirty="0"/>
              <a:t>  </a:t>
            </a:r>
            <a:r>
              <a:rPr lang="en-US" altLang="zh-TW" dirty="0"/>
              <a:t>9.69</a:t>
            </a:r>
            <a:r>
              <a:rPr lang="zh-TW" altLang="en-US" dirty="0"/>
              <a:t>  </a:t>
            </a:r>
            <a:r>
              <a:rPr lang="en-US" altLang="zh-TW" dirty="0"/>
              <a:t>8.43</a:t>
            </a:r>
            <a:endParaRPr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F83D770-F530-AE7E-1CEF-F1CBA03511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993" y="3504844"/>
            <a:ext cx="3066799" cy="2168323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39D2A07-18EB-AAE8-7E76-5D5E0497A9C4}"/>
              </a:ext>
            </a:extLst>
          </p:cNvPr>
          <p:cNvSpPr txBox="1"/>
          <p:nvPr/>
        </p:nvSpPr>
        <p:spPr>
          <a:xfrm>
            <a:off x="4707132" y="5828728"/>
            <a:ext cx="2772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12.36</a:t>
            </a:r>
            <a:r>
              <a:rPr lang="zh-TW" altLang="en-US" dirty="0"/>
              <a:t>  </a:t>
            </a:r>
            <a:r>
              <a:rPr lang="en-US" altLang="zh-TW" dirty="0"/>
              <a:t>11.6</a:t>
            </a:r>
            <a:r>
              <a:rPr lang="zh-TW" altLang="en-US" dirty="0"/>
              <a:t>  </a:t>
            </a:r>
            <a:r>
              <a:rPr lang="en-US" altLang="zh-TW" dirty="0"/>
              <a:t>9.86</a:t>
            </a:r>
            <a:r>
              <a:rPr lang="zh-TW" altLang="en-US" dirty="0"/>
              <a:t>  </a:t>
            </a:r>
            <a:r>
              <a:rPr lang="en-US" altLang="zh-TW" dirty="0"/>
              <a:t>9.08</a:t>
            </a:r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5340AFE-1401-EB4D-AC8E-D9E431336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2305" y="3358357"/>
            <a:ext cx="3267967" cy="231481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9EDF48DF-3FBF-07D3-54F1-A6A6C8434850}"/>
              </a:ext>
            </a:extLst>
          </p:cNvPr>
          <p:cNvSpPr txBox="1"/>
          <p:nvPr/>
        </p:nvSpPr>
        <p:spPr>
          <a:xfrm>
            <a:off x="8425692" y="5815798"/>
            <a:ext cx="2772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11.86</a:t>
            </a:r>
            <a:r>
              <a:rPr lang="zh-TW" altLang="en-US" dirty="0"/>
              <a:t>  </a:t>
            </a:r>
            <a:r>
              <a:rPr lang="en-US" altLang="zh-TW" dirty="0"/>
              <a:t>11.39</a:t>
            </a:r>
            <a:r>
              <a:rPr lang="zh-TW" altLang="en-US" dirty="0"/>
              <a:t>  </a:t>
            </a:r>
            <a:r>
              <a:rPr lang="en-US" altLang="zh-TW" dirty="0"/>
              <a:t>9.91</a:t>
            </a:r>
            <a:r>
              <a:rPr lang="zh-TW" altLang="en-US" dirty="0"/>
              <a:t>  </a:t>
            </a:r>
            <a:r>
              <a:rPr lang="en-US" altLang="zh-TW" dirty="0"/>
              <a:t>9.21</a:t>
            </a:r>
            <a:endParaRPr lang="zh-TW" altLang="en-US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AEFB0F08-9B0E-3FC8-CD41-A02D18CA67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14" y="665710"/>
            <a:ext cx="2473458" cy="2537207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719053AE-46DD-7FA0-3FD0-FE7A98F9F1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2305" y="515636"/>
            <a:ext cx="2551373" cy="2599512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0D4F7A51-CF66-7329-048A-15570F8D19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1583" y="672870"/>
            <a:ext cx="2227387" cy="2314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983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F3859E67-5918-29CA-735E-23552C9D32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01" y="857423"/>
            <a:ext cx="2145565" cy="2200674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D0386D2C-6DDB-B0A3-464B-F8F32BD3C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9496" y="891997"/>
            <a:ext cx="2101439" cy="2166099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45EF8A7-A971-800B-A8BE-F4C1CEEE9D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8926" y="680199"/>
            <a:ext cx="2354077" cy="24063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D7AFA616-9203-34F5-932C-7AEF83E04A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875" y="3813919"/>
            <a:ext cx="2432117" cy="248598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F0A1261-0D5B-46CE-59B8-9745921F2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6808" y="3771501"/>
            <a:ext cx="2432118" cy="2528398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70E6C5C8-1A44-C3A1-92DB-5784092F2BD0}"/>
              </a:ext>
            </a:extLst>
          </p:cNvPr>
          <p:cNvSpPr txBox="1"/>
          <p:nvPr/>
        </p:nvSpPr>
        <p:spPr>
          <a:xfrm>
            <a:off x="237744" y="146304"/>
            <a:ext cx="1618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B975DB2-BEDC-132A-3F7E-912A16453C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0501" y="680199"/>
            <a:ext cx="2456364" cy="254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7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DA9BA5DE-6C2C-B4F1-C4AD-30100B0D4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77" y="789330"/>
            <a:ext cx="2896109" cy="206810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FA287F4C-CF4A-35D0-48DC-E2B4313792DE}"/>
              </a:ext>
            </a:extLst>
          </p:cNvPr>
          <p:cNvSpPr txBox="1"/>
          <p:nvPr/>
        </p:nvSpPr>
        <p:spPr>
          <a:xfrm>
            <a:off x="1404235" y="2992723"/>
            <a:ext cx="1139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8.49</a:t>
            </a:r>
            <a:r>
              <a:rPr lang="zh-TW" altLang="en-US" dirty="0"/>
              <a:t>  </a:t>
            </a:r>
            <a:r>
              <a:rPr lang="en-US" altLang="zh-TW" dirty="0"/>
              <a:t>7.76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EB028AF-9E29-30CF-3558-0B96AB459249}"/>
              </a:ext>
            </a:extLst>
          </p:cNvPr>
          <p:cNvSpPr txBox="1"/>
          <p:nvPr/>
        </p:nvSpPr>
        <p:spPr>
          <a:xfrm>
            <a:off x="237744" y="146304"/>
            <a:ext cx="1618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69FDA96F-A6F9-FC3F-DCCC-790F687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3730" y="715733"/>
            <a:ext cx="2800093" cy="198954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4B2AFC12-62CC-81A6-DB16-ACD498518B8C}"/>
              </a:ext>
            </a:extLst>
          </p:cNvPr>
          <p:cNvSpPr txBox="1"/>
          <p:nvPr/>
        </p:nvSpPr>
        <p:spPr>
          <a:xfrm>
            <a:off x="9885426" y="3143750"/>
            <a:ext cx="1599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12.52</a:t>
            </a:r>
            <a:r>
              <a:rPr lang="zh-TW" altLang="en-US" dirty="0"/>
              <a:t>  </a:t>
            </a:r>
            <a:r>
              <a:rPr lang="en-US" altLang="zh-TW" dirty="0"/>
              <a:t>11.89</a:t>
            </a: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280E01E-88D4-6C89-DFAD-667BD062C0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286" y="715733"/>
            <a:ext cx="3007172" cy="211717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E9BF136E-75F4-8CB2-EE1E-B007C582FD63}"/>
              </a:ext>
            </a:extLst>
          </p:cNvPr>
          <p:cNvSpPr txBox="1"/>
          <p:nvPr/>
        </p:nvSpPr>
        <p:spPr>
          <a:xfrm>
            <a:off x="6998147" y="3143750"/>
            <a:ext cx="198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9.44</a:t>
            </a:r>
            <a:r>
              <a:rPr lang="zh-TW" altLang="en-US" dirty="0"/>
              <a:t>  </a:t>
            </a:r>
            <a:r>
              <a:rPr lang="en-US" altLang="zh-TW" dirty="0"/>
              <a:t>8.80</a:t>
            </a:r>
            <a:endParaRPr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7D264457-D9FB-F872-ECC2-C8E0FA7C4D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697265"/>
            <a:ext cx="3007172" cy="2135642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0E05947E-7969-2480-D9CD-C1B88D076A4D}"/>
              </a:ext>
            </a:extLst>
          </p:cNvPr>
          <p:cNvSpPr txBox="1"/>
          <p:nvPr/>
        </p:nvSpPr>
        <p:spPr>
          <a:xfrm>
            <a:off x="4201062" y="3096244"/>
            <a:ext cx="198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12.14</a:t>
            </a:r>
            <a:r>
              <a:rPr lang="zh-TW" altLang="en-US" dirty="0"/>
              <a:t>  </a:t>
            </a:r>
            <a:r>
              <a:rPr lang="en-US" altLang="zh-TW" dirty="0"/>
              <a:t>11.66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B3337C5-15AF-2794-E9DB-FC8E3E8E828F}"/>
              </a:ext>
            </a:extLst>
          </p:cNvPr>
          <p:cNvSpPr txBox="1"/>
          <p:nvPr/>
        </p:nvSpPr>
        <p:spPr>
          <a:xfrm>
            <a:off x="1856231" y="5884004"/>
            <a:ext cx="321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12.35</a:t>
            </a:r>
            <a:r>
              <a:rPr lang="zh-TW" altLang="en-US" dirty="0"/>
              <a:t>  </a:t>
            </a:r>
            <a:r>
              <a:rPr lang="en-US" altLang="zh-TW" dirty="0"/>
              <a:t>11.92</a:t>
            </a:r>
            <a:r>
              <a:rPr lang="zh-TW" altLang="en-US" dirty="0"/>
              <a:t>  </a:t>
            </a:r>
            <a:r>
              <a:rPr lang="en-US" altLang="zh-TW" dirty="0"/>
              <a:t>9.96</a:t>
            </a:r>
            <a:r>
              <a:rPr lang="zh-TW" altLang="en-US" dirty="0"/>
              <a:t>  </a:t>
            </a:r>
            <a:r>
              <a:rPr lang="en-US" altLang="zh-TW" dirty="0"/>
              <a:t>9.69</a:t>
            </a:r>
            <a:r>
              <a:rPr lang="zh-TW" altLang="en-US" dirty="0"/>
              <a:t>  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6E7C98D8-1368-5342-0E4F-01D561D3C1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4235" y="3521870"/>
            <a:ext cx="3217925" cy="226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117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D11B7F17-2F0E-7153-53F0-BD7C4EE72D77}"/>
              </a:ext>
            </a:extLst>
          </p:cNvPr>
          <p:cNvSpPr txBox="1"/>
          <p:nvPr/>
        </p:nvSpPr>
        <p:spPr>
          <a:xfrm>
            <a:off x="237744" y="146304"/>
            <a:ext cx="2505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+</a:t>
            </a:r>
            <a:r>
              <a:rPr lang="zh-TW" altLang="en-US" dirty="0"/>
              <a:t> </a:t>
            </a:r>
            <a:r>
              <a:rPr lang="en-US" altLang="zh-TW" dirty="0"/>
              <a:t>Transformer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372F764-111B-4099-35BD-F2ED34114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7877" y="850020"/>
            <a:ext cx="2383547" cy="243606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7ADE4AA-8E64-3323-FBAB-564D83CB7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333" y="850020"/>
            <a:ext cx="2410826" cy="250642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6B1B63A-D2D2-D0C8-1C58-3F7B10FA4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285" y="730685"/>
            <a:ext cx="2505456" cy="2569699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7ABDDF9F-D9DF-A6AA-32BD-8DA88162D5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2446" y="3733421"/>
            <a:ext cx="2695575" cy="1906883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58463796-95CC-482E-59AF-9FA8EA25E68D}"/>
              </a:ext>
            </a:extLst>
          </p:cNvPr>
          <p:cNvSpPr txBox="1"/>
          <p:nvPr/>
        </p:nvSpPr>
        <p:spPr>
          <a:xfrm>
            <a:off x="1490472" y="5704009"/>
            <a:ext cx="2510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12.94  10.90  8.85  8.13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FC182-5C0D-ED44-D033-3EEA9B62BD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9333" y="3707462"/>
            <a:ext cx="2829055" cy="1996547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1F1C299-0D6B-84FC-0328-5DB7CF65ED08}"/>
              </a:ext>
            </a:extLst>
          </p:cNvPr>
          <p:cNvSpPr txBox="1"/>
          <p:nvPr/>
        </p:nvSpPr>
        <p:spPr>
          <a:xfrm>
            <a:off x="7967599" y="5823314"/>
            <a:ext cx="2510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15.10</a:t>
            </a:r>
            <a:r>
              <a:rPr lang="zh-TW" altLang="en-US" dirty="0"/>
              <a:t>  </a:t>
            </a:r>
            <a:r>
              <a:rPr lang="en-US" altLang="zh-TW" dirty="0"/>
              <a:t>12.23</a:t>
            </a:r>
            <a:r>
              <a:rPr lang="zh-TW" altLang="en-US" dirty="0"/>
              <a:t>  </a:t>
            </a:r>
            <a:r>
              <a:rPr lang="en-US" altLang="zh-TW" dirty="0"/>
              <a:t>9.25</a:t>
            </a:r>
            <a:r>
              <a:rPr lang="zh-TW" altLang="en-US" dirty="0"/>
              <a:t>  </a:t>
            </a:r>
            <a:r>
              <a:rPr lang="en-US" altLang="zh-TW" dirty="0"/>
              <a:t>9.13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5C1FFA7-605B-3F88-1C6C-BA29964BFD0C}"/>
              </a:ext>
            </a:extLst>
          </p:cNvPr>
          <p:cNvSpPr txBox="1"/>
          <p:nvPr/>
        </p:nvSpPr>
        <p:spPr>
          <a:xfrm>
            <a:off x="4729035" y="5823314"/>
            <a:ext cx="2510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13.51  11.17  9.26  9.57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4B60CC9-0599-31F9-E98D-9792A0FEE747}"/>
              </a:ext>
            </a:extLst>
          </p:cNvPr>
          <p:cNvSpPr txBox="1"/>
          <p:nvPr/>
        </p:nvSpPr>
        <p:spPr>
          <a:xfrm>
            <a:off x="10567417" y="4553327"/>
            <a:ext cx="13929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Layer = 1, head = 8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FF7BD173-4553-7217-2E31-CD85D830A5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7877" y="3707462"/>
            <a:ext cx="2691130" cy="1919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600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C162FF06-8048-C79E-6DC5-2D96C2D9B196}"/>
              </a:ext>
            </a:extLst>
          </p:cNvPr>
          <p:cNvSpPr txBox="1"/>
          <p:nvPr/>
        </p:nvSpPr>
        <p:spPr>
          <a:xfrm>
            <a:off x="219456" y="35929"/>
            <a:ext cx="1216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42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883A98F-84C3-67FE-BCB5-B9CF9479B3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46" y="502920"/>
            <a:ext cx="1977862" cy="204922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ADB8A41-A5F9-C4E0-A761-0D5F41A551CC}"/>
              </a:ext>
            </a:extLst>
          </p:cNvPr>
          <p:cNvSpPr txBox="1"/>
          <p:nvPr/>
        </p:nvSpPr>
        <p:spPr>
          <a:xfrm>
            <a:off x="2654046" y="10283"/>
            <a:ext cx="73586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0.7048611111111112 Sensitivity: 0.37853470437017994 Specificity: 0.8712319790301442 Positive Predictive Value (PPV): 0.59979633401222 Negative Predictive Value (NPV): 0.7333149476006618</a:t>
            </a:r>
            <a:endParaRPr lang="zh-TW" altLang="en-US" sz="12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02EAF50-CF0B-B9F4-029F-BC8166E0105D}"/>
              </a:ext>
            </a:extLst>
          </p:cNvPr>
          <p:cNvSpPr txBox="1"/>
          <p:nvPr/>
        </p:nvSpPr>
        <p:spPr>
          <a:xfrm>
            <a:off x="2654046" y="656614"/>
            <a:ext cx="74683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0.7237413194444444 Sensitivity: 0.32519280205655526 Specificity: 0.9269331585845347 Positive Predictive Value (PPV): 0.6941015089163237 Negative Predictive Value (NPV): 0.7293116782675947</a:t>
            </a:r>
            <a:endParaRPr lang="zh-TW" altLang="en-US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94FB3C3-234C-F010-700D-6C334150F569}"/>
              </a:ext>
            </a:extLst>
          </p:cNvPr>
          <p:cNvSpPr txBox="1"/>
          <p:nvPr/>
        </p:nvSpPr>
        <p:spPr>
          <a:xfrm>
            <a:off x="2654046" y="1302945"/>
            <a:ext cx="74683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0.8133680555555556 Sensitivity: 0.4640102827763496 Specificity: 0.991480996068152 Positive Predictive Value (PPV): 0.9652406417112299 Negative Predictive Value (NPV): 0.7839378238341969</a:t>
            </a:r>
            <a:endParaRPr lang="zh-TW" altLang="en-US" sz="12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C3854F3-A9FE-3DBF-8954-1E07B0EBE9DC}"/>
              </a:ext>
            </a:extLst>
          </p:cNvPr>
          <p:cNvSpPr txBox="1"/>
          <p:nvPr/>
        </p:nvSpPr>
        <p:spPr>
          <a:xfrm>
            <a:off x="2654046" y="1859093"/>
            <a:ext cx="75415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0.8157552083333334 Sensitivity: 0.487146529562982 Specificity: 0.9832896461336829 Positive Predictive Value (PPV): 0.9369592088998764 Negative Predictive Value (NPV): 0.7899447222953409</a:t>
            </a:r>
            <a:endParaRPr lang="zh-TW" altLang="en-US" sz="1200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759E09D-E3B8-B4D7-9652-5342D9C7F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241" y="2669938"/>
            <a:ext cx="2006732" cy="2075930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49BA6745-326C-EBBA-6C6A-17BD02D652CB}"/>
              </a:ext>
            </a:extLst>
          </p:cNvPr>
          <p:cNvSpPr txBox="1"/>
          <p:nvPr/>
        </p:nvSpPr>
        <p:spPr>
          <a:xfrm>
            <a:off x="2654046" y="2518601"/>
            <a:ext cx="71595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0.6883680555555556 Sensitivity: 0.7101990049751243 Specificity: 0.6766666666666666 Positive Predictive Value (PPV): 0.540719696969697 Negative Predictive Value (NPV): 0.813301282051282</a:t>
            </a:r>
            <a:endParaRPr lang="zh-TW" altLang="en-US" sz="12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5E590C7-FE34-D30C-6D06-E325C1965446}"/>
              </a:ext>
            </a:extLst>
          </p:cNvPr>
          <p:cNvSpPr txBox="1"/>
          <p:nvPr/>
        </p:nvSpPr>
        <p:spPr>
          <a:xfrm>
            <a:off x="2654045" y="3061572"/>
            <a:ext cx="71595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0.7092013888888888 Sensitivity: 0.6859452736318408 Specificity: 0.7216666666666667 Positive Predictive Value (PPV): 0.5691434468524251 Negative Predictive Value (NPV): 0.8108614232209738</a:t>
            </a:r>
            <a:endParaRPr lang="zh-TW" altLang="en-US" sz="1200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A0BE0EB-35AB-9890-27B5-8162F26D5795}"/>
              </a:ext>
            </a:extLst>
          </p:cNvPr>
          <p:cNvSpPr txBox="1"/>
          <p:nvPr/>
        </p:nvSpPr>
        <p:spPr>
          <a:xfrm>
            <a:off x="2654044" y="3657103"/>
            <a:ext cx="6727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0.7760416666666666 Sensitivity: 0.4247512437810945 Specificity: 0.9643333333333334 Positive Predictive Value (PPV): 0.8645569620253165 Negative Predictive Value (NPV): 0.7577265584075432</a:t>
            </a:r>
            <a:endParaRPr lang="zh-TW" altLang="en-US" sz="12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5D6D843B-B75D-A7A8-0F6B-FA5B628E69D1}"/>
              </a:ext>
            </a:extLst>
          </p:cNvPr>
          <p:cNvSpPr txBox="1"/>
          <p:nvPr/>
        </p:nvSpPr>
        <p:spPr>
          <a:xfrm>
            <a:off x="2654042" y="4240566"/>
            <a:ext cx="72489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0.7801649305555556 Sensitivity: 0.43843283582089554 Specificity: 0.9633333333333334 Positive Predictive Value (PPV): 0.8650306748466258 Negative Predictive Value (NPV): 0.7619298708146586</a:t>
            </a:r>
            <a:endParaRPr lang="zh-TW" altLang="en-US" sz="1200" dirty="0"/>
          </a:p>
        </p:txBody>
      </p:sp>
      <p:pic>
        <p:nvPicPr>
          <p:cNvPr id="26" name="圖片 25">
            <a:extLst>
              <a:ext uri="{FF2B5EF4-FFF2-40B4-BE49-F238E27FC236}">
                <a16:creationId xmlns:a16="http://schemas.microsoft.com/office/drawing/2014/main" id="{1E0ECDB3-2441-CC19-CE93-B68A1D337D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447" y="4886897"/>
            <a:ext cx="1880526" cy="1935174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854E1424-B460-5DED-8D60-E936A2BECEE6}"/>
              </a:ext>
            </a:extLst>
          </p:cNvPr>
          <p:cNvSpPr txBox="1"/>
          <p:nvPr/>
        </p:nvSpPr>
        <p:spPr>
          <a:xfrm>
            <a:off x="2654042" y="4886663"/>
            <a:ext cx="823747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0.712890625 Sensitivity: 0.4119537275064267 Specificity: 0.8663171690694627 Positive Predictive Value (PPV): 0.6110581506196378 Negative Predictive Value (NPV): 0.742905310480472</a:t>
            </a:r>
            <a:endParaRPr lang="zh-TW" altLang="en-US" sz="11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E53D147-D0B8-A376-BED4-8232AC0DC5A8}"/>
              </a:ext>
            </a:extLst>
          </p:cNvPr>
          <p:cNvSpPr txBox="1"/>
          <p:nvPr/>
        </p:nvSpPr>
        <p:spPr>
          <a:xfrm>
            <a:off x="2654042" y="5279574"/>
            <a:ext cx="84813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0.7161458333333334 Sensitivity: 0.6561696658097687 Specificity: 0.7467234600262124 Positive Predictive Value (PPV): 0.5691192865105908 Negative Predictive Value (NPV): 0.8098791755508173</a:t>
            </a:r>
            <a:endParaRPr lang="zh-TW" altLang="en-US" sz="1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79CF3D4B-78A4-7D32-43BF-D0A671F50551}"/>
              </a:ext>
            </a:extLst>
          </p:cNvPr>
          <p:cNvSpPr txBox="1"/>
          <p:nvPr/>
        </p:nvSpPr>
        <p:spPr>
          <a:xfrm>
            <a:off x="2654041" y="5647062"/>
            <a:ext cx="889451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0.7779947916666666 Sensitivity: 0.4524421593830334 Specificity: 0.9439711664482306 Positive Predictive Value (PPV): 0.8045714285714286 Negative Predictive Value (NPV): 0.7717653361907313</a:t>
            </a:r>
            <a:endParaRPr lang="zh-TW" altLang="en-US" sz="11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3BC45A8F-A5A5-1BBC-0859-CF591D3548C9}"/>
              </a:ext>
            </a:extLst>
          </p:cNvPr>
          <p:cNvSpPr txBox="1"/>
          <p:nvPr/>
        </p:nvSpPr>
        <p:spPr>
          <a:xfrm>
            <a:off x="2654040" y="6019279"/>
            <a:ext cx="87454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0.7719184027777778 Sensitivity: 0.4453727506426735 Specificity: 0.9384010484927916 Positive Predictive Value (PPV): 0.7866061293984109 Negative Predictive Value (NPV): 0.7684464716930507</a:t>
            </a:r>
            <a:endParaRPr lang="zh-TW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07152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CEDDEEC-B8E9-5BB6-73F1-9070F6B60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22" y="2084832"/>
            <a:ext cx="2468359" cy="17737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B09ED4A4-5B43-6EE5-D628-DA3409DA1D19}"/>
              </a:ext>
            </a:extLst>
          </p:cNvPr>
          <p:cNvSpPr txBox="1"/>
          <p:nvPr/>
        </p:nvSpPr>
        <p:spPr>
          <a:xfrm>
            <a:off x="3266694" y="2063309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12.434478101504721 Interquartile Mean (IQM): 11.050743277616741</a:t>
            </a:r>
            <a:endParaRPr lang="zh-TW" altLang="en-US" sz="12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3D55829C-1B5F-12B0-2995-C1CEFD29AB54}"/>
              </a:ext>
            </a:extLst>
          </p:cNvPr>
          <p:cNvSpPr txBox="1"/>
          <p:nvPr/>
        </p:nvSpPr>
        <p:spPr>
          <a:xfrm>
            <a:off x="3266694" y="2524974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12.00844086799553 Interquartile Mean (IQM): 10.979008814487978</a:t>
            </a:r>
            <a:endParaRPr lang="zh-TW" altLang="en-US" sz="12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DC56BBFE-7120-6D70-BEE4-657B9EF1034D}"/>
              </a:ext>
            </a:extLst>
          </p:cNvPr>
          <p:cNvSpPr txBox="1"/>
          <p:nvPr/>
        </p:nvSpPr>
        <p:spPr>
          <a:xfrm>
            <a:off x="3266694" y="2995576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10.253295828394437 Interquartile Mean (IQM): 8.543804847971497</a:t>
            </a:r>
            <a:endParaRPr lang="zh-TW" altLang="en-US" sz="12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699FF18-B21C-7D49-81A0-562F046F0C12}"/>
              </a:ext>
            </a:extLst>
          </p:cNvPr>
          <p:cNvSpPr txBox="1"/>
          <p:nvPr/>
        </p:nvSpPr>
        <p:spPr>
          <a:xfrm>
            <a:off x="3266694" y="3466178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9.205590861753123 Interquartile Mean (IQM): 7.438824524120649</a:t>
            </a:r>
            <a:endParaRPr lang="zh-TW" altLang="en-US" sz="1200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C2B3A961-7D4F-37C2-F01C-9B60E7E4D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857" y="4389211"/>
            <a:ext cx="2755837" cy="1929086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3AF46E3-9F9C-C79D-43DE-831FE017AFC2}"/>
              </a:ext>
            </a:extLst>
          </p:cNvPr>
          <p:cNvSpPr txBox="1"/>
          <p:nvPr/>
        </p:nvSpPr>
        <p:spPr>
          <a:xfrm>
            <a:off x="3266694" y="4302359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12.650989945699278 Interquartile Mean (IQM): 11.346588404737759</a:t>
            </a:r>
            <a:endParaRPr lang="zh-TW" altLang="en-US" sz="12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5E3E79E-8EF0-2C62-1F73-EF9822252972}"/>
              </a:ext>
            </a:extLst>
          </p:cNvPr>
          <p:cNvSpPr txBox="1"/>
          <p:nvPr/>
        </p:nvSpPr>
        <p:spPr>
          <a:xfrm>
            <a:off x="3266694" y="4833009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11.851089891021221 Interquartile Mean (IQM): 10.357386021865388</a:t>
            </a:r>
            <a:endParaRPr lang="zh-TW" altLang="en-US" sz="1200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18F20ECA-B163-70E2-1FA4-BA21E3F46716}"/>
              </a:ext>
            </a:extLst>
          </p:cNvPr>
          <p:cNvSpPr txBox="1"/>
          <p:nvPr/>
        </p:nvSpPr>
        <p:spPr>
          <a:xfrm>
            <a:off x="3266694" y="5294674"/>
            <a:ext cx="609447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10.56867110947823 Interquartile Mean (IQM): 8.9051708722671 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08B7286D-FF94-78EA-9DBA-D9B20BFFBA28}"/>
              </a:ext>
            </a:extLst>
          </p:cNvPr>
          <p:cNvSpPr txBox="1"/>
          <p:nvPr/>
        </p:nvSpPr>
        <p:spPr>
          <a:xfrm>
            <a:off x="3266694" y="5790511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9.340098062312887 Interquartile Mean (IQM): 7.541398447939025</a:t>
            </a:r>
            <a:endParaRPr lang="zh-TW" altLang="en-US" sz="1200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9B9BD346-065C-212A-7766-92A1257E6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14" y="333010"/>
            <a:ext cx="2319973" cy="1639407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93F7FA55-4324-03A7-05AD-CCE2A1393F17}"/>
              </a:ext>
            </a:extLst>
          </p:cNvPr>
          <p:cNvSpPr txBox="1"/>
          <p:nvPr/>
        </p:nvSpPr>
        <p:spPr>
          <a:xfrm>
            <a:off x="219456" y="35929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42</a:t>
            </a:r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A10CF30-EFBE-F9A8-00CA-782CEE466569}"/>
              </a:ext>
            </a:extLst>
          </p:cNvPr>
          <p:cNvSpPr txBox="1"/>
          <p:nvPr/>
        </p:nvSpPr>
        <p:spPr>
          <a:xfrm>
            <a:off x="3202686" y="144159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11.82104219607481 Interquartile Mean (IQM): 10.426471756432878</a:t>
            </a:r>
            <a:endParaRPr lang="zh-TW" altLang="en-US" sz="12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9A7CA13-60E6-0139-876F-D63C796675C3}"/>
              </a:ext>
            </a:extLst>
          </p:cNvPr>
          <p:cNvSpPr txBox="1"/>
          <p:nvPr/>
        </p:nvSpPr>
        <p:spPr>
          <a:xfrm>
            <a:off x="3202686" y="605824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11.462547212273655 Interquartile Mean (IQM): 9.980230512126079</a:t>
            </a:r>
            <a:endParaRPr lang="zh-TW" altLang="en-US" sz="12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61265F9F-C5CC-6834-2B59-D8C677F5A74B}"/>
              </a:ext>
            </a:extLst>
          </p:cNvPr>
          <p:cNvSpPr txBox="1"/>
          <p:nvPr/>
        </p:nvSpPr>
        <p:spPr>
          <a:xfrm>
            <a:off x="3202686" y="1056662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9.864264450569591 Interquartile Mean (IQM): 8.297753604485889</a:t>
            </a:r>
            <a:endParaRPr lang="zh-TW" altLang="en-US" sz="12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2450A6F8-71D0-30C0-6AA2-A687E3DCA1DA}"/>
              </a:ext>
            </a:extLst>
          </p:cNvPr>
          <p:cNvSpPr txBox="1"/>
          <p:nvPr/>
        </p:nvSpPr>
        <p:spPr>
          <a:xfrm>
            <a:off x="3192500" y="1431178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8.574938017462342 Interquartile Mean (IQM): 6.977809947903761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907279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02754C4D-CAE3-E246-628F-749C085DAF81}"/>
              </a:ext>
            </a:extLst>
          </p:cNvPr>
          <p:cNvSpPr txBox="1"/>
          <p:nvPr/>
        </p:nvSpPr>
        <p:spPr>
          <a:xfrm>
            <a:off x="137159" y="141011"/>
            <a:ext cx="3557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Transformer(layer=1, head=8)</a:t>
            </a:r>
            <a:r>
              <a:rPr lang="zh-TW" altLang="en-US" dirty="0"/>
              <a:t> </a:t>
            </a:r>
            <a:r>
              <a:rPr lang="en-US" altLang="zh-TW" dirty="0"/>
              <a:t>42</a:t>
            </a: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F907958-3B22-BD69-FF2D-1302DE3A81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93" y="648843"/>
            <a:ext cx="2013683" cy="207606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4D3E0B2-2F80-9738-800B-5792F06683EF}"/>
              </a:ext>
            </a:extLst>
          </p:cNvPr>
          <p:cNvSpPr txBox="1"/>
          <p:nvPr/>
        </p:nvSpPr>
        <p:spPr>
          <a:xfrm>
            <a:off x="3694176" y="0"/>
            <a:ext cx="71940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0.6953125 Sensitivity: 0.6172985781990521 Specificity: 0.738517060367454 Positive Predictive Value (PPV): 0.5666122892876564 Negative Predictive Value (NPV): 0.7770107007248878</a:t>
            </a:r>
            <a:endParaRPr lang="zh-TW" altLang="en-US" sz="12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F53B37D-B51B-6FE3-EFE7-8BA984B8DA85}"/>
              </a:ext>
            </a:extLst>
          </p:cNvPr>
          <p:cNvSpPr txBox="1"/>
          <p:nvPr/>
        </p:nvSpPr>
        <p:spPr>
          <a:xfrm>
            <a:off x="3694176" y="569419"/>
            <a:ext cx="71300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0.7022804054054054 Sensitivity: 0.5835308056872038 Specificity: 0.7680446194225722 Positive Predictive Value (PPV): 0.5821513002364066 Negative Predictive Value (NPV): 0.769053876478318</a:t>
            </a:r>
            <a:endParaRPr lang="zh-TW" altLang="en-US" sz="12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BFB3F6-59EB-366F-FB8D-3A406437A0EC}"/>
              </a:ext>
            </a:extLst>
          </p:cNvPr>
          <p:cNvSpPr txBox="1"/>
          <p:nvPr/>
        </p:nvSpPr>
        <p:spPr>
          <a:xfrm>
            <a:off x="3694176" y="1215750"/>
            <a:ext cx="66819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0.8336148648648649 Sensitivity: 0.7031990521327014 Specificity: 0.9058398950131233 Positive Predictive Value (PPV): 0.805291723202171 Negative Predictive Value (NPV): 0.8464132434089515</a:t>
            </a:r>
            <a:endParaRPr lang="zh-TW" altLang="en-US" sz="12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BAD2C19-EFC0-A4AB-39C2-0A5A604A423F}"/>
              </a:ext>
            </a:extLst>
          </p:cNvPr>
          <p:cNvSpPr txBox="1"/>
          <p:nvPr/>
        </p:nvSpPr>
        <p:spPr>
          <a:xfrm>
            <a:off x="3694176" y="1809633"/>
            <a:ext cx="71300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0.8165118243243243 Sensitivity: 0.784952606635071 Specificity: 0.833989501312336 Positive Predictive Value (PPV): 0.7236482796286182 Negative Predictive Value (NPV): 0.8750430292598967</a:t>
            </a:r>
            <a:endParaRPr lang="zh-TW" altLang="en-US" sz="12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FB72561-6404-B400-3EFC-3B261F2D7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993" y="2851372"/>
            <a:ext cx="2013683" cy="207964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B6EEB22D-C6E5-2348-F2FD-D7F01A99B80F}"/>
              </a:ext>
            </a:extLst>
          </p:cNvPr>
          <p:cNvSpPr txBox="1"/>
          <p:nvPr/>
        </p:nvSpPr>
        <p:spPr>
          <a:xfrm>
            <a:off x="3694176" y="2382315"/>
            <a:ext cx="6908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0.6827713815789473 Sensitivity: 0.472 Specificity: 0.8012202954399487 Positive Predictive Value (PPV): 0.5716262975778547 Negative Predictive Value (NPV): 0.7297455396314712</a:t>
            </a:r>
            <a:endParaRPr lang="zh-TW" altLang="en-US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9F876F6-1909-A016-1E90-3FCF7C3DA593}"/>
              </a:ext>
            </a:extLst>
          </p:cNvPr>
          <p:cNvSpPr txBox="1"/>
          <p:nvPr/>
        </p:nvSpPr>
        <p:spPr>
          <a:xfrm>
            <a:off x="3694176" y="2984632"/>
            <a:ext cx="7000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0.7142269736842105 Sensitivity: 0.6434285714285715 Specificity: 0.7540141297366731 Positive Predictive Value (PPV): 0.595137420718816 Negative Predictive Value (NPV): 0.7900403768506057</a:t>
            </a:r>
            <a:endParaRPr lang="zh-TW" altLang="en-US" sz="12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9F84491-694D-5C1D-4753-45BFB2168842}"/>
              </a:ext>
            </a:extLst>
          </p:cNvPr>
          <p:cNvSpPr txBox="1"/>
          <p:nvPr/>
        </p:nvSpPr>
        <p:spPr>
          <a:xfrm>
            <a:off x="3694176" y="3586949"/>
            <a:ext cx="751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0.7613075657894737 Sensitivity: 0.6634285714285715 Specificity: 0.8163134232498395 Positive Predictive Value (PPV): 0.6699365262550491 Negative Predictive Value (NPV): 0.8118811881188119</a:t>
            </a:r>
            <a:endParaRPr lang="zh-TW" altLang="en-US" sz="1200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CAA4A5A-C913-E224-509F-5B685A0358AE}"/>
              </a:ext>
            </a:extLst>
          </p:cNvPr>
          <p:cNvSpPr txBox="1"/>
          <p:nvPr/>
        </p:nvSpPr>
        <p:spPr>
          <a:xfrm>
            <a:off x="3694176" y="4233280"/>
            <a:ext cx="71300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0.7756990131578947 Sensitivity: 0.5948571428571429 Specificity: 0.8773281952472703 Positive Predictive Value (PPV): 0.7315530569219958 Negative Predictive Value (NPV): 0.7939552455681488</a:t>
            </a:r>
            <a:endParaRPr lang="zh-TW" altLang="en-US" sz="1200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81AFDE8D-4917-CD83-4634-A9D2506826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584" y="5057481"/>
            <a:ext cx="1738500" cy="1785968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1CF5F41A-8FDB-92D5-1438-66489BFDFF86}"/>
              </a:ext>
            </a:extLst>
          </p:cNvPr>
          <p:cNvSpPr txBox="1"/>
          <p:nvPr/>
        </p:nvSpPr>
        <p:spPr>
          <a:xfrm>
            <a:off x="3694176" y="4833605"/>
            <a:ext cx="649630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0.6918402777777778 Sensitivity: 0.2610340479192938 Specificity: 0.9179351422898743 Positive Predictive Value (PPV): 0.6253776435045317 Negative Predictive Value (NPV): 0.7029903699949316</a:t>
            </a:r>
            <a:endParaRPr lang="zh-TW" altLang="en-US" sz="11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AC195F8-16A0-E80A-CFC6-0D54A77E1256}"/>
              </a:ext>
            </a:extLst>
          </p:cNvPr>
          <p:cNvSpPr txBox="1"/>
          <p:nvPr/>
        </p:nvSpPr>
        <p:spPr>
          <a:xfrm>
            <a:off x="3694176" y="5380672"/>
            <a:ext cx="60960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0.7213541666666666 Sensitivity: 0.4823455233291299 Specificity: 0.8467902051621443 Positive Predictive Value (PPV): 0.6229641693811075 Negative Predictive Value (NPV): 0.7571005917159763</a:t>
            </a:r>
            <a:endParaRPr lang="zh-TW" altLang="en-US" sz="11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F7EF538-3231-C5D8-6C0C-296442B2D6C4}"/>
              </a:ext>
            </a:extLst>
          </p:cNvPr>
          <p:cNvSpPr txBox="1"/>
          <p:nvPr/>
        </p:nvSpPr>
        <p:spPr>
          <a:xfrm>
            <a:off x="3694176" y="5934830"/>
            <a:ext cx="864006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0.7660590277777778 Sensitivity: 0.6298865069356873 Specificity: 0.8375248180013236 Positive Predictive Value (PPV): 0.6704697986577182 Negative Predictive Value (NPV): 0.8117382937780628</a:t>
            </a:r>
            <a:endParaRPr lang="zh-TW" altLang="en-US" sz="105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01B2C01-11E1-CFB5-0F0D-C5B7494526EC}"/>
              </a:ext>
            </a:extLst>
          </p:cNvPr>
          <p:cNvSpPr txBox="1"/>
          <p:nvPr/>
        </p:nvSpPr>
        <p:spPr>
          <a:xfrm>
            <a:off x="3694176" y="6297391"/>
            <a:ext cx="842670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0.7771267361111112 Sensitivity: 0.7408575031525851 Specificity: 0.7961614824619457 Positive Predictive Value (PPV): 0.6560580681183696 Negative Predictive Value (NPV): 0.8541001064962727</a:t>
            </a:r>
            <a:endParaRPr lang="zh-TW" altLang="en-US" sz="1100" dirty="0"/>
          </a:p>
        </p:txBody>
      </p:sp>
    </p:spTree>
    <p:extLst>
      <p:ext uri="{BB962C8B-B14F-4D97-AF65-F5344CB8AC3E}">
        <p14:creationId xmlns:p14="http://schemas.microsoft.com/office/powerpoint/2010/main" val="858243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C072330-75B5-AF1B-6D6C-F87E45872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51" y="356824"/>
            <a:ext cx="2685351" cy="1910126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BE08589-F9E6-9BD7-204F-BD9ED140090B}"/>
              </a:ext>
            </a:extLst>
          </p:cNvPr>
          <p:cNvSpPr txBox="1"/>
          <p:nvPr/>
        </p:nvSpPr>
        <p:spPr>
          <a:xfrm>
            <a:off x="3449574" y="380669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13.064388716887677 Interquartile Mean (IQM): 12.02501636658101</a:t>
            </a:r>
            <a:endParaRPr lang="zh-TW" altLang="en-US" sz="12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3F5409F7-0509-3FF5-CD5B-E2575D4F6181}"/>
              </a:ext>
            </a:extLst>
          </p:cNvPr>
          <p:cNvSpPr txBox="1"/>
          <p:nvPr/>
        </p:nvSpPr>
        <p:spPr>
          <a:xfrm>
            <a:off x="3449574" y="965638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11.89536152298604 Interquartile Mean (IQM): 10.769458661605482</a:t>
            </a:r>
            <a:endParaRPr lang="zh-TW" altLang="en-US" sz="12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2BCEE5-D10C-B46F-87B4-FA15B2A34B98}"/>
              </a:ext>
            </a:extLst>
          </p:cNvPr>
          <p:cNvSpPr txBox="1"/>
          <p:nvPr/>
        </p:nvSpPr>
        <p:spPr>
          <a:xfrm>
            <a:off x="3449574" y="1568895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8.043185654813389 Interquartile Mean (IQM): 6.025015740023358</a:t>
            </a:r>
            <a:endParaRPr lang="zh-TW" altLang="en-US" sz="12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7513748-4709-2B71-A8A4-6062AD7F3AE7}"/>
              </a:ext>
            </a:extLst>
          </p:cNvPr>
          <p:cNvSpPr txBox="1"/>
          <p:nvPr/>
        </p:nvSpPr>
        <p:spPr>
          <a:xfrm>
            <a:off x="3449574" y="2036117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8.189792320901693 Interquartile Mean (IQM): 6.451766620738615</a:t>
            </a:r>
            <a:endParaRPr lang="zh-TW" altLang="en-US" sz="1200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29CAC1F2-C29D-6E4E-12EC-2A996BDC6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89" y="2556519"/>
            <a:ext cx="2685352" cy="1913578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81F676B8-DAA5-CCEC-7C5E-8DABC0ED20FF}"/>
              </a:ext>
            </a:extLst>
          </p:cNvPr>
          <p:cNvSpPr txBox="1"/>
          <p:nvPr/>
        </p:nvSpPr>
        <p:spPr>
          <a:xfrm>
            <a:off x="3449574" y="2656439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12.784349974811882 Interquartile Mean (IQM): 11.991940215530917</a:t>
            </a:r>
            <a:endParaRPr lang="zh-TW" altLang="en-US" sz="12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F68E61A3-3655-3787-96F2-577F7CAEEAC5}"/>
              </a:ext>
            </a:extLst>
          </p:cNvPr>
          <p:cNvSpPr txBox="1"/>
          <p:nvPr/>
        </p:nvSpPr>
        <p:spPr>
          <a:xfrm>
            <a:off x="3449574" y="3118104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11.87812718102396 Interquartile Mean (IQM): 10.646958182009781</a:t>
            </a:r>
            <a:endParaRPr lang="zh-TW" altLang="en-US" sz="1200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2EE1B679-87EB-7A4C-1DFC-AEC577A69C83}"/>
              </a:ext>
            </a:extLst>
          </p:cNvPr>
          <p:cNvSpPr txBox="1"/>
          <p:nvPr/>
        </p:nvSpPr>
        <p:spPr>
          <a:xfrm>
            <a:off x="3449574" y="3567416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9.425530941768086 Interquartile Mean (IQM): 7.8392750758818135</a:t>
            </a:r>
            <a:endParaRPr lang="zh-TW" altLang="en-US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08CA0885-B957-64ED-D458-35D6BD9D072D}"/>
              </a:ext>
            </a:extLst>
          </p:cNvPr>
          <p:cNvSpPr txBox="1"/>
          <p:nvPr/>
        </p:nvSpPr>
        <p:spPr>
          <a:xfrm>
            <a:off x="3449574" y="4041434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9.510756861283177 Interquartile Mean (IQM): 8.01569762405144</a:t>
            </a:r>
            <a:endParaRPr lang="zh-TW" altLang="en-US" sz="1200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81D41637-CEDA-1A30-9AFA-6599D9855A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89" y="4759666"/>
            <a:ext cx="2685352" cy="1905053"/>
          </a:xfrm>
          <a:prstGeom prst="rect">
            <a:avLst/>
          </a:prstGeom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E5F99CF9-0C78-1727-239B-F01C3D9C8FBC}"/>
              </a:ext>
            </a:extLst>
          </p:cNvPr>
          <p:cNvSpPr txBox="1"/>
          <p:nvPr/>
        </p:nvSpPr>
        <p:spPr>
          <a:xfrm>
            <a:off x="3449574" y="4664482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12.507338984437649 Interquartile Mean (IQM): 11.83669060822649</a:t>
            </a:r>
            <a:endParaRPr lang="zh-TW" altLang="en-US" sz="12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44D774F-13CA-8C6B-5CE3-B7E009956082}"/>
              </a:ext>
            </a:extLst>
          </p:cNvPr>
          <p:cNvSpPr txBox="1"/>
          <p:nvPr/>
        </p:nvSpPr>
        <p:spPr>
          <a:xfrm>
            <a:off x="3449574" y="5126147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11.546071020990436 Interquartile Mean (IQM): 10.574989177716361</a:t>
            </a:r>
            <a:endParaRPr lang="zh-TW" altLang="en-US" sz="12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E2D2BB4-55DC-52F0-73BB-EA08ACF91867}"/>
              </a:ext>
            </a:extLst>
          </p:cNvPr>
          <p:cNvSpPr txBox="1"/>
          <p:nvPr/>
        </p:nvSpPr>
        <p:spPr>
          <a:xfrm>
            <a:off x="3449574" y="5587812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9.762010363111697 Interquartile Mean (IQM): 8.172899551612028</a:t>
            </a:r>
            <a:endParaRPr lang="zh-TW" altLang="en-US" sz="1200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A9A6AE9-AD08-93E1-2659-A8BEA6EFAF95}"/>
              </a:ext>
            </a:extLst>
          </p:cNvPr>
          <p:cNvSpPr txBox="1"/>
          <p:nvPr/>
        </p:nvSpPr>
        <p:spPr>
          <a:xfrm>
            <a:off x="3442716" y="6190073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9.797736884926382 Interquartile Mean (IQM): 8.50484260164805</a:t>
            </a:r>
            <a:endParaRPr lang="zh-TW" altLang="en-US" sz="12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6EEB8950-731A-837D-B67E-9FF9519316D1}"/>
              </a:ext>
            </a:extLst>
          </p:cNvPr>
          <p:cNvSpPr txBox="1"/>
          <p:nvPr/>
        </p:nvSpPr>
        <p:spPr>
          <a:xfrm>
            <a:off x="173735" y="34469"/>
            <a:ext cx="3557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Transformer(layer=1, head=8)</a:t>
            </a:r>
            <a:r>
              <a:rPr lang="zh-TW" altLang="en-US" dirty="0"/>
              <a:t> </a:t>
            </a:r>
            <a:r>
              <a:rPr lang="en-US" altLang="zh-TW" dirty="0"/>
              <a:t>42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80834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308676C6-9653-60FF-C304-40F13E5DD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40" y="579481"/>
            <a:ext cx="1811770" cy="1880256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A90D420-0882-FA22-DCE2-A632ABC7C834}"/>
              </a:ext>
            </a:extLst>
          </p:cNvPr>
          <p:cNvSpPr txBox="1"/>
          <p:nvPr/>
        </p:nvSpPr>
        <p:spPr>
          <a:xfrm>
            <a:off x="219456" y="35929"/>
            <a:ext cx="215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42</a:t>
            </a:r>
            <a:r>
              <a:rPr lang="zh-TW" altLang="en-US" dirty="0"/>
              <a:t> </a:t>
            </a:r>
            <a:r>
              <a:rPr lang="en-US" altLang="zh-TW" dirty="0"/>
              <a:t>(30epoch)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C19BE59-2A91-1CAB-800B-050C2A656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596" y="693738"/>
            <a:ext cx="3178108" cy="73869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F2822FB1-AC7A-B299-9897-3AA830A5E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2300" y="1456397"/>
            <a:ext cx="3291429" cy="82587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58072D2-0180-4C09-6E2A-D141E27762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015" y="693738"/>
            <a:ext cx="3333625" cy="825871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8C893E51-F04B-0DDB-2CBF-082CE14D17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7719" y="1558876"/>
            <a:ext cx="3393909" cy="723392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120B48D4-7366-D193-BBB1-31DA1EB8A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342" y="2633957"/>
            <a:ext cx="2030165" cy="2106775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F49AA887-75EB-7440-484C-ED6DAF5E83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92300" y="2866217"/>
            <a:ext cx="3516432" cy="821127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1C550CA4-CF98-3642-4CF9-A14D1CFC26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16597" y="3717088"/>
            <a:ext cx="3382824" cy="1023644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9E20B7B5-8625-8911-4353-4AC091C4DAB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3525" y="2790248"/>
            <a:ext cx="2876638" cy="92684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37045AC-C1B6-553D-7ACE-6717B86E165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03145" y="3757214"/>
            <a:ext cx="3302495" cy="935707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09D59482-12BB-A1B4-9FF5-B3E4D078C5F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838" y="4914952"/>
            <a:ext cx="1815472" cy="188075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6FD2FF7-2105-EEFF-6DB8-5F26313E136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40980" y="4914952"/>
            <a:ext cx="2649217" cy="817581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21FB564-26BC-2BEB-FD32-A23E37A35FA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92300" y="5887011"/>
            <a:ext cx="2831275" cy="843359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ED2F50FB-DD3E-1EAE-44A0-03F1E0E1508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47719" y="4919700"/>
            <a:ext cx="2548254" cy="766258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62E8CB75-0D9A-B948-D76F-679E53DE080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67965" y="5796090"/>
            <a:ext cx="3473663" cy="999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0619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A4DBF5AB-CD26-2F09-7A44-25C022443747}"/>
              </a:ext>
            </a:extLst>
          </p:cNvPr>
          <p:cNvSpPr txBox="1"/>
          <p:nvPr/>
        </p:nvSpPr>
        <p:spPr>
          <a:xfrm>
            <a:off x="219456" y="35929"/>
            <a:ext cx="215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43</a:t>
            </a:r>
            <a:r>
              <a:rPr lang="zh-TW" altLang="en-US" dirty="0"/>
              <a:t> </a:t>
            </a:r>
            <a:r>
              <a:rPr lang="en-US" altLang="zh-TW" dirty="0"/>
              <a:t>(30epoch)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D6597A1-08F8-A982-AA2A-64624F134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60" y="542522"/>
            <a:ext cx="1997980" cy="204523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23A0F0BB-0ACA-979E-9CA7-918771D41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1554" y="643808"/>
            <a:ext cx="2721190" cy="80531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7F9715C1-D186-3CD3-A7EC-E9CFDA0187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2411" y="1630212"/>
            <a:ext cx="2873590" cy="88522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F8013594-D9C0-55CC-E8F1-DD31332E0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6858" y="643808"/>
            <a:ext cx="2904070" cy="860972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F20D25D8-8671-414E-FB27-848F740722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6858" y="1708892"/>
            <a:ext cx="2873590" cy="855235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6C189E10-3750-4247-4015-F517102625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0420" y="2562079"/>
            <a:ext cx="2071132" cy="2148755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18E54E59-7FE0-C898-D078-2421A75288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22411" y="2696529"/>
            <a:ext cx="2920558" cy="885229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F5663335-6C4C-5306-3590-EE60543924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31555" y="3762846"/>
            <a:ext cx="2864446" cy="851955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D0136CDE-73BA-5F50-9057-C7B7D5F4F2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7719" y="2696529"/>
            <a:ext cx="2930232" cy="855235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A20D0B39-513E-F4BB-5FF5-E4021483CBC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06858" y="3712768"/>
            <a:ext cx="2905027" cy="851955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0693C3A1-E78F-E7F3-66B4-8983FB5FD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2924" y="4771884"/>
            <a:ext cx="1997981" cy="2052627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C37179D8-F49F-A120-8811-63F9244B656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1554" y="4771884"/>
            <a:ext cx="2864446" cy="868221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4F332E5B-263C-0CA0-3660-416A88C887A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22411" y="5894717"/>
            <a:ext cx="2720250" cy="831921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DB4F628C-4831-D727-D060-0CD4B4157CF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37201" y="4683121"/>
            <a:ext cx="2864446" cy="931973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4F6D0BC3-9B52-4462-BEFF-65ADC4C7C66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64167" y="5733493"/>
            <a:ext cx="2864446" cy="847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859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DE05B9D5-1743-1F25-8921-CB922BF1283A}"/>
              </a:ext>
            </a:extLst>
          </p:cNvPr>
          <p:cNvSpPr txBox="1"/>
          <p:nvPr/>
        </p:nvSpPr>
        <p:spPr>
          <a:xfrm>
            <a:off x="219456" y="35929"/>
            <a:ext cx="215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44</a:t>
            </a:r>
            <a:r>
              <a:rPr lang="zh-TW" altLang="en-US" dirty="0"/>
              <a:t> </a:t>
            </a:r>
            <a:r>
              <a:rPr lang="en-US" altLang="zh-TW" dirty="0"/>
              <a:t>(30epoch)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BA8A7DC-7019-CD34-F376-F8B140453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79" y="716689"/>
            <a:ext cx="1970538" cy="203148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D218B18-9362-AA0F-7263-2BB1F8AF1C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0426" y="716690"/>
            <a:ext cx="2840062" cy="84049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935FAB8A-9A28-3103-A3F7-AE007F99EE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0426" y="1662279"/>
            <a:ext cx="2840062" cy="92403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E23046F-5787-F01F-B4AE-20CE2EA546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5723" y="615200"/>
            <a:ext cx="2840062" cy="870342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0DADE9C6-FCB2-8DE5-739B-E1CD872486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6341" y="1785860"/>
            <a:ext cx="2999444" cy="870342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0274D339-F7A7-3D4B-83CD-B0926CD25A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339" y="2980943"/>
            <a:ext cx="1679758" cy="1722903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F4A9F3B6-3D4D-E1D8-D065-1BC1271060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8472" y="2994658"/>
            <a:ext cx="2657528" cy="868683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6E15FE74-D907-5027-903F-88CE48DDC18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8472" y="3938331"/>
            <a:ext cx="2443759" cy="765515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1D40336B-3AC1-A37E-B9B5-E0025DCA03C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6274" y="2994658"/>
            <a:ext cx="2657528" cy="830874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714A33B6-6D4A-050F-3F0E-F8CCFEB0BFC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86341" y="3920043"/>
            <a:ext cx="2835963" cy="822906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D20F02D-94BB-D17E-CE01-D01FB97A8E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521" y="5099168"/>
            <a:ext cx="1665853" cy="1722903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B841DDAA-511A-B11A-87BE-81DF52ECC15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31587" y="4916194"/>
            <a:ext cx="2657528" cy="809367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C4267F57-AFE0-5A6E-C3BB-C32E8835159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13790" y="5921942"/>
            <a:ext cx="2893121" cy="856472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2BADCE4E-D0B6-715D-2BF1-9BD9CB069E8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08942" y="4916193"/>
            <a:ext cx="2575259" cy="809367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0C78B12E-E8AE-51CD-DD2E-39C39C26C1C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70383" y="5960619"/>
            <a:ext cx="2601277" cy="75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4391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C328D060-3A6A-4531-DFD4-40A3DB054F3B}"/>
              </a:ext>
            </a:extLst>
          </p:cNvPr>
          <p:cNvSpPr txBox="1"/>
          <p:nvPr/>
        </p:nvSpPr>
        <p:spPr>
          <a:xfrm>
            <a:off x="219456" y="35929"/>
            <a:ext cx="215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42</a:t>
            </a:r>
            <a:r>
              <a:rPr lang="zh-TW" altLang="en-US" dirty="0"/>
              <a:t> </a:t>
            </a:r>
            <a:r>
              <a:rPr lang="en-US" altLang="zh-TW" dirty="0"/>
              <a:t>(30epoch)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4D99FA4-2DC1-1B2C-0E28-9F32E3F04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2438019"/>
            <a:ext cx="2518019" cy="177181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35E12E2-779D-3B17-491A-94CA71809C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190" y="2526563"/>
            <a:ext cx="3496163" cy="543001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28FD62B7-3A6E-50CF-359A-CFC7856D59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5190" y="3429000"/>
            <a:ext cx="3381847" cy="59063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DD6B66DF-0CA2-10DB-6464-2C656F3C84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8305" y="2495026"/>
            <a:ext cx="3296110" cy="533474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B5D98D8D-73A6-D84F-03E1-6C07334FC8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9372" y="3374136"/>
            <a:ext cx="3286584" cy="504895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F8938E68-0DE9-16FC-7928-FDDB5F9885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603" y="531281"/>
            <a:ext cx="2518019" cy="1780717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38026942-EAC4-FF45-4C0C-CCC8914212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3295" y="661187"/>
            <a:ext cx="3343742" cy="543001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15DC18CC-A1AB-A6CD-FA86-5BA2F8CA07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33295" y="1484819"/>
            <a:ext cx="3353268" cy="571580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8A963161-CD8B-8255-9C35-A5A8D954C6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94761" y="729576"/>
            <a:ext cx="3343742" cy="552527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EF0D49BB-E4BF-A7EA-AB1F-70F1E1C4842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99726" y="1513398"/>
            <a:ext cx="3324689" cy="514422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E28F1F09-D368-E38F-F526-0B0D43FA95E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40" y="4564067"/>
            <a:ext cx="2828850" cy="2014819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5E2499BF-A6F6-C9D2-6262-3FF547FA11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33295" y="4652352"/>
            <a:ext cx="3305636" cy="552527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96D4BE6C-D415-94AA-DDD6-25AA2EA522A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80926" y="5619198"/>
            <a:ext cx="3324689" cy="581106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344AFFAB-EDAC-7FC0-A355-313556871F9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16060" y="4582496"/>
            <a:ext cx="3334215" cy="495369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14CC51C7-51FC-51BC-991B-F531B346D6B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30376" y="5638251"/>
            <a:ext cx="3219899" cy="56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648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4E3270FE-CEDA-2D1F-0D08-D8AF750ABF8C}"/>
              </a:ext>
            </a:extLst>
          </p:cNvPr>
          <p:cNvSpPr txBox="1"/>
          <p:nvPr/>
        </p:nvSpPr>
        <p:spPr>
          <a:xfrm>
            <a:off x="219456" y="35929"/>
            <a:ext cx="215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43</a:t>
            </a:r>
            <a:r>
              <a:rPr lang="zh-TW" altLang="en-US" dirty="0"/>
              <a:t> </a:t>
            </a:r>
            <a:r>
              <a:rPr lang="en-US" altLang="zh-TW" dirty="0"/>
              <a:t>(30epoch)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1BEA9EF-C13A-5B93-B261-49C1BA389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542422"/>
            <a:ext cx="2496312" cy="177105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5E0C30B-9089-F68D-9C34-7FFE90BBA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681" y="619848"/>
            <a:ext cx="3486637" cy="552527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5CA63CC-CC41-11FE-BAA9-DED3414F47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3997" y="1373085"/>
            <a:ext cx="3372321" cy="523948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971427C-D5CD-E56A-9DA3-07F5F9E9F5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2530" y="667473"/>
            <a:ext cx="3324689" cy="523948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3C524382-E7AD-73E4-55EB-04CF4EBDDC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2530" y="1468342"/>
            <a:ext cx="3200847" cy="47631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A1D24208-36AB-1F80-6816-ED8CFF3BBD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506" y="2496777"/>
            <a:ext cx="2473702" cy="1771055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33E3C60C-71EC-770B-376B-58C5F6D7A5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3997" y="2496777"/>
            <a:ext cx="3353268" cy="523948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44725C50-0F56-6A6F-6E0C-FCD59981CE6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00197" y="3322854"/>
            <a:ext cx="3439005" cy="514422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F9B7A7C6-4066-68A4-2D76-848D3EEEF3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3950" y="2444382"/>
            <a:ext cx="3258005" cy="628738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16C2F575-57E6-3158-93F7-113AD96FB30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91126" y="3318091"/>
            <a:ext cx="3381847" cy="46679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E9A2C410-A791-9F33-32BE-81D73CD6A19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7723" y="4612130"/>
            <a:ext cx="2619798" cy="1864417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04A9B265-8535-35DE-AA28-34FDD2AAF27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38249" y="4607747"/>
            <a:ext cx="3600953" cy="466790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496CA775-FF7C-5493-44DC-31F0230E009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2578" y="5380705"/>
            <a:ext cx="3419952" cy="533474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3EEC88C3-4915-0001-25D7-BD8B0B5C284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39172" y="4526773"/>
            <a:ext cx="3305636" cy="628738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57359F64-662E-8BBB-0BC6-C802BEEAB8A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172099" y="5425708"/>
            <a:ext cx="3219899" cy="48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2364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4B62EC81-71F1-DF25-DFC5-D349F265E139}"/>
              </a:ext>
            </a:extLst>
          </p:cNvPr>
          <p:cNvSpPr txBox="1"/>
          <p:nvPr/>
        </p:nvSpPr>
        <p:spPr>
          <a:xfrm>
            <a:off x="219456" y="35929"/>
            <a:ext cx="215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44</a:t>
            </a:r>
            <a:r>
              <a:rPr lang="zh-TW" altLang="en-US" dirty="0"/>
              <a:t> </a:t>
            </a:r>
            <a:r>
              <a:rPr lang="en-US" altLang="zh-TW" dirty="0"/>
              <a:t>(30epoch)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B7854CB-1EC6-5347-C1F4-0E3F55463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75" y="603504"/>
            <a:ext cx="2695139" cy="190059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91038E9A-D778-0E2B-DD2C-345C7793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287" y="603504"/>
            <a:ext cx="3372321" cy="609685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78F071F-0B91-637A-BC02-5B6C80E452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819" y="1553803"/>
            <a:ext cx="3410426" cy="504895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16BE05A5-2A87-5269-4DAB-F2403C5BF8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0613" y="651136"/>
            <a:ext cx="3381847" cy="56205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642AEA8E-C8C7-77CE-44AE-871062F4C7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0250" y="1628102"/>
            <a:ext cx="3296110" cy="47631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C95AA40E-92E7-15E6-D507-E921C6E8F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675" y="2702345"/>
            <a:ext cx="2653207" cy="190059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79E766AD-12E8-B429-BDA5-C8A334955DC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32398" y="2895526"/>
            <a:ext cx="3381847" cy="533474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683D4A14-3435-44A9-7C8C-5309B7F6C9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2871" y="3722827"/>
            <a:ext cx="3372321" cy="543001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14652790-05D7-6F4F-FFF2-9F87B835B5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40761" y="2876473"/>
            <a:ext cx="3315163" cy="571580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9F6DA6B9-CC91-8DFF-5BC2-0A9FC34721E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03566" y="3799038"/>
            <a:ext cx="3362794" cy="46679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31A260BD-2465-5682-8CBD-10999F6E9D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7448" y="4783661"/>
            <a:ext cx="2695139" cy="1935152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D0CA8D0F-7D23-6FF9-878A-D2600BE1E6F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94291" y="4821628"/>
            <a:ext cx="3429479" cy="543001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E992396F-B0A0-DE99-F51F-3626A6EFE0C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37134" y="5721022"/>
            <a:ext cx="3458058" cy="533474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6D01D405-E98B-57C8-38C0-CA233CA8E76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45807" y="4754944"/>
            <a:ext cx="3277057" cy="609685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557F0568-F07C-BAC2-A869-404B7B13C87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36350" y="5646173"/>
            <a:ext cx="3296110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1905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C89C7A4-FA07-4D70-3E4E-11E36B4BB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612" y="4253397"/>
            <a:ext cx="2231715" cy="227749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0C9FE41-BA29-6115-E5E0-66AD1DAB1D13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(no decoder) 42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809D71B-EA8C-CADB-A4B7-4356D602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999" y="4253397"/>
            <a:ext cx="3601962" cy="851727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8B975DD-6D3C-912C-9697-70C244C160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999" y="5470010"/>
            <a:ext cx="3336403" cy="767615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742F1B0-CA1A-0E1A-A94D-2EDCD4B570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5237" y="4278361"/>
            <a:ext cx="4010972" cy="979671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970A2710-A2E4-9C54-203C-F9EFF597B1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5237" y="5470010"/>
            <a:ext cx="3880105" cy="797652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BBF330E4-DAE9-0394-EE49-8D47CC4D7D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083" y="2267711"/>
            <a:ext cx="1840771" cy="1907305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04852B89-A7B4-6D2B-3BFB-6BF9228984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7231" y="2267711"/>
            <a:ext cx="3880105" cy="931781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442C5359-6B93-57C4-2ED9-3F16720662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35999" y="3272841"/>
            <a:ext cx="3300603" cy="771336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340E8823-EA88-AFBA-CB38-328F642054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3380" y="2288310"/>
            <a:ext cx="3601962" cy="818028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E4A621AD-EDD3-658F-F288-1BD4231EA5D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10332" y="3341103"/>
            <a:ext cx="3046965" cy="8211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686ACFD1-661D-08A6-9446-E1DA6B353A7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9335" y="543434"/>
            <a:ext cx="1618265" cy="1691185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02826A53-70D2-6DA1-134E-346E2F84940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26665" y="569650"/>
            <a:ext cx="2377439" cy="780739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B8FA0A63-8ECF-32E6-FE67-035C3FF7D36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26665" y="1372559"/>
            <a:ext cx="2377439" cy="79054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7D75485F-0016-7D90-8445-AD6766618D4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64081" y="543434"/>
            <a:ext cx="2677000" cy="821281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E0A1BE32-AC8A-3C38-EE3F-2B40FB74EFD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79321" y="1469325"/>
            <a:ext cx="2504968" cy="772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0304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D4A47DA-8F1E-FBCA-77A2-F21CCEE99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55" y="2352670"/>
            <a:ext cx="2084265" cy="215266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E389AF75-3967-4A5C-4CC5-F4F2F56F3A5D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(no decoder) 43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3430F34-D678-6B4A-9197-7583319B7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5342" y="2352670"/>
            <a:ext cx="3850645" cy="91311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C4160526-B336-0777-8495-AE0847503F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82" y="3434731"/>
            <a:ext cx="3180802" cy="996854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F309774-AFD1-C3E5-1035-510B110C20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5901" y="2305038"/>
            <a:ext cx="3548029" cy="1123962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6A32071C-2B45-17E4-ED68-0E694BC1C4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5901" y="3519036"/>
            <a:ext cx="3460387" cy="986294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615936D4-BF6C-C087-4170-EE9BEC3CC4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408" y="4807702"/>
            <a:ext cx="1989208" cy="2043707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BFB54FEC-6B9D-991E-EBF4-014F5182C9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9215" y="4807702"/>
            <a:ext cx="3180802" cy="954993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4C79DF6D-60B1-CBC0-381D-1045440EF5C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6502" y="5871393"/>
            <a:ext cx="2706227" cy="84366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815A69D7-BC64-C87E-BDA2-71C06B8837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56720" y="4704061"/>
            <a:ext cx="3180802" cy="981635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40AD2976-7E71-D397-75C9-88BE818C68C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56720" y="5875248"/>
            <a:ext cx="2858074" cy="839813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92FCBEA8-55B1-0166-C8DD-165218AA67D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0909" y="510343"/>
            <a:ext cx="1673964" cy="173129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B0E8FEB-ABE4-4E30-325F-28D3F51DD8B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16298" y="518756"/>
            <a:ext cx="2461542" cy="714080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05ED92C-0D11-B616-348C-07185847E1A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16298" y="1375988"/>
            <a:ext cx="2431434" cy="770943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644B89CB-2FD3-E608-8988-ACEED08B0B2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0150" y="450293"/>
            <a:ext cx="2496971" cy="782543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C1D79FFE-9572-6BBF-43E8-9BF8A0ABC43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0151" y="1375988"/>
            <a:ext cx="2667002" cy="76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1875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3D9A0B1-84BD-4A78-7F82-3B37C2DC1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07" y="763921"/>
            <a:ext cx="2494725" cy="178707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D8F28EBC-C762-A858-D219-E288AEEF25E7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(no decoder) 42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C5780803-C7D3-0AC1-DB11-8702F3E13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582" y="763922"/>
            <a:ext cx="3702306" cy="40794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8985DD94-C9C8-D7A6-32FE-CC91630066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2583" y="1775991"/>
            <a:ext cx="3830322" cy="47201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582A2059-F628-0150-5B40-D4DE33D364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601" y="701158"/>
            <a:ext cx="4620270" cy="533474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7C3AAE8C-04B2-5748-4602-6CDE2775F9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759" y="1775991"/>
            <a:ext cx="4563112" cy="447737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0BDC7111-68B7-6B00-9AAF-68D28A6589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4507" y="2719699"/>
            <a:ext cx="2641794" cy="1879143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FDBB9866-4F0E-670F-A09D-8319349627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85414" y="2789369"/>
            <a:ext cx="4725059" cy="514422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10C40AFD-6F52-ED9B-BD99-F659DC3A06F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1624" y="3771683"/>
            <a:ext cx="4648849" cy="53347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6082BE83-718C-35CA-F3A3-30B9791D676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6997" y="2732211"/>
            <a:ext cx="4534533" cy="571580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97365126-5715-9269-2BF7-AB4FC7FFAA5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6045" y="3721307"/>
            <a:ext cx="4544059" cy="485843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1D55B04A-2778-182B-E05B-E06E625917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3736" y="4734588"/>
            <a:ext cx="2783335" cy="1982401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BC2FCEAD-0623-133C-771A-5A33DCB418C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90202" y="4773049"/>
            <a:ext cx="4591691" cy="514422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3EE15CC8-DD9B-1D39-0130-3876DE40776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71150" y="5642420"/>
            <a:ext cx="4553585" cy="514422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0D8D896B-9741-1401-C73C-EAE0BD36CB9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75328" y="4811155"/>
            <a:ext cx="3667637" cy="476316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04E75374-DCC6-D9B0-5380-5661AA3A7FF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75328" y="5642420"/>
            <a:ext cx="3496163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3777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4BC13685-8006-F959-58F3-A177E7CE4FF7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(no decoder) 43</a:t>
            </a: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C4D832-285E-8823-D14F-930E06878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72" y="4791456"/>
            <a:ext cx="2296650" cy="163104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43528CE-0C6F-F04F-66B8-D7D854352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0720" y="4928202"/>
            <a:ext cx="3562847" cy="47631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9496EF9-36D4-0C7D-C813-847DB411F1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0720" y="5763539"/>
            <a:ext cx="3477110" cy="543001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E32A31BF-EF14-5D39-53B7-EF60109503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094" y="4871044"/>
            <a:ext cx="3305636" cy="590632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264AC944-3631-5EC3-0371-839322FD2A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567" y="5801644"/>
            <a:ext cx="3315163" cy="466790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1385E2B7-C445-D072-6F18-6B43014077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0276" y="565621"/>
            <a:ext cx="2308643" cy="1631041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F7DE9BB6-28E2-8C12-1F5F-323AB65F1B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5114" y="642438"/>
            <a:ext cx="3505689" cy="504895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D5506E80-79F4-68E5-280A-4631858A52F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69430" y="1453482"/>
            <a:ext cx="3391373" cy="552527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3AD27AFA-67FD-A387-2782-B2BCDFCB5F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39494" y="661490"/>
            <a:ext cx="3305636" cy="485843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29EDAE85-6FB3-5C39-546C-0C8F3AC9F0C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06172" y="1405468"/>
            <a:ext cx="3419952" cy="46679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A2E8AC71-6F85-9187-37B7-7EC9ADC8714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8514" y="2471174"/>
            <a:ext cx="2671464" cy="1915652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3E8EF114-A609-8FBF-3DFF-EC4B5DA695C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80720" y="2507750"/>
            <a:ext cx="3315163" cy="543001"/>
          </a:xfrm>
          <a:prstGeom prst="rect">
            <a:avLst/>
          </a:prstGeom>
        </p:spPr>
      </p:pic>
      <p:pic>
        <p:nvPicPr>
          <p:cNvPr id="31" name="圖片 30">
            <a:extLst>
              <a:ext uri="{FF2B5EF4-FFF2-40B4-BE49-F238E27FC236}">
                <a16:creationId xmlns:a16="http://schemas.microsoft.com/office/drawing/2014/main" id="{1AA1385E-3CFC-84EB-D4C3-1D5CC36D42E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67173" y="3448474"/>
            <a:ext cx="3372321" cy="495369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EE1D8011-D053-969B-89FF-E519AB0D1D5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68094" y="2353824"/>
            <a:ext cx="3915321" cy="552527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C6605015-B01C-D7B6-7F2B-E8290CB6BEC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53825" y="3341581"/>
            <a:ext cx="3391373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451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FC3A40ED-E67F-E6E2-F406-41D0AE031EFF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(all) 42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61BC721-38DE-4673-9B70-E8A2669CA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18" y="762412"/>
            <a:ext cx="2379507" cy="168509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E63040F3-DE0A-4C1B-E58F-8396A1D41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363" y="842920"/>
            <a:ext cx="3391373" cy="600159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D0837B1-46ED-80AE-D17E-D8E5E4E91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717" y="1847351"/>
            <a:ext cx="3334215" cy="60015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C799979-8733-9188-2447-AFB4C7767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8756" y="909605"/>
            <a:ext cx="3315163" cy="533474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451A32CC-96BE-589E-0D9B-1B3A93BDD7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6862" y="1880693"/>
            <a:ext cx="3277057" cy="533474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0834378F-D102-0595-D27A-6B4A51FC90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5118" y="2699579"/>
            <a:ext cx="2696087" cy="1901267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772C413A-E2C6-9213-A7B3-223C11D506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3067" y="2857420"/>
            <a:ext cx="3334215" cy="571580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211A4BBE-E742-5961-0A1C-EBDB0854C99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19283" y="3650212"/>
            <a:ext cx="3286584" cy="562053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AA0A0BDE-5053-C14E-A3EF-BAD7839A509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53724" y="2851781"/>
            <a:ext cx="3324689" cy="600159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60FE210C-A90F-A59F-25A6-5BCFBCFAC0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48756" y="3707370"/>
            <a:ext cx="3238952" cy="504895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4048D92F-F527-7404-5FA8-B37FBE7F6E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118" y="4760374"/>
            <a:ext cx="2696087" cy="1904155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768941E7-1777-6FCA-EB80-133540C8A2A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52593" y="4600846"/>
            <a:ext cx="3324689" cy="562053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2F3E0D50-1886-0B48-07CA-1095E88351C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53724" y="4600846"/>
            <a:ext cx="3296110" cy="571580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D0C9E73-1F79-8299-51C1-F5594A8B378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90671" y="5519711"/>
            <a:ext cx="3439005" cy="495369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259B7769-0B11-5CAE-E008-2F6DFF4B88F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139461" y="5529237"/>
            <a:ext cx="3238952" cy="48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0859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21AE6FEF-2F4C-1BCC-F277-3ABC3BA97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06" y="731519"/>
            <a:ext cx="2496227" cy="175505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6B030E1-0661-3A30-56E7-BCCFACBB4753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(all) 43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10B9E38-F4EE-4380-CC51-91EF880BE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891" y="777239"/>
            <a:ext cx="3362794" cy="54300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2519267F-C82A-2FC0-F719-0B5860A68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6575" y="1719040"/>
            <a:ext cx="3296110" cy="457264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49D6FE0F-C9CD-72C5-0F98-45284A29E4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127" y="786766"/>
            <a:ext cx="3277057" cy="533474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9691DF49-3BB0-6E8B-BD00-092C5BD4DD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8706" y="1805717"/>
            <a:ext cx="3248478" cy="466790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1814582E-11E2-BDCE-EC7D-E3049DE6B2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9706" y="2611834"/>
            <a:ext cx="2961834" cy="211064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4680EAB4-2972-14BD-1A29-90A8574794F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56575" y="2713824"/>
            <a:ext cx="3305636" cy="552527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25A30E49-A669-FF40-513D-4CE3C0CBB7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5156" y="3667156"/>
            <a:ext cx="3286584" cy="609685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60032213-90EC-B82F-CED4-178A5AE8FB0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8143" y="2781210"/>
            <a:ext cx="3277057" cy="647790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81F3947A-547F-428A-FAE1-A1DFA2EA8D0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53442" y="3667156"/>
            <a:ext cx="3410426" cy="438211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3D7E4D30-9799-739D-D517-8210B0B6E5D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581" y="4798779"/>
            <a:ext cx="2850959" cy="2025190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28F346D7-BE87-C8A9-CBC9-37A87FDB6C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46889" y="4802507"/>
            <a:ext cx="3343742" cy="504895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E8A3CA90-B71D-DC03-C5D9-8D3CFF7A659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08784" y="5703530"/>
            <a:ext cx="3419952" cy="571580"/>
          </a:xfrm>
          <a:prstGeom prst="rect">
            <a:avLst/>
          </a:prstGeom>
        </p:spPr>
      </p:pic>
      <p:pic>
        <p:nvPicPr>
          <p:cNvPr id="36" name="圖片 35">
            <a:extLst>
              <a:ext uri="{FF2B5EF4-FFF2-40B4-BE49-F238E27FC236}">
                <a16:creationId xmlns:a16="http://schemas.microsoft.com/office/drawing/2014/main" id="{654D4F38-F724-816D-8369-529FBE46418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08117" y="4754875"/>
            <a:ext cx="3324689" cy="552527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384FB44E-1C84-8967-1A84-E4B4397EF86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8143" y="5788213"/>
            <a:ext cx="3343742" cy="53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007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EEB64E96-764B-200A-4F81-8E6C2C5F4F0E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(all) 44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7899993-DFF2-9508-933F-4ADED01B6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17" y="749808"/>
            <a:ext cx="2373633" cy="168249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2A9BC8FC-8E28-E1E2-219B-9E7BE85044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061" y="795528"/>
            <a:ext cx="3524742" cy="51442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8720406-0401-6299-014D-D064312D75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213" y="1736563"/>
            <a:ext cx="3524742" cy="49536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164D4135-1186-A87D-A8D8-80CF374D5B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5314" y="881026"/>
            <a:ext cx="3200847" cy="523948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7EC75503-2B40-B53E-98C7-D1C227E19D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8133" y="1765142"/>
            <a:ext cx="3429479" cy="466790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58F1B4D3-9782-30D9-6955-340FB26EA5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9273" y="2620763"/>
            <a:ext cx="2538919" cy="1804934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2F67CACF-F98A-6484-5752-AFA1BC5530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9134" y="2919410"/>
            <a:ext cx="3343742" cy="543001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EA8B3D29-E722-2DFD-9303-C4EA60076D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9371" y="3667089"/>
            <a:ext cx="3286584" cy="514422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394C4A2E-052C-DD3D-7489-8AE91061EBB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34818" y="2885999"/>
            <a:ext cx="3362794" cy="485843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0FDC2C6C-1F1B-C4C9-3A2C-611543ACE03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60050" y="3532754"/>
            <a:ext cx="3391373" cy="504895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D4ADC6E0-3887-7543-86B6-01CA57200CE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7354" y="4614156"/>
            <a:ext cx="2762755" cy="1977551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ED9F870B-C0FC-3BAD-AF5E-B651ACCC183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91213" y="4626069"/>
            <a:ext cx="3543795" cy="552527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55D63057-6FAD-333A-0D32-9934F1F71BD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99011" y="5602931"/>
            <a:ext cx="3305636" cy="543001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E058652-EF47-519B-D26C-7904DDB3041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60050" y="4614156"/>
            <a:ext cx="3248478" cy="504895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0C660571-4BFF-2508-EB43-3BE49D1255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76847" y="5548289"/>
            <a:ext cx="3258005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5559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98E45BB7-5E3D-BC4A-9BE3-B3267CA35D83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(all) 42</a:t>
            </a:r>
            <a:endParaRPr lang="zh-TW" altLang="en-US" dirty="0"/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507CC8EF-35BE-B0EA-F95B-B77BBBB62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09" y="603504"/>
            <a:ext cx="1915291" cy="1978033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18ECDCD6-1FD2-BA0C-C79E-CCDE2C236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6392" y="595624"/>
            <a:ext cx="2969608" cy="982591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1C5D305A-43A7-5F74-FEC8-EE730A0914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6392" y="1592520"/>
            <a:ext cx="2969608" cy="92496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B9DF24A-85C2-011A-DC3F-4403D0A8DC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4360" y="664144"/>
            <a:ext cx="2709752" cy="84554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F8B9A17D-A532-463E-5A9D-32184850DC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4360" y="1661109"/>
            <a:ext cx="2969608" cy="922596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D7C17BE2-EA61-6D01-140B-2065E457D8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309" y="2674698"/>
            <a:ext cx="1599063" cy="1645294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E63F2C7D-A693-247C-5DF7-76FC76A4CC1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26392" y="2674698"/>
            <a:ext cx="2611280" cy="822647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A985F4E9-8AED-2BC1-CC4D-A21C23ADEFC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26392" y="3578267"/>
            <a:ext cx="2686457" cy="822647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34081A6A-AE73-6586-CB88-7D447049E62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9153" y="2735121"/>
            <a:ext cx="2500412" cy="845550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2AF3D0F9-EB7E-FC73-9264-34EC44804E4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92831" y="3605410"/>
            <a:ext cx="2686457" cy="795504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4357D450-AC8C-1582-8FC2-627F09AE586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5483" y="4607467"/>
            <a:ext cx="1953397" cy="1936786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3E129A5C-6788-5A97-9038-53B8FF51468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67967" y="4481836"/>
            <a:ext cx="2686457" cy="849022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CA530CF3-910B-5045-1DE5-307AC14735C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67967" y="5461701"/>
            <a:ext cx="2611280" cy="829465"/>
          </a:xfrm>
          <a:prstGeom prst="rect">
            <a:avLst/>
          </a:prstGeom>
        </p:spPr>
      </p:pic>
      <p:pic>
        <p:nvPicPr>
          <p:cNvPr id="31" name="圖片 30">
            <a:extLst>
              <a:ext uri="{FF2B5EF4-FFF2-40B4-BE49-F238E27FC236}">
                <a16:creationId xmlns:a16="http://schemas.microsoft.com/office/drawing/2014/main" id="{FEF60E0D-9E6E-F482-D0EE-AE032A88DCA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06562" y="4490980"/>
            <a:ext cx="2565262" cy="849023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4BE92B9F-13BA-DBC1-59C2-ADCAEB2B405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06562" y="5498277"/>
            <a:ext cx="2969608" cy="883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2093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693B2E83-FAB2-8212-87EC-1090388B98D5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(all) 43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C23D101-C8ED-7E03-B813-3C23B26C8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0" y="700516"/>
            <a:ext cx="1927709" cy="200389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76D2774-68D7-D534-52AE-5B4EE8282D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159" y="700516"/>
            <a:ext cx="2601554" cy="821213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73A041F5-AD33-3A10-CA47-4C62E6538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9549" y="1901346"/>
            <a:ext cx="2317707" cy="729545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DE89875-B36B-2B3C-4D9B-21ECEDE4AC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4804" y="700516"/>
            <a:ext cx="2601554" cy="762956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30A09B30-1F9B-8183-04DF-78C9776AFF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6971" y="1898439"/>
            <a:ext cx="2749387" cy="805967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78E2ADB1-FEEF-E25A-389D-D4F40AA922C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819" y="2703721"/>
            <a:ext cx="1982979" cy="2055025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29DA3467-C312-A3D1-10EF-F1CB2C7F74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6126" y="3079196"/>
            <a:ext cx="2601554" cy="833751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D0DE1F48-BA1F-4597-F0F5-AC8BB77C46D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85645" y="3992401"/>
            <a:ext cx="2420582" cy="737701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9A14457D-D48C-8C5F-E971-3F7C29021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4804" y="2925123"/>
            <a:ext cx="2749388" cy="861254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4CDDAC9B-FDA2-F41F-F872-9ED57E6F0F2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69613" y="4032112"/>
            <a:ext cx="2396432" cy="69799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021B82BE-8DDC-76CE-1377-1FCD65CC4D3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6257" y="4796521"/>
            <a:ext cx="1982979" cy="2061479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4249FEDD-451D-E2E4-B529-CA9BEF2AED9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96126" y="4899697"/>
            <a:ext cx="2393170" cy="737701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A1B6BCC2-C670-8442-C5A9-9E5D4FC5AC9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87365" y="5894346"/>
            <a:ext cx="2509357" cy="822643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2F949346-86E0-75EE-A837-AFE2D19891A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62205" y="4879629"/>
            <a:ext cx="2657173" cy="805967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97FA562B-11D0-4AFE-21E8-E22D0684749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77713" y="5931331"/>
            <a:ext cx="2657173" cy="74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6395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6926786C-32BD-575F-17B3-5E0F8D30D490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(all) 44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B0358951-0DFC-1AAE-313A-CAAFAE94A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" y="817960"/>
            <a:ext cx="1838454" cy="1876425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91633D54-10C9-EADF-6B41-8D668FC45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7968" y="630923"/>
            <a:ext cx="2677535" cy="82876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2C56A016-2DB5-005A-8B95-C63F1D944E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9621" y="1756172"/>
            <a:ext cx="2895882" cy="840079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9F00CEAD-0546-BC79-16EB-A3495017C0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9484" y="759110"/>
            <a:ext cx="2695845" cy="863202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3804EB8D-72CB-1CCB-E60E-6BB03ABB7C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484" y="1701402"/>
            <a:ext cx="3221970" cy="953199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2AD14468-26CA-7BDD-E99E-C53E61D2C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431" y="2694385"/>
            <a:ext cx="2095895" cy="2124122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3ACE5BBB-8266-A443-2792-60C3A4387B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09621" y="2916366"/>
            <a:ext cx="2633934" cy="840080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FC05886F-F5AA-BF0F-1034-AD33522BF7F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00447" y="3821825"/>
            <a:ext cx="2895882" cy="879849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47C50A44-18EB-EE9B-6233-F4695D4E5B9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5534" y="2904805"/>
            <a:ext cx="2996643" cy="863202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3E53AB54-9AC2-1AC0-5DFA-797658B62DC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1539" y="3841709"/>
            <a:ext cx="3070638" cy="840080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264F19C2-BB3A-9EFD-DCE5-FD8C2673430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6601" y="4878427"/>
            <a:ext cx="1830725" cy="1880541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86CA5514-5250-25A6-19F5-187A920FE61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09621" y="4878426"/>
            <a:ext cx="2487013" cy="779423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FF7A158A-5F42-E8B6-E863-17D076F7952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98482" y="5778429"/>
            <a:ext cx="2907021" cy="879849"/>
          </a:xfrm>
          <a:prstGeom prst="rect">
            <a:avLst/>
          </a:prstGeom>
        </p:spPr>
      </p:pic>
      <p:pic>
        <p:nvPicPr>
          <p:cNvPr id="36" name="圖片 35">
            <a:extLst>
              <a:ext uri="{FF2B5EF4-FFF2-40B4-BE49-F238E27FC236}">
                <a16:creationId xmlns:a16="http://schemas.microsoft.com/office/drawing/2014/main" id="{890E14DA-F303-1CEA-E448-C7E7445BED6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3959" y="4794647"/>
            <a:ext cx="2774576" cy="863202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A7382032-D238-BF15-7E23-43DC5321084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89484" y="5868897"/>
            <a:ext cx="2271305" cy="666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232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29B546EE-7804-7B42-48E6-A677ECF577AE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42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988B6C7-5CED-0FD5-F794-0E498CA5B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920" y="937037"/>
            <a:ext cx="1371791" cy="46679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25D5C9-ED2F-D89C-14BF-41BF76CB7F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14" y="1668636"/>
            <a:ext cx="1409897" cy="495369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06AAE842-EF7A-B8CF-94A8-70CD27151C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735" y="898932"/>
            <a:ext cx="1486107" cy="504895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434E716-D2F1-0193-9375-71AA1E6BB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6735" y="1668637"/>
            <a:ext cx="1381318" cy="495369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CE7E622D-C0A9-2B35-D4AB-454F41F60B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89" y="2893605"/>
            <a:ext cx="1390844" cy="485843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001494B5-BD65-1391-CB99-07A6F43FC8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288" y="3653783"/>
            <a:ext cx="1419423" cy="504895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AFE50DBA-E640-F477-CF50-C44F0FC54D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2945" y="2893605"/>
            <a:ext cx="1409897" cy="514422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CEA89E3D-2107-C017-1847-64D937510FD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28156" y="3613752"/>
            <a:ext cx="1409897" cy="53347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F82A7C47-73E0-718A-E922-058C0DE4078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814" y="4626304"/>
            <a:ext cx="1448002" cy="485843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59F4746D-8E3E-390C-7F6A-9B98A3F5581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1288" y="5410298"/>
            <a:ext cx="1381318" cy="476316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3BE4DE44-01E1-BE26-9366-4B944977272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209" y="4640594"/>
            <a:ext cx="1400370" cy="514422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E390467E-E664-D420-9712-4368FB28D1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18816" y="5363577"/>
            <a:ext cx="1409897" cy="466790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723DC6FE-8977-264D-B42A-D30D3277918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31805" y="942349"/>
            <a:ext cx="1381318" cy="495369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33079190-990F-EB2D-9359-78531515DCB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31805" y="1649966"/>
            <a:ext cx="1333686" cy="504895"/>
          </a:xfrm>
          <a:prstGeom prst="rect">
            <a:avLst/>
          </a:prstGeom>
        </p:spPr>
      </p:pic>
      <p:pic>
        <p:nvPicPr>
          <p:cNvPr id="36" name="圖片 35">
            <a:extLst>
              <a:ext uri="{FF2B5EF4-FFF2-40B4-BE49-F238E27FC236}">
                <a16:creationId xmlns:a16="http://schemas.microsoft.com/office/drawing/2014/main" id="{DBA9A4C0-45E7-2D19-8CA3-47912C0A37B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711105" y="898932"/>
            <a:ext cx="1324160" cy="466790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AFE15869-4AE4-E7AB-F1C5-B1221302990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93766" y="1562827"/>
            <a:ext cx="1352739" cy="495369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B6E6278D-9D63-9A51-DEE2-424110DCE94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80738" y="2865791"/>
            <a:ext cx="1390844" cy="495369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63CC794D-73DC-D4DD-75BB-3FF67F71971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77690" y="3582934"/>
            <a:ext cx="1362265" cy="476316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9E4E4FF-CA84-8F6E-934E-0378F713490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577737" y="2807868"/>
            <a:ext cx="1381318" cy="571580"/>
          </a:xfrm>
          <a:prstGeom prst="rect">
            <a:avLst/>
          </a:prstGeom>
        </p:spPr>
      </p:pic>
      <p:pic>
        <p:nvPicPr>
          <p:cNvPr id="46" name="圖片 45">
            <a:extLst>
              <a:ext uri="{FF2B5EF4-FFF2-40B4-BE49-F238E27FC236}">
                <a16:creationId xmlns:a16="http://schemas.microsoft.com/office/drawing/2014/main" id="{70EFD83A-B6BD-107D-4148-F202F4D45702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577737" y="3578170"/>
            <a:ext cx="1381318" cy="485843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1F2286AF-338E-34DD-BB42-AFA031FFC1C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90264" y="4378619"/>
            <a:ext cx="1381318" cy="495369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511D7EBF-4FA4-0A6B-DF8C-7D7922323F13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1685" y="5221011"/>
            <a:ext cx="1409897" cy="533474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669F03E2-36D1-5A4D-EF4C-927498A06B50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55056" y="4443610"/>
            <a:ext cx="1371791" cy="476316"/>
          </a:xfrm>
          <a:prstGeom prst="rect">
            <a:avLst/>
          </a:prstGeom>
        </p:spPr>
      </p:pic>
      <p:pic>
        <p:nvPicPr>
          <p:cNvPr id="54" name="圖片 53">
            <a:extLst>
              <a:ext uri="{FF2B5EF4-FFF2-40B4-BE49-F238E27FC236}">
                <a16:creationId xmlns:a16="http://schemas.microsoft.com/office/drawing/2014/main" id="{474FF206-4F67-17AB-B521-7B96BF26E1CE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55056" y="5167376"/>
            <a:ext cx="1381318" cy="485843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2D85BE5F-B3D4-E233-EEDE-A3D642209C52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63852" y="2898368"/>
            <a:ext cx="1390844" cy="4763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542BEAE-9ED7-1268-11DF-E34B31345859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39986" y="2879315"/>
            <a:ext cx="1343212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9196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AAC4D2C7-3C37-1D98-C11E-82552220A4AF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 42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BE0AB7A-5A37-6B40-C5EC-EC39A8860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3" y="695290"/>
            <a:ext cx="1390844" cy="49536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9C93520-863B-A81D-DA2F-0FF8785BE1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653" y="1375606"/>
            <a:ext cx="1390844" cy="504895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0FB8B116-DE02-4BDF-487E-0394E8787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4450" y="676240"/>
            <a:ext cx="1428949" cy="49536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2CE57DFF-E4CD-5C66-AE90-6553CC4429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4450" y="1394658"/>
            <a:ext cx="1400370" cy="48584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65791A1D-8D16-4409-9B3A-3F4D2C3C3C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653" y="2500277"/>
            <a:ext cx="1409897" cy="504895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F82EB6BC-93FA-8AA0-FEB6-DF6E240E06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5653" y="3372500"/>
            <a:ext cx="1352739" cy="504895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84D6622B-9836-FBB5-11CD-C3B4D9704B3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25395" y="2519329"/>
            <a:ext cx="1362265" cy="485843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554E5F45-9A81-2BB9-A895-52E3EAA246B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241" y="3390900"/>
            <a:ext cx="1381318" cy="495369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89B688C4-8DBB-296F-3EF1-04DCE403B90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548" y="4491005"/>
            <a:ext cx="1390844" cy="514422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DBA27C51-5B23-1085-DF28-76D21E03F67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5179" y="5363228"/>
            <a:ext cx="1381318" cy="495369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E2F172D2-8F3E-6D98-907A-EED58E418C2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0136" y="4499390"/>
            <a:ext cx="1419423" cy="495369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1957855E-4F7B-BEA3-FE77-C1DEEBDDB0C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57294" y="5353702"/>
            <a:ext cx="1362265" cy="504895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F048FF0D-A9C9-9FD5-C902-2FA29CF5E5C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6165" y="819813"/>
            <a:ext cx="1381318" cy="504895"/>
          </a:xfrm>
          <a:prstGeom prst="rect">
            <a:avLst/>
          </a:prstGeom>
        </p:spPr>
      </p:pic>
      <p:pic>
        <p:nvPicPr>
          <p:cNvPr id="31" name="圖片 30">
            <a:extLst>
              <a:ext uri="{FF2B5EF4-FFF2-40B4-BE49-F238E27FC236}">
                <a16:creationId xmlns:a16="http://schemas.microsoft.com/office/drawing/2014/main" id="{5121F31D-EC27-300F-2B79-309CEFA4A98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33970" y="1554173"/>
            <a:ext cx="1343212" cy="485843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EA43AF5A-03B5-ACF1-C26B-9D4B56EB64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93067" y="829339"/>
            <a:ext cx="1419423" cy="495369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9051C8A5-A14E-F0F8-8E89-F79D065E942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72293" y="1567240"/>
            <a:ext cx="1428949" cy="495369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7AF4E293-8E9B-A6B2-B326-7D6602C4C65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08079" y="2595717"/>
            <a:ext cx="1400370" cy="514422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EE1127FE-4354-9AFB-12FA-84B5E354D9A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33969" y="3381755"/>
            <a:ext cx="1421673" cy="514421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E67089D9-C08D-73F5-A3A5-AD8EFFBDF95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293066" y="2614770"/>
            <a:ext cx="1419423" cy="476316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FEC940AE-17CD-DB5C-9D89-7EC001C4C3A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340698" y="3363467"/>
            <a:ext cx="1371791" cy="476316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623E3C00-A16C-970F-9045-5FBB0CE9A343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329010" y="4575063"/>
            <a:ext cx="1390844" cy="485843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6D74A6D8-FA15-511F-FE1C-8A6F46581F2D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276812" y="5285539"/>
            <a:ext cx="1400370" cy="523948"/>
          </a:xfrm>
          <a:prstGeom prst="rect">
            <a:avLst/>
          </a:prstGeom>
        </p:spPr>
      </p:pic>
      <p:pic>
        <p:nvPicPr>
          <p:cNvPr id="49" name="圖片 48">
            <a:extLst>
              <a:ext uri="{FF2B5EF4-FFF2-40B4-BE49-F238E27FC236}">
                <a16:creationId xmlns:a16="http://schemas.microsoft.com/office/drawing/2014/main" id="{56926E43-EA53-778B-7427-12F87D6F4255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117130" y="4552470"/>
            <a:ext cx="1409897" cy="485843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8FC92FD4-233E-1DFE-DB10-2C8A1D2D7972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107603" y="5353702"/>
            <a:ext cx="1428949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363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2247</TotalTime>
  <Words>1031</Words>
  <Application>Microsoft Office PowerPoint</Application>
  <PresentationFormat>寬螢幕</PresentationFormat>
  <Paragraphs>89</Paragraphs>
  <Slides>29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Courier New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柏江 施</dc:creator>
  <cp:lastModifiedBy>柏江 施</cp:lastModifiedBy>
  <cp:revision>40</cp:revision>
  <dcterms:created xsi:type="dcterms:W3CDTF">2024-04-30T16:57:49Z</dcterms:created>
  <dcterms:modified xsi:type="dcterms:W3CDTF">2024-06-29T13:52:41Z</dcterms:modified>
</cp:coreProperties>
</file>