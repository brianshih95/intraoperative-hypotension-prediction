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3" r:id="rId5"/>
    <p:sldId id="260" r:id="rId6"/>
    <p:sldId id="261" r:id="rId7"/>
    <p:sldId id="262" r:id="rId8"/>
    <p:sldId id="267" r:id="rId9"/>
    <p:sldId id="264" r:id="rId10"/>
    <p:sldId id="266" r:id="rId11"/>
    <p:sldId id="265" r:id="rId12"/>
    <p:sldId id="269" r:id="rId13"/>
    <p:sldId id="273" r:id="rId14"/>
    <p:sldId id="274" r:id="rId15"/>
    <p:sldId id="268" r:id="rId16"/>
    <p:sldId id="271" r:id="rId17"/>
    <p:sldId id="270" r:id="rId18"/>
    <p:sldId id="272" r:id="rId19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2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DF976F8-70DF-49BB-4372-B1384DEBD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AB798804-80CE-99EA-39EC-1F4186F452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38CC5AD-6A1C-91E7-E924-A8AD8637C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D165590-CD41-6FCA-9612-7F9942925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056E81D-6E3C-11D2-B5F9-58960D62F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88027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EE42ADB-79BB-F15F-FF7E-CB7E445FB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26D3E14-8B0F-5D81-76F7-812513BBF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6515142-FE3B-20C8-2B41-B3DD2F0BD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B6261CF-0F6C-0BC2-0802-A96C1C5A30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B614989-00EA-8D78-C66C-FD605F4C4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7551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D7EBA2-8271-3847-1355-F0F69AADF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C139B9E-FDB2-9929-8B7C-BD5B70A9C9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44730A5-2DAF-0E85-762D-B82CBCA07B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75A0751-FB4E-837B-438E-946FFB8ED9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A37F2E-9B66-E7F7-3CA2-264833033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453375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85E1E93-F0AF-5C8C-78E2-52B768A49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43FCA1-2ACF-5D33-B5BA-5E9FE081CA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0907626D-F128-F444-F050-7DF33CFE80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3A66C156-44E5-9820-7165-0A5F6F428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CA5A6441-554E-B8A1-F78F-FC660E6FAA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1E3CA7C4-2A47-C3ED-F1B1-6874AB04D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9195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1A64AB-6246-C310-65BF-4D02B67B27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FCBE8AA-ACBD-FA80-6B24-8EB18D91D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37B02A5D-24DA-2D3A-60A7-54094F5D55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E34C1862-ACB8-F64C-99B3-D4A23806F0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AA00A9E4-8DE1-86C8-A83B-11C0E45E12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CD2FC313-7456-1375-E806-E584DA570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2024/5/23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1EB539F-7345-5DA8-103D-67485DA82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7A40DEA1-FF66-2F3C-E34A-C636EA3D7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713924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1883E87-18E4-B615-EF0C-AB1442F001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11B35461-F6F9-008A-6454-993AD9DD7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2024/5/23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E536B17-808A-47C9-99DF-EDF3D512F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76CCFD81-9700-2969-4EF3-70572DF0A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0564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FE0D985-9D20-4DE5-E856-3C1BFDF83C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2024/5/23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DF5B9A5C-B69E-4609-B2B4-9C4A30B6C0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6AE503E-3692-2194-0C86-2CB734365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9131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EBBC0DB-102D-5FA5-83A8-E68A8ABFC9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18E2B2B-D950-8CF5-2E82-4DBA851F6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860F6329-B128-AFED-3006-F77C0B620B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82A085A-9AB9-E7A0-85AF-AC8F1F391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64781213-A048-7A23-BE6D-0A10748C1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F6B7A0A3-CA20-D7B5-18FD-F0203485A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59139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BB00D5-0DEB-ACD3-7228-C120294CF9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B61B229B-2693-6B86-4AED-BCDC1B7220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3E53964-B942-2722-4E49-57EEFFEF4D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1FFE477E-CD66-9CBB-4B1E-87EF054B96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2024/5/23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C31B6EF-030B-4AAC-34D7-EFC53C0A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61C3AFCF-9DDD-81C4-71D1-DC841E02A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5370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6B0F39E-18A0-53AB-6B11-74B9A59F9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AE03D99-A04C-9D85-0010-F55264E22EE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708122BF-7402-3FAF-C15E-C7C30F4A12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42C5837F-5712-A5AB-2A1F-3DA0AA777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4B5CDE6-8765-3BF6-4663-50EC7AA4D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509404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0CBA4413-B2C0-2FE3-4F44-E00FA13146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35F91C2-02BE-654B-5DD3-89E03DB476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A3A00ED-3989-6D86-43A8-286A8039E7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AD2469-20E7-4B6C-96EF-9D1BC1F7B575}" type="datetimeFigureOut">
              <a:rPr lang="zh-TW" altLang="en-US" smtClean="0"/>
              <a:t>2024/5/23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7557407-1CF4-A4CB-FC0E-9CF59B552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E79C069A-451F-8A39-0058-2318C12A4A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548280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279D456-6C7B-8954-7B62-2499F8DBA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A844CBD8-9E33-4D84-A62B-A7C7D0F247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69AFDBB-DE81-4DBC-EA95-A47066C918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AD2469-20E7-4B6C-96EF-9D1BC1F7B575}" type="datetimeFigureOut">
              <a:rPr lang="zh-TW" altLang="en-US" smtClean="0"/>
              <a:t>2024/5/23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B3CEC8-F325-F852-0EBF-9A5582F934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08177360-A6F6-EBCA-AEC2-FA3B6AB1CE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CC0B03-BC31-482B-9057-F16658E92C4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913531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6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5" Type="http://schemas.openxmlformats.org/officeDocument/2006/relationships/image" Target="../media/image6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13" Type="http://schemas.openxmlformats.org/officeDocument/2006/relationships/image" Target="../media/image80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12" Type="http://schemas.openxmlformats.org/officeDocument/2006/relationships/image" Target="../media/image79.png"/><Relationship Id="rId2" Type="http://schemas.openxmlformats.org/officeDocument/2006/relationships/image" Target="../media/image69.png"/><Relationship Id="rId16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11" Type="http://schemas.openxmlformats.org/officeDocument/2006/relationships/image" Target="../media/image78.png"/><Relationship Id="rId5" Type="http://schemas.openxmlformats.org/officeDocument/2006/relationships/image" Target="../media/image72.png"/><Relationship Id="rId15" Type="http://schemas.openxmlformats.org/officeDocument/2006/relationships/image" Target="../media/image8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Relationship Id="rId14" Type="http://schemas.openxmlformats.org/officeDocument/2006/relationships/image" Target="../media/image8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95.png"/><Relationship Id="rId3" Type="http://schemas.openxmlformats.org/officeDocument/2006/relationships/image" Target="../media/image85.png"/><Relationship Id="rId7" Type="http://schemas.openxmlformats.org/officeDocument/2006/relationships/image" Target="../media/image89.png"/><Relationship Id="rId12" Type="http://schemas.openxmlformats.org/officeDocument/2006/relationships/image" Target="../media/image94.png"/><Relationship Id="rId2" Type="http://schemas.openxmlformats.org/officeDocument/2006/relationships/image" Target="../media/image84.png"/><Relationship Id="rId16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8.png"/><Relationship Id="rId11" Type="http://schemas.openxmlformats.org/officeDocument/2006/relationships/image" Target="../media/image93.png"/><Relationship Id="rId5" Type="http://schemas.openxmlformats.org/officeDocument/2006/relationships/image" Target="../media/image87.png"/><Relationship Id="rId15" Type="http://schemas.openxmlformats.org/officeDocument/2006/relationships/image" Target="../media/image97.png"/><Relationship Id="rId10" Type="http://schemas.openxmlformats.org/officeDocument/2006/relationships/image" Target="../media/image92.png"/><Relationship Id="rId4" Type="http://schemas.openxmlformats.org/officeDocument/2006/relationships/image" Target="../media/image86.png"/><Relationship Id="rId9" Type="http://schemas.openxmlformats.org/officeDocument/2006/relationships/image" Target="../media/image91.png"/><Relationship Id="rId14" Type="http://schemas.openxmlformats.org/officeDocument/2006/relationships/image" Target="../media/image96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.png"/><Relationship Id="rId13" Type="http://schemas.openxmlformats.org/officeDocument/2006/relationships/image" Target="../media/image110.png"/><Relationship Id="rId3" Type="http://schemas.openxmlformats.org/officeDocument/2006/relationships/image" Target="../media/image100.png"/><Relationship Id="rId7" Type="http://schemas.openxmlformats.org/officeDocument/2006/relationships/image" Target="../media/image104.png"/><Relationship Id="rId12" Type="http://schemas.openxmlformats.org/officeDocument/2006/relationships/image" Target="../media/image109.png"/><Relationship Id="rId2" Type="http://schemas.openxmlformats.org/officeDocument/2006/relationships/image" Target="../media/image99.png"/><Relationship Id="rId16" Type="http://schemas.openxmlformats.org/officeDocument/2006/relationships/image" Target="../media/image1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8.png"/><Relationship Id="rId5" Type="http://schemas.openxmlformats.org/officeDocument/2006/relationships/image" Target="../media/image102.png"/><Relationship Id="rId15" Type="http://schemas.openxmlformats.org/officeDocument/2006/relationships/image" Target="../media/image112.png"/><Relationship Id="rId10" Type="http://schemas.openxmlformats.org/officeDocument/2006/relationships/image" Target="../media/image107.png"/><Relationship Id="rId4" Type="http://schemas.openxmlformats.org/officeDocument/2006/relationships/image" Target="../media/image101.png"/><Relationship Id="rId9" Type="http://schemas.openxmlformats.org/officeDocument/2006/relationships/image" Target="../media/image106.png"/><Relationship Id="rId14" Type="http://schemas.openxmlformats.org/officeDocument/2006/relationships/image" Target="../media/image111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.png"/><Relationship Id="rId13" Type="http://schemas.openxmlformats.org/officeDocument/2006/relationships/image" Target="../media/image125.png"/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12" Type="http://schemas.openxmlformats.org/officeDocument/2006/relationships/image" Target="../media/image124.png"/><Relationship Id="rId2" Type="http://schemas.openxmlformats.org/officeDocument/2006/relationships/image" Target="../media/image114.png"/><Relationship Id="rId16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11" Type="http://schemas.openxmlformats.org/officeDocument/2006/relationships/image" Target="../media/image123.png"/><Relationship Id="rId5" Type="http://schemas.openxmlformats.org/officeDocument/2006/relationships/image" Target="../media/image117.png"/><Relationship Id="rId15" Type="http://schemas.openxmlformats.org/officeDocument/2006/relationships/image" Target="../media/image127.png"/><Relationship Id="rId10" Type="http://schemas.openxmlformats.org/officeDocument/2006/relationships/image" Target="../media/image122.png"/><Relationship Id="rId4" Type="http://schemas.openxmlformats.org/officeDocument/2006/relationships/image" Target="../media/image116.png"/><Relationship Id="rId9" Type="http://schemas.openxmlformats.org/officeDocument/2006/relationships/image" Target="../media/image121.png"/><Relationship Id="rId14" Type="http://schemas.openxmlformats.org/officeDocument/2006/relationships/image" Target="../media/image1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5.png"/><Relationship Id="rId13" Type="http://schemas.openxmlformats.org/officeDocument/2006/relationships/image" Target="../media/image140.png"/><Relationship Id="rId3" Type="http://schemas.openxmlformats.org/officeDocument/2006/relationships/image" Target="../media/image130.png"/><Relationship Id="rId7" Type="http://schemas.openxmlformats.org/officeDocument/2006/relationships/image" Target="../media/image134.png"/><Relationship Id="rId12" Type="http://schemas.openxmlformats.org/officeDocument/2006/relationships/image" Target="../media/image139.png"/><Relationship Id="rId2" Type="http://schemas.openxmlformats.org/officeDocument/2006/relationships/image" Target="../media/image129.png"/><Relationship Id="rId16" Type="http://schemas.openxmlformats.org/officeDocument/2006/relationships/image" Target="../media/image1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11" Type="http://schemas.openxmlformats.org/officeDocument/2006/relationships/image" Target="../media/image138.png"/><Relationship Id="rId5" Type="http://schemas.openxmlformats.org/officeDocument/2006/relationships/image" Target="../media/image132.png"/><Relationship Id="rId15" Type="http://schemas.openxmlformats.org/officeDocument/2006/relationships/image" Target="../media/image142.png"/><Relationship Id="rId10" Type="http://schemas.openxmlformats.org/officeDocument/2006/relationships/image" Target="../media/image137.png"/><Relationship Id="rId4" Type="http://schemas.openxmlformats.org/officeDocument/2006/relationships/image" Target="../media/image131.png"/><Relationship Id="rId9" Type="http://schemas.openxmlformats.org/officeDocument/2006/relationships/image" Target="../media/image136.png"/><Relationship Id="rId14" Type="http://schemas.openxmlformats.org/officeDocument/2006/relationships/image" Target="../media/image14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0.png"/><Relationship Id="rId13" Type="http://schemas.openxmlformats.org/officeDocument/2006/relationships/image" Target="../media/image155.png"/><Relationship Id="rId3" Type="http://schemas.openxmlformats.org/officeDocument/2006/relationships/image" Target="../media/image145.png"/><Relationship Id="rId7" Type="http://schemas.openxmlformats.org/officeDocument/2006/relationships/image" Target="../media/image149.png"/><Relationship Id="rId12" Type="http://schemas.openxmlformats.org/officeDocument/2006/relationships/image" Target="../media/image154.png"/><Relationship Id="rId2" Type="http://schemas.openxmlformats.org/officeDocument/2006/relationships/image" Target="../media/image144.png"/><Relationship Id="rId16" Type="http://schemas.openxmlformats.org/officeDocument/2006/relationships/image" Target="../media/image1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8.png"/><Relationship Id="rId11" Type="http://schemas.openxmlformats.org/officeDocument/2006/relationships/image" Target="../media/image153.png"/><Relationship Id="rId5" Type="http://schemas.openxmlformats.org/officeDocument/2006/relationships/image" Target="../media/image147.png"/><Relationship Id="rId15" Type="http://schemas.openxmlformats.org/officeDocument/2006/relationships/image" Target="../media/image157.png"/><Relationship Id="rId10" Type="http://schemas.openxmlformats.org/officeDocument/2006/relationships/image" Target="../media/image152.png"/><Relationship Id="rId4" Type="http://schemas.openxmlformats.org/officeDocument/2006/relationships/image" Target="../media/image146.png"/><Relationship Id="rId9" Type="http://schemas.openxmlformats.org/officeDocument/2006/relationships/image" Target="../media/image151.png"/><Relationship Id="rId14" Type="http://schemas.openxmlformats.org/officeDocument/2006/relationships/image" Target="../media/image15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圖片 6">
            <a:extLst>
              <a:ext uri="{FF2B5EF4-FFF2-40B4-BE49-F238E27FC236}">
                <a16:creationId xmlns:a16="http://schemas.microsoft.com/office/drawing/2014/main" id="{D3D2679C-5CFB-4182-DBAE-BF36E483F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45" y="3863894"/>
            <a:ext cx="3111139" cy="2221662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AA309C0A-5155-DC55-3572-D5C510263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5193" y="3860953"/>
            <a:ext cx="3165561" cy="2252893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257038AC-EF84-2BA6-03B4-8106AF5917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008" y="3860953"/>
            <a:ext cx="3165561" cy="2221663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6D2081E6-33EA-D611-E3C2-9BA4362F2E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6808" y="515636"/>
            <a:ext cx="2680154" cy="2757774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24161106-5DFB-20F9-0A20-32782FE6B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5193" y="572460"/>
            <a:ext cx="2680154" cy="2767202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F93F4922-203B-E5D4-1F9A-EF463BE3630C}"/>
              </a:ext>
            </a:extLst>
          </p:cNvPr>
          <p:cNvSpPr txBox="1"/>
          <p:nvPr/>
        </p:nvSpPr>
        <p:spPr>
          <a:xfrm>
            <a:off x="237744" y="146304"/>
            <a:ext cx="1043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C1137F2E-20D9-AD3C-21BF-0E6722CD26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47393" y="572460"/>
            <a:ext cx="2550300" cy="26110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066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E7289008-D103-F0F1-8D0A-09A149348A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282" y="842482"/>
            <a:ext cx="2518227" cy="258651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F5C26A62-9F09-A6E8-9EE3-CEEF5BC87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8313" y="842482"/>
            <a:ext cx="2514302" cy="2612818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F8706E88-F3FD-1B42-C40D-86DC377D14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2397" y="842482"/>
            <a:ext cx="2514303" cy="2582142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FF670AB-BBCE-4B0A-5062-41A8602936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3921" y="3455300"/>
            <a:ext cx="2614392" cy="2689468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BC7DF456-263D-5221-2877-0CB647D1A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9759" y="3524573"/>
            <a:ext cx="2573297" cy="2612818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EE24D20A-9C5B-6D8B-13B8-5F1138ABF1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8509" y="842482"/>
            <a:ext cx="2518227" cy="2582142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9B05BFFB-40C6-7585-AA92-01B8BD4CB783}"/>
              </a:ext>
            </a:extLst>
          </p:cNvPr>
          <p:cNvSpPr txBox="1"/>
          <p:nvPr/>
        </p:nvSpPr>
        <p:spPr>
          <a:xfrm>
            <a:off x="237744" y="146304"/>
            <a:ext cx="1618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1457823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方塊 9">
            <a:extLst>
              <a:ext uri="{FF2B5EF4-FFF2-40B4-BE49-F238E27FC236}">
                <a16:creationId xmlns:a16="http://schemas.microsoft.com/office/drawing/2014/main" id="{9B05BFFB-40C6-7585-AA92-01B8BD4CB783}"/>
              </a:ext>
            </a:extLst>
          </p:cNvPr>
          <p:cNvSpPr txBox="1"/>
          <p:nvPr/>
        </p:nvSpPr>
        <p:spPr>
          <a:xfrm>
            <a:off x="237744" y="146304"/>
            <a:ext cx="1618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C5C540F1-46BF-8FE5-FF18-9AC42D857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979" y="1145069"/>
            <a:ext cx="2802210" cy="1976526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5D9A512F-4749-4BBA-56ED-2651434D3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341" y="1082045"/>
            <a:ext cx="2802210" cy="1992196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C81E500-9BE0-B165-1ACE-9A049FF1F1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22789" y="1003180"/>
            <a:ext cx="3021731" cy="214992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A0043455-B08A-B903-2DFE-E8A5DA23B9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7791" y="1034690"/>
            <a:ext cx="2931605" cy="2086905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8385621C-F29D-0EB8-D66D-E6D7534F11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9759" y="4357319"/>
            <a:ext cx="2805424" cy="1982014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111266CB-A1E0-44B9-4CF9-18C9496E037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7548" y="4158230"/>
            <a:ext cx="2980972" cy="2181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039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978A1ABD-CF4F-6D93-4C5C-18A0804583CD}"/>
              </a:ext>
            </a:extLst>
          </p:cNvPr>
          <p:cNvSpPr txBox="1"/>
          <p:nvPr/>
        </p:nvSpPr>
        <p:spPr>
          <a:xfrm>
            <a:off x="237744" y="146304"/>
            <a:ext cx="10432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222189E-59EF-0A64-B2C0-03A0D43832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379" y="3504844"/>
            <a:ext cx="2772661" cy="1977345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14ECA838-DEDA-2F4E-4BBA-131419417739}"/>
              </a:ext>
            </a:extLst>
          </p:cNvPr>
          <p:cNvSpPr txBox="1"/>
          <p:nvPr/>
        </p:nvSpPr>
        <p:spPr>
          <a:xfrm>
            <a:off x="1183387" y="5815798"/>
            <a:ext cx="2772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12.24</a:t>
            </a:r>
            <a:r>
              <a:rPr lang="zh-TW" altLang="en-US" dirty="0"/>
              <a:t>   </a:t>
            </a:r>
            <a:r>
              <a:rPr lang="en-US" altLang="zh-TW" dirty="0"/>
              <a:t>11.33</a:t>
            </a:r>
            <a:r>
              <a:rPr lang="zh-TW" altLang="en-US" dirty="0"/>
              <a:t>  </a:t>
            </a:r>
            <a:r>
              <a:rPr lang="en-US" altLang="zh-TW" dirty="0"/>
              <a:t>9.69</a:t>
            </a:r>
            <a:r>
              <a:rPr lang="zh-TW" altLang="en-US" dirty="0"/>
              <a:t>  </a:t>
            </a:r>
            <a:r>
              <a:rPr lang="en-US" altLang="zh-TW" dirty="0"/>
              <a:t>8.43</a:t>
            </a:r>
            <a:endParaRPr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9F83D770-F530-AE7E-1CEF-F1CBA0351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2993" y="3504844"/>
            <a:ext cx="3066799" cy="2168323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239D2A07-18EB-AAE8-7E76-5D5E0497A9C4}"/>
              </a:ext>
            </a:extLst>
          </p:cNvPr>
          <p:cNvSpPr txBox="1"/>
          <p:nvPr/>
        </p:nvSpPr>
        <p:spPr>
          <a:xfrm>
            <a:off x="4707132" y="5828728"/>
            <a:ext cx="2772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12.36</a:t>
            </a:r>
            <a:r>
              <a:rPr lang="zh-TW" altLang="en-US" dirty="0"/>
              <a:t>  </a:t>
            </a:r>
            <a:r>
              <a:rPr lang="en-US" altLang="zh-TW" dirty="0"/>
              <a:t>11.6</a:t>
            </a:r>
            <a:r>
              <a:rPr lang="zh-TW" altLang="en-US" dirty="0"/>
              <a:t>  </a:t>
            </a:r>
            <a:r>
              <a:rPr lang="en-US" altLang="zh-TW" dirty="0"/>
              <a:t>9.86</a:t>
            </a:r>
            <a:r>
              <a:rPr lang="zh-TW" altLang="en-US" dirty="0"/>
              <a:t>  </a:t>
            </a:r>
            <a:r>
              <a:rPr lang="en-US" altLang="zh-TW" dirty="0"/>
              <a:t>9.08</a:t>
            </a:r>
            <a:endParaRPr lang="zh-TW" altLang="en-US" dirty="0"/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65340AFE-1401-EB4D-AC8E-D9E4313366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2305" y="3358357"/>
            <a:ext cx="3267967" cy="231481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9EDF48DF-3FBF-07D3-54F1-A6A6C8434850}"/>
              </a:ext>
            </a:extLst>
          </p:cNvPr>
          <p:cNvSpPr txBox="1"/>
          <p:nvPr/>
        </p:nvSpPr>
        <p:spPr>
          <a:xfrm>
            <a:off x="8425692" y="5815798"/>
            <a:ext cx="27726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11.86</a:t>
            </a:r>
            <a:r>
              <a:rPr lang="zh-TW" altLang="en-US" dirty="0"/>
              <a:t>  </a:t>
            </a:r>
            <a:r>
              <a:rPr lang="en-US" altLang="zh-TW" dirty="0"/>
              <a:t>11.39</a:t>
            </a:r>
            <a:r>
              <a:rPr lang="zh-TW" altLang="en-US" dirty="0"/>
              <a:t>  </a:t>
            </a:r>
            <a:r>
              <a:rPr lang="en-US" altLang="zh-TW" dirty="0"/>
              <a:t>9.91</a:t>
            </a:r>
            <a:r>
              <a:rPr lang="zh-TW" altLang="en-US" dirty="0"/>
              <a:t>  </a:t>
            </a:r>
            <a:r>
              <a:rPr lang="en-US" altLang="zh-TW" dirty="0"/>
              <a:t>9.21</a:t>
            </a:r>
            <a:endParaRPr lang="zh-TW" altLang="en-US" dirty="0"/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AEFB0F08-9B0E-3FC8-CD41-A02D18CA67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14" y="665710"/>
            <a:ext cx="2473458" cy="2537207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719053AE-46DD-7FA0-3FD0-FE7A98F9F1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2305" y="515636"/>
            <a:ext cx="2551373" cy="2599512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0D4F7A51-CF66-7329-048A-15570F8D19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1583" y="672870"/>
            <a:ext cx="2227387" cy="2314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983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F3859E67-5918-29CA-735E-23552C9D32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001" y="857423"/>
            <a:ext cx="2145565" cy="2200674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D0386D2C-6DDB-B0A3-464B-F8F32BD3C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9496" y="891997"/>
            <a:ext cx="2101439" cy="2166099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745EF8A7-A971-800B-A8BE-F4C1CEEE9D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8926" y="680199"/>
            <a:ext cx="2354077" cy="24063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D7AFA616-9203-34F5-932C-7AEF83E04A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6875" y="3813919"/>
            <a:ext cx="2432117" cy="248598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F0A1261-0D5B-46CE-59B8-9745921F27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6808" y="3771501"/>
            <a:ext cx="2432118" cy="2528398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70E6C5C8-1A44-C3A1-92DB-5784092F2BD0}"/>
              </a:ext>
            </a:extLst>
          </p:cNvPr>
          <p:cNvSpPr txBox="1"/>
          <p:nvPr/>
        </p:nvSpPr>
        <p:spPr>
          <a:xfrm>
            <a:off x="237744" y="146304"/>
            <a:ext cx="1618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EB975DB2-BEDC-132A-3F7E-912A16453CB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40501" y="680199"/>
            <a:ext cx="2456364" cy="254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79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DA9BA5DE-6C2C-B4F1-C4AD-30100B0D4D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77" y="789330"/>
            <a:ext cx="2896109" cy="2068109"/>
          </a:xfrm>
          <a:prstGeom prst="rect">
            <a:avLst/>
          </a:prstGeom>
        </p:spPr>
      </p:pic>
      <p:sp>
        <p:nvSpPr>
          <p:cNvPr id="5" name="文字方塊 4">
            <a:extLst>
              <a:ext uri="{FF2B5EF4-FFF2-40B4-BE49-F238E27FC236}">
                <a16:creationId xmlns:a16="http://schemas.microsoft.com/office/drawing/2014/main" id="{FA287F4C-CF4A-35D0-48DC-E2B4313792DE}"/>
              </a:ext>
            </a:extLst>
          </p:cNvPr>
          <p:cNvSpPr txBox="1"/>
          <p:nvPr/>
        </p:nvSpPr>
        <p:spPr>
          <a:xfrm>
            <a:off x="1404235" y="2992723"/>
            <a:ext cx="11391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8.49</a:t>
            </a:r>
            <a:r>
              <a:rPr lang="zh-TW" altLang="en-US" dirty="0"/>
              <a:t>  </a:t>
            </a:r>
            <a:r>
              <a:rPr lang="en-US" altLang="zh-TW" dirty="0"/>
              <a:t>7.76</a:t>
            </a:r>
            <a:endParaRPr lang="zh-TW" altLang="en-US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EB028AF-9E29-30CF-3558-0B96AB459249}"/>
              </a:ext>
            </a:extLst>
          </p:cNvPr>
          <p:cNvSpPr txBox="1"/>
          <p:nvPr/>
        </p:nvSpPr>
        <p:spPr>
          <a:xfrm>
            <a:off x="237744" y="146304"/>
            <a:ext cx="16184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</a:t>
            </a:r>
            <a:endParaRPr lang="zh-TW" altLang="en-US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69FDA96F-A6F9-FC3F-DCCC-790F687835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3730" y="715733"/>
            <a:ext cx="2800093" cy="1989540"/>
          </a:xfrm>
          <a:prstGeom prst="rect">
            <a:avLst/>
          </a:prstGeom>
        </p:spPr>
      </p:pic>
      <p:sp>
        <p:nvSpPr>
          <p:cNvPr id="10" name="文字方塊 9">
            <a:extLst>
              <a:ext uri="{FF2B5EF4-FFF2-40B4-BE49-F238E27FC236}">
                <a16:creationId xmlns:a16="http://schemas.microsoft.com/office/drawing/2014/main" id="{4B2AFC12-62CC-81A6-DB16-ACD498518B8C}"/>
              </a:ext>
            </a:extLst>
          </p:cNvPr>
          <p:cNvSpPr txBox="1"/>
          <p:nvPr/>
        </p:nvSpPr>
        <p:spPr>
          <a:xfrm>
            <a:off x="9885426" y="3143750"/>
            <a:ext cx="15994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12.52</a:t>
            </a:r>
            <a:r>
              <a:rPr lang="zh-TW" altLang="en-US" dirty="0"/>
              <a:t>  </a:t>
            </a:r>
            <a:r>
              <a:rPr lang="en-US" altLang="zh-TW" dirty="0"/>
              <a:t>11.89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280E01E-88D4-6C89-DFAD-667BD062C0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4286" y="715733"/>
            <a:ext cx="3007172" cy="211717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E9BF136E-75F4-8CB2-EE1E-B007C582FD63}"/>
              </a:ext>
            </a:extLst>
          </p:cNvPr>
          <p:cNvSpPr txBox="1"/>
          <p:nvPr/>
        </p:nvSpPr>
        <p:spPr>
          <a:xfrm>
            <a:off x="6998147" y="3143750"/>
            <a:ext cx="198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9.44</a:t>
            </a:r>
            <a:r>
              <a:rPr lang="zh-TW" altLang="en-US" dirty="0"/>
              <a:t>  </a:t>
            </a:r>
            <a:r>
              <a:rPr lang="en-US" altLang="zh-TW" dirty="0"/>
              <a:t>8.80</a:t>
            </a:r>
            <a:endParaRPr lang="zh-TW" altLang="en-US" dirty="0"/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id="{7D264457-D9FB-F872-ECC2-C8E0FA7C4D9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697265"/>
            <a:ext cx="3007172" cy="2135642"/>
          </a:xfrm>
          <a:prstGeom prst="rect">
            <a:avLst/>
          </a:prstGeom>
        </p:spPr>
      </p:pic>
      <p:sp>
        <p:nvSpPr>
          <p:cNvPr id="12" name="文字方塊 11">
            <a:extLst>
              <a:ext uri="{FF2B5EF4-FFF2-40B4-BE49-F238E27FC236}">
                <a16:creationId xmlns:a16="http://schemas.microsoft.com/office/drawing/2014/main" id="{0E05947E-7969-2480-D9CD-C1B88D076A4D}"/>
              </a:ext>
            </a:extLst>
          </p:cNvPr>
          <p:cNvSpPr txBox="1"/>
          <p:nvPr/>
        </p:nvSpPr>
        <p:spPr>
          <a:xfrm>
            <a:off x="4201062" y="3096244"/>
            <a:ext cx="19855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12.14</a:t>
            </a:r>
            <a:r>
              <a:rPr lang="zh-TW" altLang="en-US" dirty="0"/>
              <a:t>  </a:t>
            </a:r>
            <a:r>
              <a:rPr lang="en-US" altLang="zh-TW" dirty="0"/>
              <a:t>11.66</a:t>
            </a:r>
            <a:endParaRPr lang="zh-TW" altLang="en-US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CB3337C5-15AF-2794-E9DB-FC8E3E8E828F}"/>
              </a:ext>
            </a:extLst>
          </p:cNvPr>
          <p:cNvSpPr txBox="1"/>
          <p:nvPr/>
        </p:nvSpPr>
        <p:spPr>
          <a:xfrm>
            <a:off x="1856231" y="5884004"/>
            <a:ext cx="3217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12.35</a:t>
            </a:r>
            <a:r>
              <a:rPr lang="zh-TW" altLang="en-US" dirty="0"/>
              <a:t>  </a:t>
            </a:r>
            <a:r>
              <a:rPr lang="en-US" altLang="zh-TW" dirty="0"/>
              <a:t>11.92</a:t>
            </a:r>
            <a:r>
              <a:rPr lang="zh-TW" altLang="en-US" dirty="0"/>
              <a:t>  </a:t>
            </a:r>
            <a:r>
              <a:rPr lang="en-US" altLang="zh-TW" dirty="0"/>
              <a:t>9.96</a:t>
            </a:r>
            <a:r>
              <a:rPr lang="zh-TW" altLang="en-US" dirty="0"/>
              <a:t>  </a:t>
            </a:r>
            <a:r>
              <a:rPr lang="en-US" altLang="zh-TW" dirty="0"/>
              <a:t>9.69</a:t>
            </a:r>
            <a:r>
              <a:rPr lang="zh-TW" altLang="en-US" dirty="0"/>
              <a:t>  </a:t>
            </a:r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6E7C98D8-1368-5342-0E4F-01D561D3C1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4235" y="3521870"/>
            <a:ext cx="3217925" cy="2269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8117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D11B7F17-2F0E-7153-53F0-BD7C4EE72D77}"/>
              </a:ext>
            </a:extLst>
          </p:cNvPr>
          <p:cNvSpPr txBox="1"/>
          <p:nvPr/>
        </p:nvSpPr>
        <p:spPr>
          <a:xfrm>
            <a:off x="237744" y="146304"/>
            <a:ext cx="2505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+</a:t>
            </a:r>
            <a:r>
              <a:rPr lang="zh-TW" altLang="en-US" dirty="0"/>
              <a:t> </a:t>
            </a:r>
            <a:r>
              <a:rPr lang="en-US" altLang="zh-TW" dirty="0"/>
              <a:t>Transformer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5372F764-111B-4099-35BD-F2ED34114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7877" y="850020"/>
            <a:ext cx="2383547" cy="2436066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47ADE4AA-8E64-3323-FBAB-564D83CB78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9333" y="850020"/>
            <a:ext cx="2410826" cy="2506428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36B1B63A-D2D2-D0C8-1C58-3F7B10FA42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285" y="730685"/>
            <a:ext cx="2505456" cy="2569699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7ABDDF9F-D9DF-A6AA-32BD-8DA88162D5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2446" y="3733421"/>
            <a:ext cx="2695575" cy="1906883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58463796-95CC-482E-59AF-9FA8EA25E68D}"/>
              </a:ext>
            </a:extLst>
          </p:cNvPr>
          <p:cNvSpPr txBox="1"/>
          <p:nvPr/>
        </p:nvSpPr>
        <p:spPr>
          <a:xfrm>
            <a:off x="1490472" y="5704009"/>
            <a:ext cx="2510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12.94  10.90  8.85  8.13</a:t>
            </a:r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AA0FC182-5C0D-ED44-D033-3EEA9B62BD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9333" y="3707462"/>
            <a:ext cx="2829055" cy="1996547"/>
          </a:xfrm>
          <a:prstGeom prst="rect">
            <a:avLst/>
          </a:prstGeom>
        </p:spPr>
      </p:pic>
      <p:sp>
        <p:nvSpPr>
          <p:cNvPr id="9" name="文字方塊 8">
            <a:extLst>
              <a:ext uri="{FF2B5EF4-FFF2-40B4-BE49-F238E27FC236}">
                <a16:creationId xmlns:a16="http://schemas.microsoft.com/office/drawing/2014/main" id="{81F1C299-0D6B-84FC-0328-5DB7CF65ED08}"/>
              </a:ext>
            </a:extLst>
          </p:cNvPr>
          <p:cNvSpPr txBox="1"/>
          <p:nvPr/>
        </p:nvSpPr>
        <p:spPr>
          <a:xfrm>
            <a:off x="7967599" y="5823314"/>
            <a:ext cx="2510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15.10</a:t>
            </a:r>
            <a:r>
              <a:rPr lang="zh-TW" altLang="en-US" dirty="0"/>
              <a:t>  </a:t>
            </a:r>
            <a:r>
              <a:rPr lang="en-US" altLang="zh-TW" dirty="0"/>
              <a:t>12.23</a:t>
            </a:r>
            <a:r>
              <a:rPr lang="zh-TW" altLang="en-US" dirty="0"/>
              <a:t>  </a:t>
            </a:r>
            <a:r>
              <a:rPr lang="en-US" altLang="zh-TW" dirty="0"/>
              <a:t>9.25</a:t>
            </a:r>
            <a:r>
              <a:rPr lang="zh-TW" altLang="en-US" dirty="0"/>
              <a:t>  </a:t>
            </a:r>
            <a:r>
              <a:rPr lang="en-US" altLang="zh-TW" dirty="0"/>
              <a:t>9.13</a:t>
            </a: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35C1FFA7-605B-3F88-1C6C-BA29964BFD0C}"/>
              </a:ext>
            </a:extLst>
          </p:cNvPr>
          <p:cNvSpPr txBox="1"/>
          <p:nvPr/>
        </p:nvSpPr>
        <p:spPr>
          <a:xfrm>
            <a:off x="4729035" y="5823314"/>
            <a:ext cx="25107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13.51  11.17  9.26  9.57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04B60CC9-0599-31F9-E98D-9792A0FEE747}"/>
              </a:ext>
            </a:extLst>
          </p:cNvPr>
          <p:cNvSpPr txBox="1"/>
          <p:nvPr/>
        </p:nvSpPr>
        <p:spPr>
          <a:xfrm>
            <a:off x="10567417" y="4553327"/>
            <a:ext cx="13929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Layer = 1, head = 8</a:t>
            </a:r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FF7BD173-4553-7217-2E31-CD85D830A5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877" y="3707462"/>
            <a:ext cx="2691130" cy="1919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600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C162FF06-8048-C79E-6DC5-2D96C2D9B196}"/>
              </a:ext>
            </a:extLst>
          </p:cNvPr>
          <p:cNvSpPr txBox="1"/>
          <p:nvPr/>
        </p:nvSpPr>
        <p:spPr>
          <a:xfrm>
            <a:off x="219456" y="35929"/>
            <a:ext cx="1216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42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2883A98F-84C3-67FE-BCB5-B9CF9479B3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46" y="502920"/>
            <a:ext cx="1977862" cy="204922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FADB8A41-A5F9-C4E0-A761-0D5F41A551CC}"/>
              </a:ext>
            </a:extLst>
          </p:cNvPr>
          <p:cNvSpPr txBox="1"/>
          <p:nvPr/>
        </p:nvSpPr>
        <p:spPr>
          <a:xfrm>
            <a:off x="2654046" y="10283"/>
            <a:ext cx="73586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0.7048611111111112 Sensitivity: 0.37853470437017994 Specificity: 0.8712319790301442 Positive Predictive Value (PPV): 0.59979633401222 Negative Predictive Value (NPV): 0.7333149476006618</a:t>
            </a:r>
            <a:endParaRPr lang="zh-TW" altLang="en-US" sz="1200" dirty="0"/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02EAF50-CF0B-B9F4-029F-BC8166E0105D}"/>
              </a:ext>
            </a:extLst>
          </p:cNvPr>
          <p:cNvSpPr txBox="1"/>
          <p:nvPr/>
        </p:nvSpPr>
        <p:spPr>
          <a:xfrm>
            <a:off x="2654046" y="656614"/>
            <a:ext cx="74683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0.7237413194444444 Sensitivity: 0.32519280205655526 Specificity: 0.9269331585845347 Positive Predictive Value (PPV): 0.6941015089163237 Negative Predictive Value (NPV): 0.7293116782675947</a:t>
            </a:r>
            <a:endParaRPr lang="zh-TW" altLang="en-US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C94FB3C3-234C-F010-700D-6C334150F569}"/>
              </a:ext>
            </a:extLst>
          </p:cNvPr>
          <p:cNvSpPr txBox="1"/>
          <p:nvPr/>
        </p:nvSpPr>
        <p:spPr>
          <a:xfrm>
            <a:off x="2654046" y="1302945"/>
            <a:ext cx="746836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0.8133680555555556 Sensitivity: 0.4640102827763496 Specificity: 0.991480996068152 Positive Predictive Value (PPV): 0.9652406417112299 Negative Predictive Value (NPV): 0.7839378238341969</a:t>
            </a:r>
            <a:endParaRPr lang="zh-TW" altLang="en-US" sz="1200" dirty="0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FC3854F3-A9FE-3DBF-8954-1E07B0EBE9DC}"/>
              </a:ext>
            </a:extLst>
          </p:cNvPr>
          <p:cNvSpPr txBox="1"/>
          <p:nvPr/>
        </p:nvSpPr>
        <p:spPr>
          <a:xfrm>
            <a:off x="2654046" y="1859093"/>
            <a:ext cx="754151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0.8157552083333334 Sensitivity: 0.487146529562982 Specificity: 0.9832896461336829 Positive Predictive Value (PPV): 0.9369592088998764 Negative Predictive Value (NPV): 0.7899447222953409</a:t>
            </a:r>
            <a:endParaRPr lang="zh-TW" altLang="en-US" sz="1200" dirty="0"/>
          </a:p>
        </p:txBody>
      </p:sp>
      <p:pic>
        <p:nvPicPr>
          <p:cNvPr id="16" name="圖片 15">
            <a:extLst>
              <a:ext uri="{FF2B5EF4-FFF2-40B4-BE49-F238E27FC236}">
                <a16:creationId xmlns:a16="http://schemas.microsoft.com/office/drawing/2014/main" id="{5759E09D-E3B8-B4D7-9652-5342D9C7F9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241" y="2669938"/>
            <a:ext cx="2006732" cy="2075930"/>
          </a:xfrm>
          <a:prstGeom prst="rect">
            <a:avLst/>
          </a:prstGeom>
        </p:spPr>
      </p:pic>
      <p:sp>
        <p:nvSpPr>
          <p:cNvPr id="18" name="文字方塊 17">
            <a:extLst>
              <a:ext uri="{FF2B5EF4-FFF2-40B4-BE49-F238E27FC236}">
                <a16:creationId xmlns:a16="http://schemas.microsoft.com/office/drawing/2014/main" id="{49BA6745-326C-EBBA-6C6A-17BD02D652CB}"/>
              </a:ext>
            </a:extLst>
          </p:cNvPr>
          <p:cNvSpPr txBox="1"/>
          <p:nvPr/>
        </p:nvSpPr>
        <p:spPr>
          <a:xfrm>
            <a:off x="2654046" y="2518601"/>
            <a:ext cx="71595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0.6883680555555556 Sensitivity: 0.7101990049751243 Specificity: 0.6766666666666666 Positive Predictive Value (PPV): 0.540719696969697 Negative Predictive Value (NPV): 0.813301282051282</a:t>
            </a:r>
            <a:endParaRPr lang="zh-TW" altLang="en-US" sz="1200" dirty="0"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5E590C7-FE34-D30C-6D06-E325C1965446}"/>
              </a:ext>
            </a:extLst>
          </p:cNvPr>
          <p:cNvSpPr txBox="1"/>
          <p:nvPr/>
        </p:nvSpPr>
        <p:spPr>
          <a:xfrm>
            <a:off x="2654045" y="3061572"/>
            <a:ext cx="715951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0.7092013888888888 Sensitivity: 0.6859452736318408 Specificity: 0.7216666666666667 Positive Predictive Value (PPV): 0.5691434468524251 Negative Predictive Value (NPV): 0.8108614232209738</a:t>
            </a:r>
            <a:endParaRPr lang="zh-TW" altLang="en-US" sz="1200" dirty="0"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4A0BE0EB-35AB-9890-27B5-8162F26D5795}"/>
              </a:ext>
            </a:extLst>
          </p:cNvPr>
          <p:cNvSpPr txBox="1"/>
          <p:nvPr/>
        </p:nvSpPr>
        <p:spPr>
          <a:xfrm>
            <a:off x="2654044" y="3657103"/>
            <a:ext cx="67277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0.7760416666666666 Sensitivity: 0.4247512437810945 Specificity: 0.9643333333333334 Positive Predictive Value (PPV): 0.8645569620253165 Negative Predictive Value (NPV): 0.7577265584075432</a:t>
            </a:r>
            <a:endParaRPr lang="zh-TW" altLang="en-US" sz="12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5D6D843B-B75D-A7A8-0F6B-FA5B628E69D1}"/>
              </a:ext>
            </a:extLst>
          </p:cNvPr>
          <p:cNvSpPr txBox="1"/>
          <p:nvPr/>
        </p:nvSpPr>
        <p:spPr>
          <a:xfrm>
            <a:off x="2654042" y="4240566"/>
            <a:ext cx="72489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0.7801649305555556 Sensitivity: 0.43843283582089554 Specificity: 0.9633333333333334 Positive Predictive Value (PPV): 0.8650306748466258 Negative Predictive Value (NPV): 0.7619298708146586</a:t>
            </a:r>
            <a:endParaRPr lang="zh-TW" altLang="en-US" sz="1200" dirty="0"/>
          </a:p>
        </p:txBody>
      </p:sp>
      <p:pic>
        <p:nvPicPr>
          <p:cNvPr id="26" name="圖片 25">
            <a:extLst>
              <a:ext uri="{FF2B5EF4-FFF2-40B4-BE49-F238E27FC236}">
                <a16:creationId xmlns:a16="http://schemas.microsoft.com/office/drawing/2014/main" id="{1E0ECDB3-2441-CC19-CE93-B68A1D337D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447" y="4886897"/>
            <a:ext cx="1880526" cy="1935174"/>
          </a:xfrm>
          <a:prstGeom prst="rect">
            <a:avLst/>
          </a:prstGeom>
        </p:spPr>
      </p:pic>
      <p:sp>
        <p:nvSpPr>
          <p:cNvPr id="28" name="文字方塊 27">
            <a:extLst>
              <a:ext uri="{FF2B5EF4-FFF2-40B4-BE49-F238E27FC236}">
                <a16:creationId xmlns:a16="http://schemas.microsoft.com/office/drawing/2014/main" id="{854E1424-B460-5DED-8D60-E936A2BECEE6}"/>
              </a:ext>
            </a:extLst>
          </p:cNvPr>
          <p:cNvSpPr txBox="1"/>
          <p:nvPr/>
        </p:nvSpPr>
        <p:spPr>
          <a:xfrm>
            <a:off x="2654042" y="4886663"/>
            <a:ext cx="823747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0.712890625 Sensitivity: 0.4119537275064267 Specificity: 0.8663171690694627 Positive Predictive Value (PPV): 0.6110581506196378 Negative Predictive Value (NPV): 0.742905310480472</a:t>
            </a:r>
            <a:endParaRPr lang="zh-TW" altLang="en-US" sz="11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E53D147-D0B8-A376-BED4-8232AC0DC5A8}"/>
              </a:ext>
            </a:extLst>
          </p:cNvPr>
          <p:cNvSpPr txBox="1"/>
          <p:nvPr/>
        </p:nvSpPr>
        <p:spPr>
          <a:xfrm>
            <a:off x="2654042" y="5279574"/>
            <a:ext cx="84813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0.7161458333333334 Sensitivity: 0.6561696658097687 Specificity: 0.7467234600262124 Positive Predictive Value (PPV): 0.5691192865105908 Negative Predictive Value (NPV): 0.8098791755508173</a:t>
            </a:r>
            <a:endParaRPr lang="zh-TW" altLang="en-US" sz="10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79CF3D4B-78A4-7D32-43BF-D0A671F50551}"/>
              </a:ext>
            </a:extLst>
          </p:cNvPr>
          <p:cNvSpPr txBox="1"/>
          <p:nvPr/>
        </p:nvSpPr>
        <p:spPr>
          <a:xfrm>
            <a:off x="2654041" y="5647062"/>
            <a:ext cx="889451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0.7779947916666666 Sensitivity: 0.4524421593830334 Specificity: 0.9439711664482306 Positive Predictive Value (PPV): 0.8045714285714286 Negative Predictive Value (NPV): 0.7717653361907313</a:t>
            </a:r>
            <a:endParaRPr lang="zh-TW" altLang="en-US" sz="11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3BC45A8F-A5A5-1BBC-0859-CF591D3548C9}"/>
              </a:ext>
            </a:extLst>
          </p:cNvPr>
          <p:cNvSpPr txBox="1"/>
          <p:nvPr/>
        </p:nvSpPr>
        <p:spPr>
          <a:xfrm>
            <a:off x="2654040" y="6019279"/>
            <a:ext cx="87454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0.7719184027777778 Sensitivity: 0.4453727506426735 Specificity: 0.9384010484927916 Positive Predictive Value (PPV): 0.7866061293984109 Negative Predictive Value (NPV): 0.7684464716930507</a:t>
            </a:r>
            <a:endParaRPr lang="zh-TW" altLang="en-US" sz="1100" dirty="0"/>
          </a:p>
        </p:txBody>
      </p:sp>
    </p:spTree>
    <p:extLst>
      <p:ext uri="{BB962C8B-B14F-4D97-AF65-F5344CB8AC3E}">
        <p14:creationId xmlns:p14="http://schemas.microsoft.com/office/powerpoint/2010/main" val="907152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02754C4D-CAE3-E246-628F-749C085DAF81}"/>
              </a:ext>
            </a:extLst>
          </p:cNvPr>
          <p:cNvSpPr txBox="1"/>
          <p:nvPr/>
        </p:nvSpPr>
        <p:spPr>
          <a:xfrm>
            <a:off x="137159" y="141011"/>
            <a:ext cx="3557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Transformer(layer=1, head=8)</a:t>
            </a:r>
            <a:r>
              <a:rPr lang="zh-TW" altLang="en-US" dirty="0"/>
              <a:t> </a:t>
            </a:r>
            <a:r>
              <a:rPr lang="en-US" altLang="zh-TW" dirty="0"/>
              <a:t>42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F907958-3B22-BD69-FF2D-1302DE3A81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993" y="648843"/>
            <a:ext cx="2013683" cy="207606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44D3E0B2-2F80-9738-800B-5792F06683EF}"/>
              </a:ext>
            </a:extLst>
          </p:cNvPr>
          <p:cNvSpPr txBox="1"/>
          <p:nvPr/>
        </p:nvSpPr>
        <p:spPr>
          <a:xfrm>
            <a:off x="3694176" y="0"/>
            <a:ext cx="71940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0.6953125 Sensitivity: 0.6172985781990521 Specificity: 0.738517060367454 Positive Predictive Value (PPV): 0.5666122892876564 Negative Predictive Value (NPV): 0.7770107007248878</a:t>
            </a:r>
            <a:endParaRPr lang="zh-TW" altLang="en-US" sz="1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F53B37D-B51B-6FE3-EFE7-8BA984B8DA85}"/>
              </a:ext>
            </a:extLst>
          </p:cNvPr>
          <p:cNvSpPr txBox="1"/>
          <p:nvPr/>
        </p:nvSpPr>
        <p:spPr>
          <a:xfrm>
            <a:off x="3694176" y="569419"/>
            <a:ext cx="71300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0.7022804054054054 Sensitivity: 0.5835308056872038 Specificity: 0.7680446194225722 Positive Predictive Value (PPV): 0.5821513002364066 Negative Predictive Value (NPV): 0.769053876478318</a:t>
            </a:r>
            <a:endParaRPr lang="zh-TW" altLang="en-US" sz="1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67BFB3F6-59EB-366F-FB8D-3A406437A0EC}"/>
              </a:ext>
            </a:extLst>
          </p:cNvPr>
          <p:cNvSpPr txBox="1"/>
          <p:nvPr/>
        </p:nvSpPr>
        <p:spPr>
          <a:xfrm>
            <a:off x="3694176" y="1215750"/>
            <a:ext cx="66819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0.8336148648648649 Sensitivity: 0.7031990521327014 Specificity: 0.9058398950131233 Positive Predictive Value (PPV): 0.805291723202171 Negative Predictive Value (NPV): 0.8464132434089515</a:t>
            </a:r>
            <a:endParaRPr lang="zh-TW" altLang="en-US" sz="12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1BAD2C19-EFC0-A4AB-39C2-0A5A604A423F}"/>
              </a:ext>
            </a:extLst>
          </p:cNvPr>
          <p:cNvSpPr txBox="1"/>
          <p:nvPr/>
        </p:nvSpPr>
        <p:spPr>
          <a:xfrm>
            <a:off x="3694176" y="1809633"/>
            <a:ext cx="71300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0.8165118243243243 Sensitivity: 0.784952606635071 Specificity: 0.833989501312336 Positive Predictive Value (PPV): 0.7236482796286182 Negative Predictive Value (NPV): 0.8750430292598967</a:t>
            </a:r>
            <a:endParaRPr lang="zh-TW" altLang="en-US" sz="1200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FB72561-6404-B400-3EFC-3B261F2D72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993" y="2851372"/>
            <a:ext cx="2013683" cy="2079649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B6EEB22D-C6E5-2348-F2FD-D7F01A99B80F}"/>
              </a:ext>
            </a:extLst>
          </p:cNvPr>
          <p:cNvSpPr txBox="1"/>
          <p:nvPr/>
        </p:nvSpPr>
        <p:spPr>
          <a:xfrm>
            <a:off x="3694176" y="2382315"/>
            <a:ext cx="6908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0.6827713815789473 Sensitivity: 0.472 Specificity: 0.8012202954399487 Positive Predictive Value (PPV): 0.5716262975778547 Negative Predictive Value (NPV): 0.7297455396314712</a:t>
            </a:r>
            <a:endParaRPr lang="zh-TW" altLang="en-US" sz="1200" dirty="0"/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49F876F6-1909-A016-1E90-3FCF7C3DA593}"/>
              </a:ext>
            </a:extLst>
          </p:cNvPr>
          <p:cNvSpPr txBox="1"/>
          <p:nvPr/>
        </p:nvSpPr>
        <p:spPr>
          <a:xfrm>
            <a:off x="3694176" y="2984632"/>
            <a:ext cx="70002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0.7142269736842105 Sensitivity: 0.6434285714285715 Specificity: 0.7540141297366731 Positive Predictive Value (PPV): 0.595137420718816 Negative Predictive Value (NPV): 0.7900403768506057</a:t>
            </a:r>
            <a:endParaRPr lang="zh-TW" altLang="en-US" sz="12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09F84491-694D-5C1D-4753-45BFB2168842}"/>
              </a:ext>
            </a:extLst>
          </p:cNvPr>
          <p:cNvSpPr txBox="1"/>
          <p:nvPr/>
        </p:nvSpPr>
        <p:spPr>
          <a:xfrm>
            <a:off x="3694176" y="3586949"/>
            <a:ext cx="751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0.7613075657894737 Sensitivity: 0.6634285714285715 Specificity: 0.8163134232498395 Positive Predictive Value (PPV): 0.6699365262550491 Negative Predictive Value (NPV): 0.8118811881188119</a:t>
            </a:r>
            <a:endParaRPr lang="zh-TW" altLang="en-US" sz="1200" dirty="0"/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CCAA4A5A-C913-E224-509F-5B685A0358AE}"/>
              </a:ext>
            </a:extLst>
          </p:cNvPr>
          <p:cNvSpPr txBox="1"/>
          <p:nvPr/>
        </p:nvSpPr>
        <p:spPr>
          <a:xfrm>
            <a:off x="3694176" y="4233280"/>
            <a:ext cx="713003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0.7756990131578947 Sensitivity: 0.5948571428571429 Specificity: 0.8773281952472703 Positive Predictive Value (PPV): 0.7315530569219958 Negative Predictive Value (NPV): 0.7939552455681488</a:t>
            </a:r>
            <a:endParaRPr lang="zh-TW" altLang="en-US" sz="1200" dirty="0"/>
          </a:p>
        </p:txBody>
      </p:sp>
      <p:pic>
        <p:nvPicPr>
          <p:cNvPr id="19" name="圖片 18">
            <a:extLst>
              <a:ext uri="{FF2B5EF4-FFF2-40B4-BE49-F238E27FC236}">
                <a16:creationId xmlns:a16="http://schemas.microsoft.com/office/drawing/2014/main" id="{81AFDE8D-4917-CD83-4634-A9D2506826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7584" y="5057481"/>
            <a:ext cx="1738500" cy="1785968"/>
          </a:xfrm>
          <a:prstGeom prst="rect">
            <a:avLst/>
          </a:prstGeom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1CF5F41A-8FDB-92D5-1438-66489BFDFF86}"/>
              </a:ext>
            </a:extLst>
          </p:cNvPr>
          <p:cNvSpPr txBox="1"/>
          <p:nvPr/>
        </p:nvSpPr>
        <p:spPr>
          <a:xfrm>
            <a:off x="3694176" y="4833605"/>
            <a:ext cx="649630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0.6918402777777778 Sensitivity: 0.2610340479192938 Specificity: 0.9179351422898743 Positive Predictive Value (PPV): 0.6253776435045317 Negative Predictive Value (NPV): 0.7029903699949316</a:t>
            </a:r>
            <a:endParaRPr lang="zh-TW" altLang="en-US" sz="11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9AC195F8-16A0-E80A-CFC6-0D54A77E1256}"/>
              </a:ext>
            </a:extLst>
          </p:cNvPr>
          <p:cNvSpPr txBox="1"/>
          <p:nvPr/>
        </p:nvSpPr>
        <p:spPr>
          <a:xfrm>
            <a:off x="3694176" y="5380672"/>
            <a:ext cx="6096000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0.7213541666666666 Sensitivity: 0.4823455233291299 Specificity: 0.8467902051621443 Positive Predictive Value (PPV): 0.6229641693811075 Negative Predictive Value (NPV): 0.7571005917159763</a:t>
            </a:r>
            <a:endParaRPr lang="zh-TW" altLang="en-US" sz="1100" dirty="0"/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F7EF538-3231-C5D8-6C0C-296442B2D6C4}"/>
              </a:ext>
            </a:extLst>
          </p:cNvPr>
          <p:cNvSpPr txBox="1"/>
          <p:nvPr/>
        </p:nvSpPr>
        <p:spPr>
          <a:xfrm>
            <a:off x="3694176" y="5934830"/>
            <a:ext cx="864006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5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0.7660590277777778 Sensitivity: 0.6298865069356873 Specificity: 0.8375248180013236 Positive Predictive Value (PPV): 0.6704697986577182 Negative Predictive Value (NPV): 0.8117382937780628</a:t>
            </a:r>
            <a:endParaRPr lang="zh-TW" altLang="en-US" sz="1050" dirty="0"/>
          </a:p>
        </p:txBody>
      </p: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701B2C01-11E1-CFB5-0F0D-C5B7494526EC}"/>
              </a:ext>
            </a:extLst>
          </p:cNvPr>
          <p:cNvSpPr txBox="1"/>
          <p:nvPr/>
        </p:nvSpPr>
        <p:spPr>
          <a:xfrm>
            <a:off x="3694176" y="6297391"/>
            <a:ext cx="8426704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1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Accuracy: 0.7771267361111112 Sensitivity: 0.7408575031525851 Specificity: 0.7961614824619457 Positive Predictive Value (PPV): 0.6560580681183696 Negative Predictive Value (NPV): 0.8541001064962727</a:t>
            </a:r>
            <a:endParaRPr lang="zh-TW" altLang="en-US" sz="1100" dirty="0"/>
          </a:p>
        </p:txBody>
      </p:sp>
    </p:spTree>
    <p:extLst>
      <p:ext uri="{BB962C8B-B14F-4D97-AF65-F5344CB8AC3E}">
        <p14:creationId xmlns:p14="http://schemas.microsoft.com/office/powerpoint/2010/main" val="8582436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FCEDDEEC-B8E9-5BB6-73F1-9070F6B60B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422" y="2084832"/>
            <a:ext cx="2468359" cy="1773729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B09ED4A4-5B43-6EE5-D628-DA3409DA1D19}"/>
              </a:ext>
            </a:extLst>
          </p:cNvPr>
          <p:cNvSpPr txBox="1"/>
          <p:nvPr/>
        </p:nvSpPr>
        <p:spPr>
          <a:xfrm>
            <a:off x="3266694" y="2063309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12.434478101504721 Interquartile Mean (IQM): 11.050743277616741</a:t>
            </a:r>
            <a:endParaRPr lang="zh-TW" altLang="en-US" sz="1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D55829C-1B5F-12B0-2995-C1CEFD29AB54}"/>
              </a:ext>
            </a:extLst>
          </p:cNvPr>
          <p:cNvSpPr txBox="1"/>
          <p:nvPr/>
        </p:nvSpPr>
        <p:spPr>
          <a:xfrm>
            <a:off x="3266694" y="2524974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12.00844086799553 Interquartile Mean (IQM): 10.979008814487978</a:t>
            </a:r>
            <a:endParaRPr lang="zh-TW" altLang="en-US" sz="1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DC56BBFE-7120-6D70-BEE4-657B9EF1034D}"/>
              </a:ext>
            </a:extLst>
          </p:cNvPr>
          <p:cNvSpPr txBox="1"/>
          <p:nvPr/>
        </p:nvSpPr>
        <p:spPr>
          <a:xfrm>
            <a:off x="3266694" y="2995576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10.253295828394437 Interquartile Mean (IQM): 8.543804847971497</a:t>
            </a:r>
            <a:endParaRPr lang="zh-TW" altLang="en-US" sz="12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699FF18-B21C-7D49-81A0-562F046F0C12}"/>
              </a:ext>
            </a:extLst>
          </p:cNvPr>
          <p:cNvSpPr txBox="1"/>
          <p:nvPr/>
        </p:nvSpPr>
        <p:spPr>
          <a:xfrm>
            <a:off x="3266694" y="3466178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9.205590861753123 Interquartile Mean (IQM): 7.438824524120649</a:t>
            </a:r>
            <a:endParaRPr lang="zh-TW" altLang="en-US" sz="12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C2B3A961-7D4F-37C2-F01C-9B60E7E4D3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857" y="4389211"/>
            <a:ext cx="2755837" cy="1929086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13AF46E3-9F9C-C79D-43DE-831FE017AFC2}"/>
              </a:ext>
            </a:extLst>
          </p:cNvPr>
          <p:cNvSpPr txBox="1"/>
          <p:nvPr/>
        </p:nvSpPr>
        <p:spPr>
          <a:xfrm>
            <a:off x="3266694" y="4302359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12.650989945699278 Interquartile Mean (IQM): 11.346588404737759</a:t>
            </a:r>
            <a:endParaRPr lang="zh-TW" altLang="en-US" sz="12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15E3E79E-8EF0-2C62-1F73-EF9822252972}"/>
              </a:ext>
            </a:extLst>
          </p:cNvPr>
          <p:cNvSpPr txBox="1"/>
          <p:nvPr/>
        </p:nvSpPr>
        <p:spPr>
          <a:xfrm>
            <a:off x="3266694" y="4833009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11.851089891021221 Interquartile Mean (IQM): 10.357386021865388</a:t>
            </a:r>
            <a:endParaRPr lang="zh-TW" altLang="en-US" sz="1200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18F20ECA-B163-70E2-1FA4-BA21E3F46716}"/>
              </a:ext>
            </a:extLst>
          </p:cNvPr>
          <p:cNvSpPr txBox="1"/>
          <p:nvPr/>
        </p:nvSpPr>
        <p:spPr>
          <a:xfrm>
            <a:off x="3266694" y="5294674"/>
            <a:ext cx="609447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10.56867110947823 Interquartile Mean (IQM): 8.9051708722671 </a:t>
            </a:r>
            <a:br>
              <a:rPr lang="en-US" altLang="zh-TW" dirty="0"/>
            </a:br>
            <a:endParaRPr lang="zh-TW" altLang="en-US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08B7286D-FF94-78EA-9DBA-D9B20BFFBA28}"/>
              </a:ext>
            </a:extLst>
          </p:cNvPr>
          <p:cNvSpPr txBox="1"/>
          <p:nvPr/>
        </p:nvSpPr>
        <p:spPr>
          <a:xfrm>
            <a:off x="3266694" y="5790511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9.340098062312887 Interquartile Mean (IQM): 7.541398447939025</a:t>
            </a:r>
            <a:endParaRPr lang="zh-TW" altLang="en-US" sz="1200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9B9BD346-065C-212A-7766-92A1257E6F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614" y="333010"/>
            <a:ext cx="2319973" cy="1639407"/>
          </a:xfrm>
          <a:prstGeom prst="rect">
            <a:avLst/>
          </a:prstGeom>
        </p:spPr>
      </p:pic>
      <p:sp>
        <p:nvSpPr>
          <p:cNvPr id="26" name="文字方塊 25">
            <a:extLst>
              <a:ext uri="{FF2B5EF4-FFF2-40B4-BE49-F238E27FC236}">
                <a16:creationId xmlns:a16="http://schemas.microsoft.com/office/drawing/2014/main" id="{93F7FA55-4324-03A7-05AD-CCE2A1393F17}"/>
              </a:ext>
            </a:extLst>
          </p:cNvPr>
          <p:cNvSpPr txBox="1"/>
          <p:nvPr/>
        </p:nvSpPr>
        <p:spPr>
          <a:xfrm>
            <a:off x="219456" y="35929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42</a:t>
            </a:r>
            <a:endParaRPr lang="zh-TW" altLang="en-US" dirty="0"/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3A10CF30-EFBE-F9A8-00CA-782CEE466569}"/>
              </a:ext>
            </a:extLst>
          </p:cNvPr>
          <p:cNvSpPr txBox="1"/>
          <p:nvPr/>
        </p:nvSpPr>
        <p:spPr>
          <a:xfrm>
            <a:off x="3202686" y="144159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11.82104219607481 Interquartile Mean (IQM): 10.426471756432878</a:t>
            </a:r>
            <a:endParaRPr lang="zh-TW" altLang="en-US" sz="1200" dirty="0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C9A7CA13-60E6-0139-876F-D63C796675C3}"/>
              </a:ext>
            </a:extLst>
          </p:cNvPr>
          <p:cNvSpPr txBox="1"/>
          <p:nvPr/>
        </p:nvSpPr>
        <p:spPr>
          <a:xfrm>
            <a:off x="3202686" y="605824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11.462547212273655 Interquartile Mean (IQM): 9.980230512126079</a:t>
            </a:r>
            <a:endParaRPr lang="zh-TW" altLang="en-US" sz="1200" dirty="0"/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61265F9F-C5CC-6834-2B59-D8C677F5A74B}"/>
              </a:ext>
            </a:extLst>
          </p:cNvPr>
          <p:cNvSpPr txBox="1"/>
          <p:nvPr/>
        </p:nvSpPr>
        <p:spPr>
          <a:xfrm>
            <a:off x="3202686" y="1056662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9.864264450569591 Interquartile Mean (IQM): 8.297753604485889</a:t>
            </a:r>
            <a:endParaRPr lang="zh-TW" altLang="en-US" sz="12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2450A6F8-71D0-30C0-6AA2-A687E3DCA1DA}"/>
              </a:ext>
            </a:extLst>
          </p:cNvPr>
          <p:cNvSpPr txBox="1"/>
          <p:nvPr/>
        </p:nvSpPr>
        <p:spPr>
          <a:xfrm>
            <a:off x="3192500" y="1431178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8.574938017462342 Interquartile Mean (IQM): 6.977809947903761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090727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C072330-75B5-AF1B-6D6C-F87E458720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151" y="356824"/>
            <a:ext cx="2685351" cy="1910126"/>
          </a:xfrm>
          <a:prstGeom prst="rect">
            <a:avLst/>
          </a:prstGeom>
        </p:spPr>
      </p:pic>
      <p:sp>
        <p:nvSpPr>
          <p:cNvPr id="7" name="文字方塊 6">
            <a:extLst>
              <a:ext uri="{FF2B5EF4-FFF2-40B4-BE49-F238E27FC236}">
                <a16:creationId xmlns:a16="http://schemas.microsoft.com/office/drawing/2014/main" id="{3BE08589-F9E6-9BD7-204F-BD9ED140090B}"/>
              </a:ext>
            </a:extLst>
          </p:cNvPr>
          <p:cNvSpPr txBox="1"/>
          <p:nvPr/>
        </p:nvSpPr>
        <p:spPr>
          <a:xfrm>
            <a:off x="3449574" y="380669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13.064388716887677 Interquartile Mean (IQM): 12.02501636658101</a:t>
            </a:r>
            <a:endParaRPr lang="zh-TW" altLang="en-US" sz="1200" dirty="0"/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3F5409F7-0509-3FF5-CD5B-E2575D4F6181}"/>
              </a:ext>
            </a:extLst>
          </p:cNvPr>
          <p:cNvSpPr txBox="1"/>
          <p:nvPr/>
        </p:nvSpPr>
        <p:spPr>
          <a:xfrm>
            <a:off x="3449574" y="965638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11.89536152298604 Interquartile Mean (IQM): 10.769458661605482</a:t>
            </a:r>
            <a:endParaRPr lang="zh-TW" altLang="en-US" sz="1200" dirty="0"/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B2BCEE5-D10C-B46F-87B4-FA15B2A34B98}"/>
              </a:ext>
            </a:extLst>
          </p:cNvPr>
          <p:cNvSpPr txBox="1"/>
          <p:nvPr/>
        </p:nvSpPr>
        <p:spPr>
          <a:xfrm>
            <a:off x="3449574" y="1568895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8.043185654813389 Interquartile Mean (IQM): 6.025015740023358</a:t>
            </a:r>
            <a:endParaRPr lang="zh-TW" altLang="en-US" sz="1200" dirty="0"/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D7513748-4709-2B71-A8A4-6062AD7F3AE7}"/>
              </a:ext>
            </a:extLst>
          </p:cNvPr>
          <p:cNvSpPr txBox="1"/>
          <p:nvPr/>
        </p:nvSpPr>
        <p:spPr>
          <a:xfrm>
            <a:off x="3449574" y="2036117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8.189792320901693 Interquartile Mean (IQM): 6.451766620738615</a:t>
            </a:r>
            <a:endParaRPr lang="zh-TW" altLang="en-US" sz="1200" dirty="0"/>
          </a:p>
        </p:txBody>
      </p:sp>
      <p:pic>
        <p:nvPicPr>
          <p:cNvPr id="15" name="圖片 14">
            <a:extLst>
              <a:ext uri="{FF2B5EF4-FFF2-40B4-BE49-F238E27FC236}">
                <a16:creationId xmlns:a16="http://schemas.microsoft.com/office/drawing/2014/main" id="{29CAC1F2-C29D-6E4E-12EC-2A996BDC69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789" y="2556519"/>
            <a:ext cx="2685352" cy="1913578"/>
          </a:xfrm>
          <a:prstGeom prst="rect">
            <a:avLst/>
          </a:prstGeom>
        </p:spPr>
      </p:pic>
      <p:sp>
        <p:nvSpPr>
          <p:cNvPr id="17" name="文字方塊 16">
            <a:extLst>
              <a:ext uri="{FF2B5EF4-FFF2-40B4-BE49-F238E27FC236}">
                <a16:creationId xmlns:a16="http://schemas.microsoft.com/office/drawing/2014/main" id="{81F676B8-DAA5-CCEC-7C5E-8DABC0ED20FF}"/>
              </a:ext>
            </a:extLst>
          </p:cNvPr>
          <p:cNvSpPr txBox="1"/>
          <p:nvPr/>
        </p:nvSpPr>
        <p:spPr>
          <a:xfrm>
            <a:off x="3449574" y="2656439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12.784349974811882 Interquartile Mean (IQM): 11.991940215530917</a:t>
            </a:r>
            <a:endParaRPr lang="zh-TW" altLang="en-US" sz="1200" dirty="0"/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F68E61A3-3655-3787-96F2-577F7CAEEAC5}"/>
              </a:ext>
            </a:extLst>
          </p:cNvPr>
          <p:cNvSpPr txBox="1"/>
          <p:nvPr/>
        </p:nvSpPr>
        <p:spPr>
          <a:xfrm>
            <a:off x="3449574" y="3118104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11.87812718102396 Interquartile Mean (IQM): 10.646958182009781</a:t>
            </a:r>
            <a:endParaRPr lang="zh-TW" altLang="en-US" sz="1200" dirty="0"/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2EE1B679-87EB-7A4C-1DFC-AEC577A69C83}"/>
              </a:ext>
            </a:extLst>
          </p:cNvPr>
          <p:cNvSpPr txBox="1"/>
          <p:nvPr/>
        </p:nvSpPr>
        <p:spPr>
          <a:xfrm>
            <a:off x="3449574" y="3567416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9.425530941768086 Interquartile Mean (IQM): 7.8392750758818135</a:t>
            </a:r>
            <a:endParaRPr lang="zh-TW" altLang="en-US" sz="1200" dirty="0"/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08CA0885-B957-64ED-D458-35D6BD9D072D}"/>
              </a:ext>
            </a:extLst>
          </p:cNvPr>
          <p:cNvSpPr txBox="1"/>
          <p:nvPr/>
        </p:nvSpPr>
        <p:spPr>
          <a:xfrm>
            <a:off x="3449574" y="4041434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9.510756861283177 Interquartile Mean (IQM): 8.01569762405144</a:t>
            </a:r>
            <a:endParaRPr lang="zh-TW" altLang="en-US" sz="1200" dirty="0"/>
          </a:p>
        </p:txBody>
      </p:sp>
      <p:pic>
        <p:nvPicPr>
          <p:cNvPr id="25" name="圖片 24">
            <a:extLst>
              <a:ext uri="{FF2B5EF4-FFF2-40B4-BE49-F238E27FC236}">
                <a16:creationId xmlns:a16="http://schemas.microsoft.com/office/drawing/2014/main" id="{81D41637-CEDA-1A30-9AFA-6599D9855A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789" y="4759666"/>
            <a:ext cx="2685352" cy="1905053"/>
          </a:xfrm>
          <a:prstGeom prst="rect">
            <a:avLst/>
          </a:prstGeom>
        </p:spPr>
      </p:pic>
      <p:sp>
        <p:nvSpPr>
          <p:cNvPr id="27" name="文字方塊 26">
            <a:extLst>
              <a:ext uri="{FF2B5EF4-FFF2-40B4-BE49-F238E27FC236}">
                <a16:creationId xmlns:a16="http://schemas.microsoft.com/office/drawing/2014/main" id="{E5F99CF9-0C78-1727-239B-F01C3D9C8FBC}"/>
              </a:ext>
            </a:extLst>
          </p:cNvPr>
          <p:cNvSpPr txBox="1"/>
          <p:nvPr/>
        </p:nvSpPr>
        <p:spPr>
          <a:xfrm>
            <a:off x="3449574" y="4664482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12.507338984437649 Interquartile Mean (IQM): 11.83669060822649</a:t>
            </a:r>
            <a:endParaRPr lang="zh-TW" altLang="en-US" sz="1200" dirty="0"/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844D774F-13CA-8C6B-5CE3-B7E009956082}"/>
              </a:ext>
            </a:extLst>
          </p:cNvPr>
          <p:cNvSpPr txBox="1"/>
          <p:nvPr/>
        </p:nvSpPr>
        <p:spPr>
          <a:xfrm>
            <a:off x="3449574" y="5126147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11.546071020990436 Interquartile Mean (IQM): 10.574989177716361</a:t>
            </a:r>
            <a:endParaRPr lang="zh-TW" altLang="en-US" sz="1200" dirty="0"/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DE2D2BB4-55DC-52F0-73BB-EA08ACF91867}"/>
              </a:ext>
            </a:extLst>
          </p:cNvPr>
          <p:cNvSpPr txBox="1"/>
          <p:nvPr/>
        </p:nvSpPr>
        <p:spPr>
          <a:xfrm>
            <a:off x="3449574" y="5587812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9.762010363111697 Interquartile Mean (IQM): 8.172899551612028</a:t>
            </a:r>
            <a:endParaRPr lang="zh-TW" altLang="en-US" sz="1200" dirty="0"/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9A9A6AE9-AD08-93E1-2659-A8BEA6EFAF95}"/>
              </a:ext>
            </a:extLst>
          </p:cNvPr>
          <p:cNvSpPr txBox="1"/>
          <p:nvPr/>
        </p:nvSpPr>
        <p:spPr>
          <a:xfrm>
            <a:off x="3442716" y="6190073"/>
            <a:ext cx="60944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b="0" i="0" dirty="0">
                <a:solidFill>
                  <a:srgbClr val="D5D5D5"/>
                </a:solidFill>
                <a:effectLst/>
                <a:highlight>
                  <a:srgbClr val="383838"/>
                </a:highlight>
                <a:latin typeface="Courier New" panose="02070309020205020404" pitchFamily="49" charset="0"/>
              </a:rPr>
              <a:t>Mean Absolute Error (MAE): 9.797736884926382 Interquartile Mean (IQM): 8.50484260164805</a:t>
            </a:r>
            <a:endParaRPr lang="zh-TW" altLang="en-US" sz="1200" dirty="0"/>
          </a:p>
        </p:txBody>
      </p:sp>
      <p:sp>
        <p:nvSpPr>
          <p:cNvPr id="34" name="文字方塊 33">
            <a:extLst>
              <a:ext uri="{FF2B5EF4-FFF2-40B4-BE49-F238E27FC236}">
                <a16:creationId xmlns:a16="http://schemas.microsoft.com/office/drawing/2014/main" id="{6EEB8950-731A-837D-B67E-9FF9519316D1}"/>
              </a:ext>
            </a:extLst>
          </p:cNvPr>
          <p:cNvSpPr txBox="1"/>
          <p:nvPr/>
        </p:nvSpPr>
        <p:spPr>
          <a:xfrm>
            <a:off x="173735" y="34469"/>
            <a:ext cx="35570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Transformer(layer=1, head=8)</a:t>
            </a:r>
            <a:r>
              <a:rPr lang="zh-TW" altLang="en-US" dirty="0"/>
              <a:t> </a:t>
            </a:r>
            <a:r>
              <a:rPr lang="en-US" altLang="zh-TW" dirty="0"/>
              <a:t>42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9808346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308676C6-9653-60FF-C304-40F13E5DD1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40" y="579481"/>
            <a:ext cx="1811770" cy="1880256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8A90D420-0882-FA22-DCE2-A632ABC7C834}"/>
              </a:ext>
            </a:extLst>
          </p:cNvPr>
          <p:cNvSpPr txBox="1"/>
          <p:nvPr/>
        </p:nvSpPr>
        <p:spPr>
          <a:xfrm>
            <a:off x="219456" y="35929"/>
            <a:ext cx="215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42</a:t>
            </a:r>
            <a:r>
              <a:rPr lang="zh-TW" altLang="en-US" dirty="0"/>
              <a:t> </a:t>
            </a:r>
            <a:r>
              <a:rPr lang="en-US" altLang="zh-TW" dirty="0"/>
              <a:t>(30epoch)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2C19BE59-2A91-1CAB-800B-050C2A656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6596" y="693738"/>
            <a:ext cx="3178108" cy="73869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F2822FB1-AC7A-B299-9897-3AA830A5EF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92300" y="1456397"/>
            <a:ext cx="3291429" cy="825871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58072D2-0180-4C09-6E2A-D141E27762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2015" y="693738"/>
            <a:ext cx="3333625" cy="825871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8C893E51-F04B-0DDB-2CBF-082CE14D17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7719" y="1558876"/>
            <a:ext cx="3393909" cy="723392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120B48D4-7366-D193-BBB1-31DA1EB8A9B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342" y="2633957"/>
            <a:ext cx="2030165" cy="2106775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F49AA887-75EB-7440-484C-ED6DAF5E839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92300" y="2866217"/>
            <a:ext cx="3516432" cy="821127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1C550CA4-CF98-3642-4CF9-A14D1CFC263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16597" y="3717088"/>
            <a:ext cx="3382824" cy="1023644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9E20B7B5-8625-8911-4353-4AC091C4DAB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3525" y="2790248"/>
            <a:ext cx="2876638" cy="92684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B37045AC-C1B6-553D-7ACE-6717B86E165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03145" y="3757214"/>
            <a:ext cx="3302495" cy="935707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09D59482-12BB-A1B4-9FF5-B3E4D078C5F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838" y="4914952"/>
            <a:ext cx="1815472" cy="1880754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6FD2FF7-2105-EEFF-6DB8-5F26313E1360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40980" y="4914952"/>
            <a:ext cx="2649217" cy="817581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21FB564-26BC-2BEB-FD32-A23E37A35FA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92300" y="5887011"/>
            <a:ext cx="2831275" cy="843359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ED2F50FB-DD3E-1EAE-44A0-03F1E0E1508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747719" y="4919700"/>
            <a:ext cx="2548254" cy="766258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62E8CB75-0D9A-B948-D76F-679E53DE080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7965" y="5796090"/>
            <a:ext cx="3473663" cy="999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0619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A4DBF5AB-CD26-2F09-7A44-25C022443747}"/>
              </a:ext>
            </a:extLst>
          </p:cNvPr>
          <p:cNvSpPr txBox="1"/>
          <p:nvPr/>
        </p:nvSpPr>
        <p:spPr>
          <a:xfrm>
            <a:off x="219456" y="35929"/>
            <a:ext cx="215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43</a:t>
            </a:r>
            <a:r>
              <a:rPr lang="zh-TW" altLang="en-US" dirty="0"/>
              <a:t> </a:t>
            </a:r>
            <a:r>
              <a:rPr lang="en-US" altLang="zh-TW" dirty="0"/>
              <a:t>(30epoch)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AD6597A1-08F8-A982-AA2A-64624F134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60" y="542522"/>
            <a:ext cx="1997980" cy="2045230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23A0F0BB-0ACA-979E-9CA7-918771D411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1554" y="643808"/>
            <a:ext cx="2721190" cy="80531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7F9715C1-D186-3CD3-A7EC-E9CFDA0187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2411" y="1630212"/>
            <a:ext cx="2873590" cy="88522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F8013594-D9C0-55CC-E8F1-DD31332E0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06858" y="643808"/>
            <a:ext cx="2904070" cy="860972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F20D25D8-8671-414E-FB27-848F740722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6858" y="1708892"/>
            <a:ext cx="2873590" cy="855235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6C189E10-3750-4247-4015-F517102625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0420" y="2562079"/>
            <a:ext cx="2071132" cy="2148755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18E54E59-7FE0-C898-D078-2421A75288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22411" y="2696529"/>
            <a:ext cx="2920558" cy="885229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F5663335-6C4C-5306-3590-EE60543924C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31555" y="3762846"/>
            <a:ext cx="2864446" cy="851955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D0136CDE-73BA-5F50-9057-C7B7D5F4F2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7719" y="2696529"/>
            <a:ext cx="2930232" cy="855235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A20D0B39-513E-F4BB-5FF5-E4021483CBC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06858" y="3712768"/>
            <a:ext cx="2905027" cy="851955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0693C3A1-E78F-E7F3-66B4-8983FB5FD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2924" y="4771884"/>
            <a:ext cx="1997981" cy="2052627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C37179D8-F49F-A120-8811-63F9244B656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1554" y="4771884"/>
            <a:ext cx="2864446" cy="868221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4F332E5B-263C-0CA0-3660-416A88C887A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22411" y="5894717"/>
            <a:ext cx="2720250" cy="831921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DB4F628C-4831-D727-D060-0CD4B4157CFF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37201" y="4683121"/>
            <a:ext cx="2864446" cy="931973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4F6D0BC3-9B52-4462-BEFF-65ADC4C7C66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64167" y="5733493"/>
            <a:ext cx="2864446" cy="847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88596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4E3270FE-CEDA-2D1F-0D08-D8AF750ABF8C}"/>
              </a:ext>
            </a:extLst>
          </p:cNvPr>
          <p:cNvSpPr txBox="1"/>
          <p:nvPr/>
        </p:nvSpPr>
        <p:spPr>
          <a:xfrm>
            <a:off x="219456" y="35929"/>
            <a:ext cx="21579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CNN</a:t>
            </a:r>
            <a:r>
              <a:rPr lang="zh-TW" altLang="en-US" dirty="0"/>
              <a:t> </a:t>
            </a:r>
            <a:r>
              <a:rPr lang="en-US" altLang="zh-TW" dirty="0"/>
              <a:t>43</a:t>
            </a:r>
            <a:r>
              <a:rPr lang="zh-TW" altLang="en-US" dirty="0"/>
              <a:t> </a:t>
            </a:r>
            <a:r>
              <a:rPr lang="en-US" altLang="zh-TW" dirty="0"/>
              <a:t>(30epoch)</a:t>
            </a:r>
            <a:endParaRPr lang="zh-TW" altLang="en-US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F1BEA9EF-C13A-5B93-B261-49C1BA389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" y="542422"/>
            <a:ext cx="2496312" cy="1771054"/>
          </a:xfrm>
          <a:prstGeom prst="rect">
            <a:avLst/>
          </a:prstGeom>
        </p:spPr>
      </p:pic>
      <p:pic>
        <p:nvPicPr>
          <p:cNvPr id="8" name="圖片 7">
            <a:extLst>
              <a:ext uri="{FF2B5EF4-FFF2-40B4-BE49-F238E27FC236}">
                <a16:creationId xmlns:a16="http://schemas.microsoft.com/office/drawing/2014/main" id="{F5E0C30B-9089-F68D-9C34-7FFE90BBA2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9681" y="619848"/>
            <a:ext cx="3486637" cy="552527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65CA63CC-CC41-11FE-BAA9-DED3414F47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23997" y="1373085"/>
            <a:ext cx="3372321" cy="523948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E971427C-D5CD-E56A-9DA3-07F5F9E9F5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62530" y="667473"/>
            <a:ext cx="3324689" cy="523948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3C524382-E7AD-73E4-55EB-04CF4EBDDC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2530" y="1468342"/>
            <a:ext cx="3200847" cy="476316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A1D24208-36AB-1F80-6816-ED8CFF3BBDC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3506" y="2496777"/>
            <a:ext cx="2473702" cy="1771055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33E3C60C-71EC-770B-376B-58C5F6D7A55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3997" y="2496777"/>
            <a:ext cx="3353268" cy="523948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44725C50-0F56-6A6F-6E0C-FCD59981CE6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00197" y="3322854"/>
            <a:ext cx="3439005" cy="514422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F9B7A7C6-4066-68A4-2D76-848D3EEEF3D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33950" y="2444382"/>
            <a:ext cx="3258005" cy="628738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16C2F575-57E6-3158-93F7-113AD96FB30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091126" y="3318091"/>
            <a:ext cx="3381847" cy="466790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E9A2C410-A791-9F33-32BE-81D73CD6A19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97723" y="4612130"/>
            <a:ext cx="2619798" cy="1864417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04A9B265-8535-35DE-AA28-34FDD2AAF27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38249" y="4607747"/>
            <a:ext cx="3600953" cy="466790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496CA775-FF7C-5493-44DC-31F0230E009F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42578" y="5380705"/>
            <a:ext cx="3419952" cy="533474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3EEC88C3-4915-0001-25D7-BD8B0B5C284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39172" y="4526773"/>
            <a:ext cx="3305636" cy="628738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57359F64-662E-8BBB-0BC6-C802BEEAB8A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172099" y="5425708"/>
            <a:ext cx="3219899" cy="48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12364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5C89C7A4-FA07-4D70-3E4E-11E36B4BBE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612" y="4253397"/>
            <a:ext cx="2231715" cy="2277494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C0C9FE41-BA29-6115-E5E0-66AD1DAB1D13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(no decoder) 42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809D71B-EA8C-CADB-A4B7-4356D602A5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999" y="4253397"/>
            <a:ext cx="3601962" cy="851727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D8B975DD-6D3C-912C-9697-70C244C160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999" y="5470010"/>
            <a:ext cx="3336403" cy="767615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9742F1B0-CA1A-0E1A-A94D-2EDCD4B570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35237" y="4278361"/>
            <a:ext cx="4010972" cy="979671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970A2710-A2E4-9C54-203C-F9EFF597B1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35237" y="5470010"/>
            <a:ext cx="3880105" cy="797652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BBF330E4-DAE9-0394-EE49-8D47CC4D7D8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8083" y="2267711"/>
            <a:ext cx="1840771" cy="1907305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04852B89-A7B4-6D2B-3BFB-6BF92289844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7231" y="2267711"/>
            <a:ext cx="3880105" cy="931781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442C5359-6B93-57C4-2ED9-3F16720662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935999" y="3272841"/>
            <a:ext cx="3300603" cy="771336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340E8823-EA88-AFBA-CB38-328F642054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13380" y="2288310"/>
            <a:ext cx="3601962" cy="818028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E4A621AD-EDD3-658F-F288-1BD4231EA5D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10332" y="3341103"/>
            <a:ext cx="3046965" cy="82112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686ACFD1-661D-08A6-9446-E1DA6B353A7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9335" y="543434"/>
            <a:ext cx="1618265" cy="1691185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02826A53-70D2-6DA1-134E-346E2F84940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26665" y="569650"/>
            <a:ext cx="2377439" cy="780739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B8FA0A63-8ECF-32E6-FE67-035C3FF7D36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026665" y="1372559"/>
            <a:ext cx="2377439" cy="790542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7D75485F-0016-7D90-8445-AD6766618D4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964081" y="543434"/>
            <a:ext cx="2677000" cy="821281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E0A1BE32-AC8A-3C38-EE3F-2B40FB74EFD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979321" y="1469325"/>
            <a:ext cx="2504968" cy="772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030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AD4A47DA-8F1E-FBCA-77A2-F21CCEE99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55" y="2352670"/>
            <a:ext cx="2084265" cy="215266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E389AF75-3967-4A5C-4CC5-F4F2F56F3A5D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(no decoder) 43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83430F34-D678-6B4A-9197-7583319B73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5342" y="2352670"/>
            <a:ext cx="3850645" cy="913112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C4160526-B336-0777-8495-AE0847503F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7782" y="3434731"/>
            <a:ext cx="3180802" cy="996854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CF309774-AFD1-C3E5-1035-510B110C20D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5901" y="2305038"/>
            <a:ext cx="3548029" cy="1123962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6A32071C-2B45-17E4-ED68-0E694BC1C4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55901" y="3519036"/>
            <a:ext cx="3460387" cy="986294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615936D4-BF6C-C087-4170-EE9BEC3CC4A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408" y="4807702"/>
            <a:ext cx="1989208" cy="2043707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BFB54FEC-6B9D-991E-EBF4-014F5182C9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99215" y="4807702"/>
            <a:ext cx="3180802" cy="954993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4C79DF6D-60B1-CBC0-381D-1045440EF5C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36502" y="5871393"/>
            <a:ext cx="2706227" cy="843668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815A69D7-BC64-C87E-BDA2-71C06B88375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56720" y="4704061"/>
            <a:ext cx="3180802" cy="981635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40AD2976-7E71-D397-75C9-88BE818C68C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56720" y="5875248"/>
            <a:ext cx="2858074" cy="839813"/>
          </a:xfrm>
          <a:prstGeom prst="rect">
            <a:avLst/>
          </a:prstGeom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92FCBEA8-55B1-0166-C8DD-165218AA67D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0909" y="510343"/>
            <a:ext cx="1673964" cy="173129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3B0E8FEB-ABE4-4E30-325F-28D3F51DD8B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16298" y="518756"/>
            <a:ext cx="2461542" cy="714080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A05ED92C-0D11-B616-348C-07185847E1A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116298" y="1375988"/>
            <a:ext cx="2431434" cy="770943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644B89CB-2FD3-E608-8988-ACEED08B0B2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0150" y="450293"/>
            <a:ext cx="2496971" cy="782543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C1D79FFE-9572-6BBF-43E8-9BF8A0ABC43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0151" y="1375988"/>
            <a:ext cx="2667002" cy="764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1875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id="{13D9A0B1-84BD-4A78-7F82-3B37C2DC1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507" y="763921"/>
            <a:ext cx="2494725" cy="1787071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8F28EBC-C762-A858-D219-E288AEEF25E7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(no decoder) 42</a:t>
            </a:r>
            <a:endParaRPr lang="zh-TW" altLang="en-US" dirty="0"/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C5780803-C7D3-0AC1-DB11-8702F3E13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2582" y="763922"/>
            <a:ext cx="3702306" cy="407946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8985DD94-C9C8-D7A6-32FE-CC91630066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2583" y="1775991"/>
            <a:ext cx="3830322" cy="472019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582A2059-F628-0150-5B40-D4DE33D364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601" y="701158"/>
            <a:ext cx="4620270" cy="53347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7C3AAE8C-04B2-5748-4602-6CDE2775F9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5759" y="1775991"/>
            <a:ext cx="4563112" cy="447737"/>
          </a:xfrm>
          <a:prstGeom prst="rect">
            <a:avLst/>
          </a:prstGeom>
        </p:spPr>
      </p:pic>
      <p:pic>
        <p:nvPicPr>
          <p:cNvPr id="16" name="圖片 15">
            <a:extLst>
              <a:ext uri="{FF2B5EF4-FFF2-40B4-BE49-F238E27FC236}">
                <a16:creationId xmlns:a16="http://schemas.microsoft.com/office/drawing/2014/main" id="{0BDC7111-68B7-6B00-9AAF-68D28A6589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4507" y="2719699"/>
            <a:ext cx="2641794" cy="1879143"/>
          </a:xfrm>
          <a:prstGeom prst="rect">
            <a:avLst/>
          </a:prstGeom>
        </p:spPr>
      </p:pic>
      <p:pic>
        <p:nvPicPr>
          <p:cNvPr id="18" name="圖片 17">
            <a:extLst>
              <a:ext uri="{FF2B5EF4-FFF2-40B4-BE49-F238E27FC236}">
                <a16:creationId xmlns:a16="http://schemas.microsoft.com/office/drawing/2014/main" id="{FDBB9866-4F0E-670F-A09D-83193496276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85414" y="2789369"/>
            <a:ext cx="4725059" cy="514422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id="{10C40AFD-6F52-ED9B-BD99-F659DC3A06F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1624" y="3771683"/>
            <a:ext cx="4648849" cy="533474"/>
          </a:xfrm>
          <a:prstGeom prst="rect">
            <a:avLst/>
          </a:prstGeom>
        </p:spPr>
      </p:pic>
      <p:pic>
        <p:nvPicPr>
          <p:cNvPr id="22" name="圖片 21">
            <a:extLst>
              <a:ext uri="{FF2B5EF4-FFF2-40B4-BE49-F238E27FC236}">
                <a16:creationId xmlns:a16="http://schemas.microsoft.com/office/drawing/2014/main" id="{6082BE83-718C-35CA-F3A3-30B9791D676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26997" y="2732211"/>
            <a:ext cx="4534533" cy="571580"/>
          </a:xfrm>
          <a:prstGeom prst="rect">
            <a:avLst/>
          </a:prstGeom>
        </p:spPr>
      </p:pic>
      <p:pic>
        <p:nvPicPr>
          <p:cNvPr id="24" name="圖片 23">
            <a:extLst>
              <a:ext uri="{FF2B5EF4-FFF2-40B4-BE49-F238E27FC236}">
                <a16:creationId xmlns:a16="http://schemas.microsoft.com/office/drawing/2014/main" id="{97365126-5715-9269-2BF7-AB4FC7FFAA5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6045" y="3721307"/>
            <a:ext cx="4544059" cy="485843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1D55B04A-2778-182B-E05B-E06E625917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3736" y="4734588"/>
            <a:ext cx="2783335" cy="1982401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BC2FCEAD-0623-133C-771A-5A33DCB418C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90202" y="4773049"/>
            <a:ext cx="4591691" cy="514422"/>
          </a:xfrm>
          <a:prstGeom prst="rect">
            <a:avLst/>
          </a:prstGeom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3EE15CC8-DD9B-1D39-0130-3876DE40776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71150" y="5642420"/>
            <a:ext cx="4553585" cy="514422"/>
          </a:xfrm>
          <a:prstGeom prst="rect">
            <a:avLst/>
          </a:prstGeom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0D8D896B-9741-1401-C73C-EAE0BD36CB9B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075328" y="4811155"/>
            <a:ext cx="3667637" cy="476316"/>
          </a:xfrm>
          <a:prstGeom prst="rect">
            <a:avLst/>
          </a:prstGeom>
        </p:spPr>
      </p:pic>
      <p:pic>
        <p:nvPicPr>
          <p:cNvPr id="34" name="圖片 33">
            <a:extLst>
              <a:ext uri="{FF2B5EF4-FFF2-40B4-BE49-F238E27FC236}">
                <a16:creationId xmlns:a16="http://schemas.microsoft.com/office/drawing/2014/main" id="{04E75374-DCC6-D9B0-5380-5661AA3A7FFD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75328" y="5642420"/>
            <a:ext cx="3496163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3777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4BC13685-8006-F959-58F3-A177E7CE4FF7}"/>
              </a:ext>
            </a:extLst>
          </p:cNvPr>
          <p:cNvSpPr txBox="1"/>
          <p:nvPr/>
        </p:nvSpPr>
        <p:spPr>
          <a:xfrm>
            <a:off x="137159" y="141011"/>
            <a:ext cx="37764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dirty="0"/>
              <a:t>Transformer (no decoder) 43</a:t>
            </a:r>
            <a:endParaRPr lang="zh-TW" altLang="en-US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6C4D832-285E-8823-D14F-930E06878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72" y="4791456"/>
            <a:ext cx="2296650" cy="1631041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943528CE-0C6F-F04F-66B8-D7D854352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0720" y="4928202"/>
            <a:ext cx="3562847" cy="47631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9496EF9-36D4-0C7D-C813-847DB411F1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0720" y="5763539"/>
            <a:ext cx="3477110" cy="543001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E32A31BF-EF14-5D39-53B7-EF60109503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8094" y="4871044"/>
            <a:ext cx="3305636" cy="590632"/>
          </a:xfrm>
          <a:prstGeom prst="rect">
            <a:avLst/>
          </a:prstGeom>
        </p:spPr>
      </p:pic>
      <p:pic>
        <p:nvPicPr>
          <p:cNvPr id="15" name="圖片 14">
            <a:extLst>
              <a:ext uri="{FF2B5EF4-FFF2-40B4-BE49-F238E27FC236}">
                <a16:creationId xmlns:a16="http://schemas.microsoft.com/office/drawing/2014/main" id="{264AC944-3631-5EC3-0371-839322FD2A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567" y="5801644"/>
            <a:ext cx="3315163" cy="466790"/>
          </a:xfrm>
          <a:prstGeom prst="rect">
            <a:avLst/>
          </a:prstGeom>
        </p:spPr>
      </p:pic>
      <p:pic>
        <p:nvPicPr>
          <p:cNvPr id="17" name="圖片 16">
            <a:extLst>
              <a:ext uri="{FF2B5EF4-FFF2-40B4-BE49-F238E27FC236}">
                <a16:creationId xmlns:a16="http://schemas.microsoft.com/office/drawing/2014/main" id="{1385E2B7-C445-D072-6F18-6B43014077C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0276" y="565621"/>
            <a:ext cx="2308643" cy="1631041"/>
          </a:xfrm>
          <a:prstGeom prst="rect">
            <a:avLst/>
          </a:prstGeom>
        </p:spPr>
      </p:pic>
      <p:pic>
        <p:nvPicPr>
          <p:cNvPr id="19" name="圖片 18">
            <a:extLst>
              <a:ext uri="{FF2B5EF4-FFF2-40B4-BE49-F238E27FC236}">
                <a16:creationId xmlns:a16="http://schemas.microsoft.com/office/drawing/2014/main" id="{F7DE9BB6-28E2-8C12-1F5F-323AB65F1B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5114" y="642438"/>
            <a:ext cx="3505689" cy="504895"/>
          </a:xfrm>
          <a:prstGeom prst="rect">
            <a:avLst/>
          </a:prstGeom>
        </p:spPr>
      </p:pic>
      <p:pic>
        <p:nvPicPr>
          <p:cNvPr id="21" name="圖片 20">
            <a:extLst>
              <a:ext uri="{FF2B5EF4-FFF2-40B4-BE49-F238E27FC236}">
                <a16:creationId xmlns:a16="http://schemas.microsoft.com/office/drawing/2014/main" id="{D5506E80-79F4-68E5-280A-4631858A52F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69430" y="1453482"/>
            <a:ext cx="3391373" cy="552527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3AD27AFA-67FD-A387-2782-B2BCDFCB5F7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39494" y="661490"/>
            <a:ext cx="3305636" cy="485843"/>
          </a:xfrm>
          <a:prstGeom prst="rect">
            <a:avLst/>
          </a:prstGeom>
        </p:spPr>
      </p:pic>
      <p:pic>
        <p:nvPicPr>
          <p:cNvPr id="25" name="圖片 24">
            <a:extLst>
              <a:ext uri="{FF2B5EF4-FFF2-40B4-BE49-F238E27FC236}">
                <a16:creationId xmlns:a16="http://schemas.microsoft.com/office/drawing/2014/main" id="{29EDAE85-6FB3-5C39-546C-0C8F3AC9F0C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06172" y="1405468"/>
            <a:ext cx="3419952" cy="466790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A2E8AC71-6F85-9187-37B7-7EC9ADC8714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8514" y="2471174"/>
            <a:ext cx="2671464" cy="1915652"/>
          </a:xfrm>
          <a:prstGeom prst="rect">
            <a:avLst/>
          </a:prstGeom>
        </p:spPr>
      </p:pic>
      <p:pic>
        <p:nvPicPr>
          <p:cNvPr id="29" name="圖片 28">
            <a:extLst>
              <a:ext uri="{FF2B5EF4-FFF2-40B4-BE49-F238E27FC236}">
                <a16:creationId xmlns:a16="http://schemas.microsoft.com/office/drawing/2014/main" id="{3E8EF114-A609-8FBF-3DFF-EC4B5DA695C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180720" y="2507750"/>
            <a:ext cx="3315163" cy="543001"/>
          </a:xfrm>
          <a:prstGeom prst="rect">
            <a:avLst/>
          </a:prstGeom>
        </p:spPr>
      </p:pic>
      <p:pic>
        <p:nvPicPr>
          <p:cNvPr id="31" name="圖片 30">
            <a:extLst>
              <a:ext uri="{FF2B5EF4-FFF2-40B4-BE49-F238E27FC236}">
                <a16:creationId xmlns:a16="http://schemas.microsoft.com/office/drawing/2014/main" id="{1AA1385E-3CFC-84EB-D4C3-1D5CC36D42E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67173" y="3448474"/>
            <a:ext cx="3372321" cy="495369"/>
          </a:xfrm>
          <a:prstGeom prst="rect">
            <a:avLst/>
          </a:prstGeom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EE1D8011-D053-969B-89FF-E519AB0D1D5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68094" y="2353824"/>
            <a:ext cx="3915321" cy="552527"/>
          </a:xfrm>
          <a:prstGeom prst="rect">
            <a:avLst/>
          </a:prstGeom>
        </p:spPr>
      </p:pic>
      <p:pic>
        <p:nvPicPr>
          <p:cNvPr id="35" name="圖片 34">
            <a:extLst>
              <a:ext uri="{FF2B5EF4-FFF2-40B4-BE49-F238E27FC236}">
                <a16:creationId xmlns:a16="http://schemas.microsoft.com/office/drawing/2014/main" id="{C6605015-B01C-D7B6-7F2B-E8290CB6BEC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53825" y="3341581"/>
            <a:ext cx="3391373" cy="495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84519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1865</TotalTime>
  <Words>982</Words>
  <Application>Microsoft Office PowerPoint</Application>
  <PresentationFormat>寬螢幕</PresentationFormat>
  <Paragraphs>78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Courier New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柏江 施</dc:creator>
  <cp:lastModifiedBy>柏江 施</cp:lastModifiedBy>
  <cp:revision>31</cp:revision>
  <dcterms:created xsi:type="dcterms:W3CDTF">2024-04-30T16:57:49Z</dcterms:created>
  <dcterms:modified xsi:type="dcterms:W3CDTF">2024-05-23T05:46:03Z</dcterms:modified>
</cp:coreProperties>
</file>