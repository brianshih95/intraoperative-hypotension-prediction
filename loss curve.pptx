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57" r:id="rId5"/>
    <p:sldId id="260" r:id="rId6"/>
    <p:sldId id="263" r:id="rId7"/>
    <p:sldId id="264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D7A1B1-9595-05F6-EAD2-D0D23A75F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ABFDC6-FCB4-30AD-2D9E-D25391562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55026E-1B16-2974-A821-18FD50283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0D6B-0F29-452C-A9DA-EE2F356B6C24}" type="datetimeFigureOut">
              <a:rPr lang="zh-TW" altLang="en-US" smtClean="0"/>
              <a:t>2024/8/11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2D538D-CCBC-558C-580D-CE08CFA4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444AC4-A588-5D43-7A2C-9D22E5AC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3F76-6CE6-4688-82BB-C059B8F028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506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4C7E2A-9BE6-969A-7F8F-57C59009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1FF587-83B2-2381-FAB1-393D52433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819DC1-41D2-F90E-0BD5-A4BFF2500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0D6B-0F29-452C-A9DA-EE2F356B6C24}" type="datetimeFigureOut">
              <a:rPr lang="zh-TW" altLang="en-US" smtClean="0"/>
              <a:t>2024/8/11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0D3B71-DAA9-375E-87E9-917DFB26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84E473-B9D3-C7C0-AE3D-5F04061E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3F76-6CE6-4688-82BB-C059B8F028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2536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8C33D8-9A57-05B2-28C7-41D8108EB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040142-FAA4-D3C7-FA12-1EBE7BAC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F0A973-13C2-A9B1-7069-A401D6A1D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0D6B-0F29-452C-A9DA-EE2F356B6C24}" type="datetimeFigureOut">
              <a:rPr lang="zh-TW" altLang="en-US" smtClean="0"/>
              <a:t>2024/8/11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3499C1-C762-D696-1408-737421B3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E2A31E-0740-BF30-1B7A-136C3EDF9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3F76-6CE6-4688-82BB-C059B8F028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561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C0279C-E8CF-3A4F-B8C8-F4C4DCDE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D65774-0E8F-574F-58FC-DF69FDCDB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59DDC7-2C77-4C50-F775-B2A95FD5F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1A3997-2ADB-1F6F-429C-076B02A5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0D6B-0F29-452C-A9DA-EE2F356B6C24}" type="datetimeFigureOut">
              <a:rPr lang="zh-TW" altLang="en-US" smtClean="0"/>
              <a:t>2024/8/11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862035-A21D-1A27-E408-15C30F1C4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FF8607-1D1A-2FB4-8356-5D71D8CF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3F76-6CE6-4688-82BB-C059B8F028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348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D862E3-99B0-5658-A63C-9817D38F9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DB9577-18B1-F8AB-8681-9C548F73C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982FA57-C9F5-204F-8112-2C02883F0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E392D4C-2175-94C1-C027-9CEAA4384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4C8460B-6B04-5310-05E4-2E9D7CA1C4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1578EA-5296-331F-7BBE-014934B15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0D6B-0F29-452C-A9DA-EE2F356B6C24}" type="datetimeFigureOut">
              <a:rPr lang="zh-TW" altLang="en-US" smtClean="0"/>
              <a:t>2024/8/11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1C4AC3-9D0F-4F9A-9B2B-833E6A94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B5A2E32-DA1E-7F78-CA14-F031757B7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3F76-6CE6-4688-82BB-C059B8F028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3026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9B94C2-FD7D-322E-E299-CBDE270DA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BCE87F5-1963-0471-E7B5-6E31B8A2A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0D6B-0F29-452C-A9DA-EE2F356B6C24}" type="datetimeFigureOut">
              <a:rPr lang="zh-TW" altLang="en-US" smtClean="0"/>
              <a:t>2024/8/11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2FC3A39-23D3-2BEF-DDB9-32B89612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4B409A5-C57A-DAF0-03CA-0675FA2E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3F76-6CE6-4688-82BB-C059B8F028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81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260860C-041B-43A4-9DC3-7FB2FB24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0D6B-0F29-452C-A9DA-EE2F356B6C24}" type="datetimeFigureOut">
              <a:rPr lang="zh-TW" altLang="en-US" smtClean="0"/>
              <a:t>2024/8/11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4303277-DC7A-1D4F-51B9-242739BD1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98D6B7-CEF0-47C8-88C0-89582D10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3F76-6CE6-4688-82BB-C059B8F028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276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6B8F35-11A2-5939-7462-075C47A34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72DCA7-4578-317D-1C46-DCAA3195C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FEAD52A-6158-C1AC-9111-7BA5BB486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AD806BF-89AA-D03D-274A-4077DBA8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0D6B-0F29-452C-A9DA-EE2F356B6C24}" type="datetimeFigureOut">
              <a:rPr lang="zh-TW" altLang="en-US" smtClean="0"/>
              <a:t>2024/8/11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9F5A216-12AF-1460-327D-356C8D9D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0995E60-A3B0-3C93-F5F2-8A117D1F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3F76-6CE6-4688-82BB-C059B8F028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607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8A5C41-5D33-0A8A-742B-0DDBEE5B5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0DD55CC-6D3A-D13D-2A97-DA8B43C8A4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5A4BA33-2994-A05F-B3C5-A4EB533BD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47963F-5381-B3BB-4346-8E55559B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0D6B-0F29-452C-A9DA-EE2F356B6C24}" type="datetimeFigureOut">
              <a:rPr lang="zh-TW" altLang="en-US" smtClean="0"/>
              <a:t>2024/8/11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1730B9A-984C-8DAE-5305-3B89DF33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C2B461-7766-E84A-488B-82D9FBB65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3F76-6CE6-4688-82BB-C059B8F028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799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A4C124-5364-E7F1-A923-654AB81F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2A6EEE-E4AC-0D02-139F-5569C851D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FD1908-697C-1178-A258-1BCE2E32E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0D6B-0F29-452C-A9DA-EE2F356B6C24}" type="datetimeFigureOut">
              <a:rPr lang="zh-TW" altLang="en-US" smtClean="0"/>
              <a:t>2024/8/11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241A85-746A-7B02-8E5C-E39439FB6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5B96A7-C5E7-DFAD-017B-CCB410B9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3F76-6CE6-4688-82BB-C059B8F028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417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138D580-5C0D-921E-D8E9-C169C2B54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79ED0CA-B674-A267-8FAC-B4CC1DD67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A96F5C-513D-D4E6-B072-42C1F0FE5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0D6B-0F29-452C-A9DA-EE2F356B6C24}" type="datetimeFigureOut">
              <a:rPr lang="zh-TW" altLang="en-US" smtClean="0"/>
              <a:t>2024/8/11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1621E5-9081-844E-54A7-7115725A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EEBA7C-FF3F-8BAB-0B99-5E4151DA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3F76-6CE6-4688-82BB-C059B8F028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4431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1D95EC8-6ED2-F71A-A044-DE2C7CC9F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61639A4-ED2C-7AED-9F52-BCB865DC0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23D5AC-4C9E-1FCE-9DA9-372F69034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90D6B-0F29-452C-A9DA-EE2F356B6C24}" type="datetimeFigureOut">
              <a:rPr lang="zh-TW" altLang="en-US" smtClean="0"/>
              <a:t>2024/8/11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574168-3F9E-561E-C5B7-8190FC552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C52B88-943E-1D4D-0C30-4AB576B49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D3F76-6CE6-4688-82BB-C059B8F028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8882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124F462-C07A-FB30-566B-0FDC20E23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781"/>
            <a:ext cx="12192000" cy="5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68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FE873A9-9B52-9779-7C64-A12A0E033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836"/>
            <a:ext cx="12192000" cy="587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17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0D431916-EE7E-F36C-6BF3-7FFCB6881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627"/>
            <a:ext cx="12192000" cy="583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46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3EECF5B-BD53-7299-90A8-CE3E4AFD4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790"/>
            <a:ext cx="12192000" cy="587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2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58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7167F2E-D58C-EE2F-05E3-73AC3CF08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630"/>
            <a:ext cx="12192000" cy="586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47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B66E02D-F689-F60F-9C99-8D62C2F42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918"/>
            <a:ext cx="12192000" cy="583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44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0B5DE2E-F8D7-E391-5DB2-2D1658910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2088"/>
            <a:ext cx="12192000" cy="587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26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D92E367-F310-9FF2-A9F5-7870759B0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153"/>
            <a:ext cx="12192000" cy="59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0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5403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C1F4FE7-CFAE-9C72-1A0C-957A9362F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110"/>
            <a:ext cx="12192000" cy="587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748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853910E-9E7B-D581-0E12-BC0BE38C2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575"/>
            <a:ext cx="12192000" cy="59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917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C9E9DFA-08B6-1DD6-DD7B-79BCF4B27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363"/>
            <a:ext cx="12192000" cy="591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15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0220C12-D4EF-AB59-D461-061517492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9172"/>
            <a:ext cx="12192000" cy="591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83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26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BBB4172-3DF1-835E-EAAA-AD23CAC0B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376"/>
            <a:ext cx="12192000" cy="590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840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44EE0C6-B5FC-3961-BC45-30BEA5F09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135"/>
            <a:ext cx="12192000" cy="589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49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1F47F44-0299-50A9-CBDB-2C5137CEA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569"/>
            <a:ext cx="12192000" cy="591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60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920B4E1-7EDC-001E-329F-C8319C0CE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053"/>
            <a:ext cx="12192000" cy="590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532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02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C920E49-978E-A8A7-AADB-0CA9ED175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0828"/>
            <a:ext cx="12192000" cy="595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06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C196085-14C6-1DA4-43CE-2DFDF94A2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4174"/>
            <a:ext cx="12192000" cy="588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54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730A229-AAA5-59FB-DFF0-1911907FE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703"/>
            <a:ext cx="12192000" cy="581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23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D87CC4B-5FE8-1EAD-5B78-12D1696E4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2943"/>
            <a:ext cx="12192000" cy="591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03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0AE1F56-22A2-2825-3C08-1EE0F2B5A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160"/>
            <a:ext cx="12192000" cy="590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518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BF2CFDE-4C2A-B3CB-A044-E4951C4E5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184"/>
            <a:ext cx="12192000" cy="588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12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7DFB584-2B29-D528-0875-2AFE9687D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363"/>
            <a:ext cx="12192000" cy="591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08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29FCB29-0D0E-63C6-313C-4783A17AC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691"/>
            <a:ext cx="12192000" cy="586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541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寬螢幕</PresentationFormat>
  <Paragraphs>0</Paragraphs>
  <Slides>29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柏江 施</dc:creator>
  <cp:lastModifiedBy>柏江 施</cp:lastModifiedBy>
  <cp:revision>1</cp:revision>
  <dcterms:created xsi:type="dcterms:W3CDTF">2024-08-09T13:55:45Z</dcterms:created>
  <dcterms:modified xsi:type="dcterms:W3CDTF">2024-08-11T10:04:18Z</dcterms:modified>
</cp:coreProperties>
</file>