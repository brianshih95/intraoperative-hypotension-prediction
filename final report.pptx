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7" r:id="rId1"/>
  </p:sldMasterIdLst>
  <p:notesMasterIdLst>
    <p:notesMasterId r:id="rId16"/>
  </p:notesMasterIdLst>
  <p:sldIdLst>
    <p:sldId id="256" r:id="rId2"/>
    <p:sldId id="261" r:id="rId3"/>
    <p:sldId id="296" r:id="rId4"/>
    <p:sldId id="297" r:id="rId5"/>
    <p:sldId id="298" r:id="rId6"/>
    <p:sldId id="299" r:id="rId7"/>
    <p:sldId id="300" r:id="rId8"/>
    <p:sldId id="269" r:id="rId9"/>
    <p:sldId id="301" r:id="rId10"/>
    <p:sldId id="303" r:id="rId11"/>
    <p:sldId id="304" r:id="rId12"/>
    <p:sldId id="305" r:id="rId13"/>
    <p:sldId id="272" r:id="rId14"/>
    <p:sldId id="276" r:id="rId15"/>
  </p:sldIdLst>
  <p:sldSz cx="9144000" cy="5143500" type="screen16x9"/>
  <p:notesSz cx="6858000" cy="9144000"/>
  <p:embeddedFontLst>
    <p:embeddedFont>
      <p:font typeface="Inter" panose="020B0502030000000004" pitchFamily="34" charset="0"/>
      <p:regular r:id="rId17"/>
      <p:bold r:id="rId18"/>
    </p:embeddedFont>
    <p:embeddedFont>
      <p:font typeface="Raleway" panose="020B0403030101060003" pitchFamily="34" charset="0"/>
      <p:regular r:id="rId19"/>
      <p:bold r:id="rId20"/>
      <p:italic r:id="rId21"/>
      <p:boldItalic r:id="rId22"/>
    </p:embeddedFont>
    <p:embeddedFont>
      <p:font typeface="Work Sans" pitchFamily="2" charset="0"/>
      <p:regular r:id="rId23"/>
      <p:bold r:id="rId24"/>
      <p:italic r:id="rId25"/>
      <p:boldItalic r:id="rId2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3C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1A7D58C-F099-4E25-BB0D-769DB59D65AD}">
  <a:tblStyle styleId="{91A7D58C-F099-4E25-BB0D-769DB59D65AD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9465036D-03BC-43D3-BDAB-ACB9745CE3FF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31"/>
    <p:restoredTop sz="94640"/>
  </p:normalViewPr>
  <p:slideViewPr>
    <p:cSldViewPr snapToGrid="0">
      <p:cViewPr varScale="1">
        <p:scale>
          <a:sx n="111" d="100"/>
          <a:sy n="111" d="100"/>
        </p:scale>
        <p:origin x="634" y="7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font" Target="fonts/font10.fntdata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font" Target="fonts/font9.fntdata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8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7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g2ab50013dde_1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2" name="Google Shape;362;g2ab50013dde_1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7" name="Google Shape;947;g21258269c9b_0_1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8" name="Google Shape;948;g21258269c9b_0_10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g264cdaa0e1f_0_1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0" name="Google Shape;600;g264cdaa0e1f_0_1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2874980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9" name="Google Shape;1039;g21258269c9b_0_1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0" name="Google Shape;1040;g21258269c9b_0_1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5922848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9" name="Google Shape;1039;g21258269c9b_0_1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0" name="Google Shape;1040;g21258269c9b_0_1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0506322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7" name="Google Shape;1217;g11360713c04_0_3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8" name="Google Shape;1218;g11360713c04_0_3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8556966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9" name="Google Shape;1039;g21258269c9b_0_1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0" name="Google Shape;1040;g21258269c9b_0_1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6083436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1" name="Google Shape;1211;g1105afc42a3_1_5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2" name="Google Shape;1212;g1105afc42a3_1_5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9" name="Google Shape;1039;g21258269c9b_0_1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0" name="Google Shape;1040;g21258269c9b_0_1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5335164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1" name="Google Shape;1211;g1105afc42a3_1_5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2" name="Google Shape;1212;g1105afc42a3_1_5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2861997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9" name="Google Shape;1039;g21258269c9b_0_1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0" name="Google Shape;1040;g21258269c9b_0_1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5701145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9" name="Google Shape;1039;g21258269c9b_0_1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0" name="Google Shape;1040;g21258269c9b_0_1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9905172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8" name="Google Shape;1258;g2330b26925c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9" name="Google Shape;1259;g2330b26925c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4" name="Google Shape;1344;g1105afc42a3_1_8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5" name="Google Shape;1345;g1105afc42a3_1_8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712000" y="1028613"/>
            <a:ext cx="4598700" cy="236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39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712000" y="3705388"/>
            <a:ext cx="4598700" cy="409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100" y="218900"/>
            <a:ext cx="9151600" cy="4705700"/>
            <a:chOff x="100" y="218900"/>
            <a:chExt cx="9151600" cy="4705700"/>
          </a:xfrm>
        </p:grpSpPr>
        <p:cxnSp>
          <p:nvCxnSpPr>
            <p:cNvPr id="12" name="Google Shape;12;p2"/>
            <p:cNvCxnSpPr>
              <a:endCxn id="13" idx="3"/>
            </p:cNvCxnSpPr>
            <p:nvPr/>
          </p:nvCxnSpPr>
          <p:spPr>
            <a:xfrm>
              <a:off x="100" y="277550"/>
              <a:ext cx="8428800" cy="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3" name="Google Shape;13;p2"/>
            <p:cNvSpPr/>
            <p:nvPr/>
          </p:nvSpPr>
          <p:spPr>
            <a:xfrm>
              <a:off x="7069000" y="218900"/>
              <a:ext cx="1359900" cy="1173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cxnSp>
          <p:nvCxnSpPr>
            <p:cNvPr id="14" name="Google Shape;14;p2"/>
            <p:cNvCxnSpPr>
              <a:endCxn id="15" idx="3"/>
            </p:cNvCxnSpPr>
            <p:nvPr/>
          </p:nvCxnSpPr>
          <p:spPr>
            <a:xfrm rot="10800000">
              <a:off x="715100" y="4865950"/>
              <a:ext cx="8436600" cy="36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5" name="Google Shape;15;p2"/>
            <p:cNvSpPr/>
            <p:nvPr/>
          </p:nvSpPr>
          <p:spPr>
            <a:xfrm flipH="1">
              <a:off x="715100" y="4807300"/>
              <a:ext cx="1359900" cy="1173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Work Sans"/>
                <a:ea typeface="Work Sans"/>
                <a:cs typeface="Work Sans"/>
                <a:sym typeface="Work Sans"/>
              </a:endParaRPr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subTitle" idx="1"/>
          </p:nvPr>
        </p:nvSpPr>
        <p:spPr>
          <a:xfrm>
            <a:off x="4923250" y="2963351"/>
            <a:ext cx="3126900" cy="139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subTitle" idx="2"/>
          </p:nvPr>
        </p:nvSpPr>
        <p:spPr>
          <a:xfrm>
            <a:off x="1094050" y="2963351"/>
            <a:ext cx="3126900" cy="139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subTitle" idx="3"/>
          </p:nvPr>
        </p:nvSpPr>
        <p:spPr>
          <a:xfrm>
            <a:off x="1094050" y="2313500"/>
            <a:ext cx="3126900" cy="55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subTitle" idx="4"/>
          </p:nvPr>
        </p:nvSpPr>
        <p:spPr>
          <a:xfrm>
            <a:off x="4923250" y="2313500"/>
            <a:ext cx="3126900" cy="55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grpSp>
        <p:nvGrpSpPr>
          <p:cNvPr id="37" name="Google Shape;37;p5"/>
          <p:cNvGrpSpPr/>
          <p:nvPr/>
        </p:nvGrpSpPr>
        <p:grpSpPr>
          <a:xfrm>
            <a:off x="715100" y="2569200"/>
            <a:ext cx="8436600" cy="2574300"/>
            <a:chOff x="715100" y="2569200"/>
            <a:chExt cx="8436600" cy="2574300"/>
          </a:xfrm>
        </p:grpSpPr>
        <p:cxnSp>
          <p:nvCxnSpPr>
            <p:cNvPr id="38" name="Google Shape;38;p5"/>
            <p:cNvCxnSpPr>
              <a:endCxn id="39" idx="3"/>
            </p:cNvCxnSpPr>
            <p:nvPr/>
          </p:nvCxnSpPr>
          <p:spPr>
            <a:xfrm rot="10800000">
              <a:off x="715100" y="4866475"/>
              <a:ext cx="8436600" cy="36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39" name="Google Shape;39;p5"/>
            <p:cNvSpPr/>
            <p:nvPr/>
          </p:nvSpPr>
          <p:spPr>
            <a:xfrm flipH="1">
              <a:off x="715100" y="4807825"/>
              <a:ext cx="1359900" cy="1173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cxnSp>
          <p:nvCxnSpPr>
            <p:cNvPr id="40" name="Google Shape;40;p5"/>
            <p:cNvCxnSpPr/>
            <p:nvPr/>
          </p:nvCxnSpPr>
          <p:spPr>
            <a:xfrm rot="10800000">
              <a:off x="8870700" y="2569200"/>
              <a:ext cx="0" cy="25743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grpSp>
        <p:nvGrpSpPr>
          <p:cNvPr id="43" name="Google Shape;43;p6"/>
          <p:cNvGrpSpPr/>
          <p:nvPr/>
        </p:nvGrpSpPr>
        <p:grpSpPr>
          <a:xfrm>
            <a:off x="713600" y="1209300"/>
            <a:ext cx="8438100" cy="3934200"/>
            <a:chOff x="713600" y="1209300"/>
            <a:chExt cx="8438100" cy="3934200"/>
          </a:xfrm>
        </p:grpSpPr>
        <p:cxnSp>
          <p:nvCxnSpPr>
            <p:cNvPr id="44" name="Google Shape;44;p6"/>
            <p:cNvCxnSpPr/>
            <p:nvPr/>
          </p:nvCxnSpPr>
          <p:spPr>
            <a:xfrm rot="10800000">
              <a:off x="713600" y="4870075"/>
              <a:ext cx="8438100" cy="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45" name="Google Shape;45;p6"/>
            <p:cNvSpPr/>
            <p:nvPr/>
          </p:nvSpPr>
          <p:spPr>
            <a:xfrm rot="5400000" flipH="1">
              <a:off x="8190750" y="1830600"/>
              <a:ext cx="1359900" cy="1173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cxnSp>
          <p:nvCxnSpPr>
            <p:cNvPr id="46" name="Google Shape;46;p6"/>
            <p:cNvCxnSpPr/>
            <p:nvPr/>
          </p:nvCxnSpPr>
          <p:spPr>
            <a:xfrm rot="10800000">
              <a:off x="8870700" y="2569200"/>
              <a:ext cx="0" cy="25743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8"/>
          <p:cNvSpPr txBox="1">
            <a:spLocks noGrp="1"/>
          </p:cNvSpPr>
          <p:nvPr>
            <p:ph type="title"/>
          </p:nvPr>
        </p:nvSpPr>
        <p:spPr>
          <a:xfrm>
            <a:off x="2724150" y="1307100"/>
            <a:ext cx="3695700" cy="25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  <p:grpSp>
        <p:nvGrpSpPr>
          <p:cNvPr id="57" name="Google Shape;57;p8"/>
          <p:cNvGrpSpPr/>
          <p:nvPr/>
        </p:nvGrpSpPr>
        <p:grpSpPr>
          <a:xfrm rot="10800000" flipH="1">
            <a:off x="707400" y="0"/>
            <a:ext cx="8436600" cy="3934200"/>
            <a:chOff x="715100" y="1172700"/>
            <a:chExt cx="8436600" cy="3934200"/>
          </a:xfrm>
        </p:grpSpPr>
        <p:cxnSp>
          <p:nvCxnSpPr>
            <p:cNvPr id="58" name="Google Shape;58;p8"/>
            <p:cNvCxnSpPr/>
            <p:nvPr/>
          </p:nvCxnSpPr>
          <p:spPr>
            <a:xfrm rot="10800000">
              <a:off x="715100" y="4866475"/>
              <a:ext cx="8436600" cy="36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9" name="Google Shape;59;p8"/>
            <p:cNvCxnSpPr/>
            <p:nvPr/>
          </p:nvCxnSpPr>
          <p:spPr>
            <a:xfrm rot="10800000">
              <a:off x="8870700" y="2532600"/>
              <a:ext cx="0" cy="25743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60" name="Google Shape;60;p8"/>
            <p:cNvSpPr/>
            <p:nvPr/>
          </p:nvSpPr>
          <p:spPr>
            <a:xfrm rot="5400000" flipH="1">
              <a:off x="8190750" y="1794000"/>
              <a:ext cx="1359900" cy="1173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Work Sans"/>
                <a:ea typeface="Work Sans"/>
                <a:cs typeface="Work Sans"/>
                <a:sym typeface="Work Sans"/>
              </a:endParaRPr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 txBox="1">
            <a:spLocks noGrp="1"/>
          </p:cNvSpPr>
          <p:nvPr>
            <p:ph type="title"/>
          </p:nvPr>
        </p:nvSpPr>
        <p:spPr>
          <a:xfrm>
            <a:off x="2201850" y="1584874"/>
            <a:ext cx="4740300" cy="84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subTitle" idx="1"/>
          </p:nvPr>
        </p:nvSpPr>
        <p:spPr>
          <a:xfrm>
            <a:off x="2201925" y="2427926"/>
            <a:ext cx="4740300" cy="1130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grpSp>
        <p:nvGrpSpPr>
          <p:cNvPr id="64" name="Google Shape;64;p9"/>
          <p:cNvGrpSpPr/>
          <p:nvPr/>
        </p:nvGrpSpPr>
        <p:grpSpPr>
          <a:xfrm>
            <a:off x="0" y="2568550"/>
            <a:ext cx="8436600" cy="2574300"/>
            <a:chOff x="0" y="2568550"/>
            <a:chExt cx="8436600" cy="2574300"/>
          </a:xfrm>
        </p:grpSpPr>
        <p:cxnSp>
          <p:nvCxnSpPr>
            <p:cNvPr id="65" name="Google Shape;65;p9"/>
            <p:cNvCxnSpPr/>
            <p:nvPr/>
          </p:nvCxnSpPr>
          <p:spPr>
            <a:xfrm rot="10800000">
              <a:off x="0" y="4866475"/>
              <a:ext cx="8436600" cy="36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66" name="Google Shape;66;p9"/>
            <p:cNvSpPr/>
            <p:nvPr/>
          </p:nvSpPr>
          <p:spPr>
            <a:xfrm flipH="1">
              <a:off x="7076700" y="4807825"/>
              <a:ext cx="1359900" cy="1173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cxnSp>
          <p:nvCxnSpPr>
            <p:cNvPr id="67" name="Google Shape;67;p9"/>
            <p:cNvCxnSpPr/>
            <p:nvPr/>
          </p:nvCxnSpPr>
          <p:spPr>
            <a:xfrm rot="10800000">
              <a:off x="273300" y="2568550"/>
              <a:ext cx="0" cy="25743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0"/>
          <p:cNvSpPr>
            <a:spLocks noGrp="1"/>
          </p:cNvSpPr>
          <p:nvPr>
            <p:ph type="pic" idx="2"/>
          </p:nvPr>
        </p:nvSpPr>
        <p:spPr>
          <a:xfrm>
            <a:off x="-6875" y="0"/>
            <a:ext cx="9144000" cy="5157300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10"/>
          <p:cNvSpPr txBox="1">
            <a:spLocks noGrp="1"/>
          </p:cNvSpPr>
          <p:nvPr>
            <p:ph type="title"/>
          </p:nvPr>
        </p:nvSpPr>
        <p:spPr>
          <a:xfrm>
            <a:off x="720000" y="4038000"/>
            <a:ext cx="7704000" cy="572700"/>
          </a:xfrm>
          <a:prstGeom prst="rect">
            <a:avLst/>
          </a:prstGeom>
          <a:solidFill>
            <a:schemeClr val="dk1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3"/>
          <p:cNvSpPr txBox="1">
            <a:spLocks noGrp="1"/>
          </p:cNvSpPr>
          <p:nvPr>
            <p:ph type="title" idx="2" hasCustomPrompt="1"/>
          </p:nvPr>
        </p:nvSpPr>
        <p:spPr>
          <a:xfrm>
            <a:off x="720000" y="1532506"/>
            <a:ext cx="1054200" cy="378000"/>
          </a:xfrm>
          <a:prstGeom prst="rect">
            <a:avLst/>
          </a:prstGeom>
          <a:solidFill>
            <a:schemeClr val="dk1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18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82" name="Google Shape;82;p13"/>
          <p:cNvSpPr txBox="1">
            <a:spLocks noGrp="1"/>
          </p:cNvSpPr>
          <p:nvPr>
            <p:ph type="title" idx="3" hasCustomPrompt="1"/>
          </p:nvPr>
        </p:nvSpPr>
        <p:spPr>
          <a:xfrm>
            <a:off x="4572000" y="1532506"/>
            <a:ext cx="1054200" cy="378000"/>
          </a:xfrm>
          <a:prstGeom prst="rect">
            <a:avLst/>
          </a:prstGeom>
          <a:solidFill>
            <a:schemeClr val="dk1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18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83" name="Google Shape;83;p13"/>
          <p:cNvSpPr txBox="1">
            <a:spLocks noGrp="1"/>
          </p:cNvSpPr>
          <p:nvPr>
            <p:ph type="title" idx="4" hasCustomPrompt="1"/>
          </p:nvPr>
        </p:nvSpPr>
        <p:spPr>
          <a:xfrm>
            <a:off x="720000" y="2382753"/>
            <a:ext cx="1054200" cy="378000"/>
          </a:xfrm>
          <a:prstGeom prst="rect">
            <a:avLst/>
          </a:prstGeom>
          <a:solidFill>
            <a:schemeClr val="dk1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18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84" name="Google Shape;84;p13"/>
          <p:cNvSpPr txBox="1">
            <a:spLocks noGrp="1"/>
          </p:cNvSpPr>
          <p:nvPr>
            <p:ph type="title" idx="5" hasCustomPrompt="1"/>
          </p:nvPr>
        </p:nvSpPr>
        <p:spPr>
          <a:xfrm>
            <a:off x="4572000" y="2382753"/>
            <a:ext cx="1054200" cy="378000"/>
          </a:xfrm>
          <a:prstGeom prst="rect">
            <a:avLst/>
          </a:prstGeom>
          <a:solidFill>
            <a:schemeClr val="dk1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18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85" name="Google Shape;85;p13"/>
          <p:cNvSpPr txBox="1">
            <a:spLocks noGrp="1"/>
          </p:cNvSpPr>
          <p:nvPr>
            <p:ph type="title" idx="6" hasCustomPrompt="1"/>
          </p:nvPr>
        </p:nvSpPr>
        <p:spPr>
          <a:xfrm>
            <a:off x="720000" y="3233000"/>
            <a:ext cx="1054200" cy="378000"/>
          </a:xfrm>
          <a:prstGeom prst="rect">
            <a:avLst/>
          </a:prstGeom>
          <a:solidFill>
            <a:schemeClr val="dk1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18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86" name="Google Shape;86;p13"/>
          <p:cNvSpPr txBox="1">
            <a:spLocks noGrp="1"/>
          </p:cNvSpPr>
          <p:nvPr>
            <p:ph type="title" idx="7" hasCustomPrompt="1"/>
          </p:nvPr>
        </p:nvSpPr>
        <p:spPr>
          <a:xfrm>
            <a:off x="4572000" y="3233000"/>
            <a:ext cx="1054200" cy="378000"/>
          </a:xfrm>
          <a:prstGeom prst="rect">
            <a:avLst/>
          </a:prstGeom>
          <a:solidFill>
            <a:schemeClr val="dk1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18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87" name="Google Shape;87;p13"/>
          <p:cNvSpPr txBox="1">
            <a:spLocks noGrp="1"/>
          </p:cNvSpPr>
          <p:nvPr>
            <p:ph type="subTitle" idx="1"/>
          </p:nvPr>
        </p:nvSpPr>
        <p:spPr>
          <a:xfrm>
            <a:off x="1926025" y="1532506"/>
            <a:ext cx="2267700" cy="378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88" name="Google Shape;88;p13"/>
          <p:cNvSpPr txBox="1">
            <a:spLocks noGrp="1"/>
          </p:cNvSpPr>
          <p:nvPr>
            <p:ph type="subTitle" idx="8"/>
          </p:nvPr>
        </p:nvSpPr>
        <p:spPr>
          <a:xfrm>
            <a:off x="1926025" y="2382753"/>
            <a:ext cx="2267700" cy="378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89" name="Google Shape;89;p13"/>
          <p:cNvSpPr txBox="1">
            <a:spLocks noGrp="1"/>
          </p:cNvSpPr>
          <p:nvPr>
            <p:ph type="subTitle" idx="9"/>
          </p:nvPr>
        </p:nvSpPr>
        <p:spPr>
          <a:xfrm>
            <a:off x="1926025" y="3233000"/>
            <a:ext cx="2267700" cy="378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90" name="Google Shape;90;p13"/>
          <p:cNvSpPr txBox="1">
            <a:spLocks noGrp="1"/>
          </p:cNvSpPr>
          <p:nvPr>
            <p:ph type="subTitle" idx="13"/>
          </p:nvPr>
        </p:nvSpPr>
        <p:spPr>
          <a:xfrm>
            <a:off x="5775350" y="1532506"/>
            <a:ext cx="2267700" cy="378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91" name="Google Shape;91;p13"/>
          <p:cNvSpPr txBox="1">
            <a:spLocks noGrp="1"/>
          </p:cNvSpPr>
          <p:nvPr>
            <p:ph type="subTitle" idx="14"/>
          </p:nvPr>
        </p:nvSpPr>
        <p:spPr>
          <a:xfrm>
            <a:off x="5775350" y="2382753"/>
            <a:ext cx="2267700" cy="378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92" name="Google Shape;92;p13"/>
          <p:cNvSpPr txBox="1">
            <a:spLocks noGrp="1"/>
          </p:cNvSpPr>
          <p:nvPr>
            <p:ph type="subTitle" idx="15"/>
          </p:nvPr>
        </p:nvSpPr>
        <p:spPr>
          <a:xfrm>
            <a:off x="5775350" y="3233000"/>
            <a:ext cx="2267700" cy="378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cxnSp>
        <p:nvCxnSpPr>
          <p:cNvPr id="93" name="Google Shape;93;p13"/>
          <p:cNvCxnSpPr/>
          <p:nvPr/>
        </p:nvCxnSpPr>
        <p:spPr>
          <a:xfrm rot="10800000">
            <a:off x="715100" y="4866475"/>
            <a:ext cx="8436600" cy="360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4" name="Google Shape;94;p13"/>
          <p:cNvCxnSpPr/>
          <p:nvPr/>
        </p:nvCxnSpPr>
        <p:spPr>
          <a:xfrm rot="10800000">
            <a:off x="8870700" y="2532650"/>
            <a:ext cx="0" cy="261840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5" name="Google Shape;95;p13"/>
          <p:cNvSpPr/>
          <p:nvPr/>
        </p:nvSpPr>
        <p:spPr>
          <a:xfrm flipH="1">
            <a:off x="715100" y="4801050"/>
            <a:ext cx="1359900" cy="117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Work Sans"/>
              <a:ea typeface="Work Sans"/>
              <a:cs typeface="Work Sans"/>
              <a:sym typeface="Work Sans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TITLE_ONLY_1"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grpSp>
        <p:nvGrpSpPr>
          <p:cNvPr id="98" name="Google Shape;98;p14"/>
          <p:cNvGrpSpPr/>
          <p:nvPr/>
        </p:nvGrpSpPr>
        <p:grpSpPr>
          <a:xfrm>
            <a:off x="715400" y="0"/>
            <a:ext cx="8428500" cy="3934200"/>
            <a:chOff x="715400" y="0"/>
            <a:chExt cx="8428500" cy="3934200"/>
          </a:xfrm>
        </p:grpSpPr>
        <p:cxnSp>
          <p:nvCxnSpPr>
            <p:cNvPr id="99" name="Google Shape;99;p14"/>
            <p:cNvCxnSpPr/>
            <p:nvPr/>
          </p:nvCxnSpPr>
          <p:spPr>
            <a:xfrm rot="10800000">
              <a:off x="715400" y="278075"/>
              <a:ext cx="8428500" cy="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0" name="Google Shape;100;p14"/>
            <p:cNvCxnSpPr/>
            <p:nvPr/>
          </p:nvCxnSpPr>
          <p:spPr>
            <a:xfrm rot="10800000">
              <a:off x="8870700" y="0"/>
              <a:ext cx="0" cy="25743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01" name="Google Shape;101;p14"/>
            <p:cNvSpPr/>
            <p:nvPr/>
          </p:nvSpPr>
          <p:spPr>
            <a:xfrm rot="-5400000" flipH="1">
              <a:off x="8190750" y="3195600"/>
              <a:ext cx="1359900" cy="1173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Work Sans"/>
                <a:ea typeface="Work Sans"/>
                <a:cs typeface="Work Sans"/>
                <a:sym typeface="Work Sans"/>
              </a:endParaRPr>
            </a:p>
          </p:txBody>
        </p: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TITLE_ONLY_2"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grpSp>
        <p:nvGrpSpPr>
          <p:cNvPr id="104" name="Google Shape;104;p15"/>
          <p:cNvGrpSpPr/>
          <p:nvPr/>
        </p:nvGrpSpPr>
        <p:grpSpPr>
          <a:xfrm>
            <a:off x="0" y="2568550"/>
            <a:ext cx="8436600" cy="2574300"/>
            <a:chOff x="0" y="2568550"/>
            <a:chExt cx="8436600" cy="2574300"/>
          </a:xfrm>
        </p:grpSpPr>
        <p:cxnSp>
          <p:nvCxnSpPr>
            <p:cNvPr id="105" name="Google Shape;105;p15"/>
            <p:cNvCxnSpPr/>
            <p:nvPr/>
          </p:nvCxnSpPr>
          <p:spPr>
            <a:xfrm rot="10800000">
              <a:off x="0" y="4866475"/>
              <a:ext cx="8436600" cy="36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06" name="Google Shape;106;p15"/>
            <p:cNvSpPr/>
            <p:nvPr/>
          </p:nvSpPr>
          <p:spPr>
            <a:xfrm flipH="1">
              <a:off x="7076700" y="4807825"/>
              <a:ext cx="1359900" cy="1173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cxnSp>
          <p:nvCxnSpPr>
            <p:cNvPr id="107" name="Google Shape;107;p15"/>
            <p:cNvCxnSpPr/>
            <p:nvPr/>
          </p:nvCxnSpPr>
          <p:spPr>
            <a:xfrm rot="10800000">
              <a:off x="273300" y="2568550"/>
              <a:ext cx="0" cy="25743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8"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2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59" name="Google Shape;159;p22"/>
          <p:cNvSpPr txBox="1">
            <a:spLocks noGrp="1"/>
          </p:cNvSpPr>
          <p:nvPr>
            <p:ph type="subTitle" idx="1"/>
          </p:nvPr>
        </p:nvSpPr>
        <p:spPr>
          <a:xfrm>
            <a:off x="715100" y="1137550"/>
            <a:ext cx="7704000" cy="99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160" name="Google Shape;160;p22"/>
          <p:cNvSpPr txBox="1">
            <a:spLocks noGrp="1"/>
          </p:cNvSpPr>
          <p:nvPr>
            <p:ph type="subTitle" idx="2"/>
          </p:nvPr>
        </p:nvSpPr>
        <p:spPr>
          <a:xfrm>
            <a:off x="715100" y="2135105"/>
            <a:ext cx="7704000" cy="14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161" name="Google Shape;161;p22"/>
          <p:cNvSpPr txBox="1">
            <a:spLocks noGrp="1"/>
          </p:cNvSpPr>
          <p:nvPr>
            <p:ph type="subTitle" idx="3"/>
          </p:nvPr>
        </p:nvSpPr>
        <p:spPr>
          <a:xfrm>
            <a:off x="715100" y="3611160"/>
            <a:ext cx="7704000" cy="99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grpSp>
        <p:nvGrpSpPr>
          <p:cNvPr id="162" name="Google Shape;162;p22"/>
          <p:cNvGrpSpPr/>
          <p:nvPr/>
        </p:nvGrpSpPr>
        <p:grpSpPr>
          <a:xfrm>
            <a:off x="713600" y="1209300"/>
            <a:ext cx="8438100" cy="3934200"/>
            <a:chOff x="713600" y="1209300"/>
            <a:chExt cx="8438100" cy="3934200"/>
          </a:xfrm>
        </p:grpSpPr>
        <p:cxnSp>
          <p:nvCxnSpPr>
            <p:cNvPr id="163" name="Google Shape;163;p22"/>
            <p:cNvCxnSpPr/>
            <p:nvPr/>
          </p:nvCxnSpPr>
          <p:spPr>
            <a:xfrm rot="10800000">
              <a:off x="713600" y="4870075"/>
              <a:ext cx="8438100" cy="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64" name="Google Shape;164;p22"/>
            <p:cNvSpPr/>
            <p:nvPr/>
          </p:nvSpPr>
          <p:spPr>
            <a:xfrm rot="5400000" flipH="1">
              <a:off x="8190750" y="1830600"/>
              <a:ext cx="1359900" cy="1173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cxnSp>
          <p:nvCxnSpPr>
            <p:cNvPr id="165" name="Google Shape;165;p22"/>
            <p:cNvCxnSpPr/>
            <p:nvPr/>
          </p:nvCxnSpPr>
          <p:spPr>
            <a:xfrm rot="10800000">
              <a:off x="8870700" y="2569200"/>
              <a:ext cx="0" cy="25743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1">
  <p:cSld name="CUSTOM_6"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68" name="Google Shape;168;p23"/>
          <p:cNvSpPr txBox="1">
            <a:spLocks noGrp="1"/>
          </p:cNvSpPr>
          <p:nvPr>
            <p:ph type="subTitle" idx="1"/>
          </p:nvPr>
        </p:nvSpPr>
        <p:spPr>
          <a:xfrm>
            <a:off x="882275" y="2756728"/>
            <a:ext cx="2289600" cy="176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69" name="Google Shape;169;p23"/>
          <p:cNvSpPr txBox="1">
            <a:spLocks noGrp="1"/>
          </p:cNvSpPr>
          <p:nvPr>
            <p:ph type="subTitle" idx="2"/>
          </p:nvPr>
        </p:nvSpPr>
        <p:spPr>
          <a:xfrm>
            <a:off x="3430800" y="2756725"/>
            <a:ext cx="2286000" cy="176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70" name="Google Shape;170;p23"/>
          <p:cNvSpPr txBox="1">
            <a:spLocks noGrp="1"/>
          </p:cNvSpPr>
          <p:nvPr>
            <p:ph type="subTitle" idx="3"/>
          </p:nvPr>
        </p:nvSpPr>
        <p:spPr>
          <a:xfrm>
            <a:off x="5975725" y="2756725"/>
            <a:ext cx="2286000" cy="176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71" name="Google Shape;171;p23"/>
          <p:cNvSpPr txBox="1">
            <a:spLocks noGrp="1"/>
          </p:cNvSpPr>
          <p:nvPr>
            <p:ph type="subTitle" idx="4"/>
          </p:nvPr>
        </p:nvSpPr>
        <p:spPr>
          <a:xfrm>
            <a:off x="882275" y="2135975"/>
            <a:ext cx="22896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172" name="Google Shape;172;p23"/>
          <p:cNvSpPr txBox="1">
            <a:spLocks noGrp="1"/>
          </p:cNvSpPr>
          <p:nvPr>
            <p:ph type="subTitle" idx="5"/>
          </p:nvPr>
        </p:nvSpPr>
        <p:spPr>
          <a:xfrm>
            <a:off x="3430800" y="2135975"/>
            <a:ext cx="22860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173" name="Google Shape;173;p23"/>
          <p:cNvSpPr txBox="1">
            <a:spLocks noGrp="1"/>
          </p:cNvSpPr>
          <p:nvPr>
            <p:ph type="subTitle" idx="6"/>
          </p:nvPr>
        </p:nvSpPr>
        <p:spPr>
          <a:xfrm>
            <a:off x="5975725" y="2135975"/>
            <a:ext cx="22860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grpSp>
        <p:nvGrpSpPr>
          <p:cNvPr id="174" name="Google Shape;174;p23"/>
          <p:cNvGrpSpPr/>
          <p:nvPr/>
        </p:nvGrpSpPr>
        <p:grpSpPr>
          <a:xfrm>
            <a:off x="0" y="1209825"/>
            <a:ext cx="8436600" cy="3933025"/>
            <a:chOff x="0" y="1209825"/>
            <a:chExt cx="8436600" cy="3933025"/>
          </a:xfrm>
        </p:grpSpPr>
        <p:cxnSp>
          <p:nvCxnSpPr>
            <p:cNvPr id="175" name="Google Shape;175;p23"/>
            <p:cNvCxnSpPr/>
            <p:nvPr/>
          </p:nvCxnSpPr>
          <p:spPr>
            <a:xfrm rot="10800000">
              <a:off x="0" y="4866475"/>
              <a:ext cx="8436600" cy="36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76" name="Google Shape;176;p23"/>
            <p:cNvSpPr/>
            <p:nvPr/>
          </p:nvSpPr>
          <p:spPr>
            <a:xfrm rot="-5400000" flipH="1">
              <a:off x="-406650" y="1831125"/>
              <a:ext cx="1359900" cy="1173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cxnSp>
          <p:nvCxnSpPr>
            <p:cNvPr id="177" name="Google Shape;177;p23"/>
            <p:cNvCxnSpPr/>
            <p:nvPr/>
          </p:nvCxnSpPr>
          <p:spPr>
            <a:xfrm rot="10800000">
              <a:off x="273300" y="2568550"/>
              <a:ext cx="0" cy="25743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LANK_1_1_1_1_1_1_1">
    <p:spTree>
      <p:nvGrpSpPr>
        <p:cNvPr id="1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5" name="Google Shape;345;p27"/>
          <p:cNvGrpSpPr/>
          <p:nvPr/>
        </p:nvGrpSpPr>
        <p:grpSpPr>
          <a:xfrm>
            <a:off x="0" y="0"/>
            <a:ext cx="8436600" cy="3933025"/>
            <a:chOff x="0" y="0"/>
            <a:chExt cx="8436600" cy="3933025"/>
          </a:xfrm>
        </p:grpSpPr>
        <p:cxnSp>
          <p:nvCxnSpPr>
            <p:cNvPr id="346" name="Google Shape;346;p27"/>
            <p:cNvCxnSpPr/>
            <p:nvPr/>
          </p:nvCxnSpPr>
          <p:spPr>
            <a:xfrm flipH="1">
              <a:off x="0" y="272775"/>
              <a:ext cx="8436600" cy="36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47" name="Google Shape;347;p27"/>
            <p:cNvCxnSpPr/>
            <p:nvPr/>
          </p:nvCxnSpPr>
          <p:spPr>
            <a:xfrm>
              <a:off x="273300" y="0"/>
              <a:ext cx="0" cy="25743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348" name="Google Shape;348;p27"/>
            <p:cNvSpPr/>
            <p:nvPr/>
          </p:nvSpPr>
          <p:spPr>
            <a:xfrm rot="-5400000">
              <a:off x="-406650" y="3194425"/>
              <a:ext cx="1359900" cy="1173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Work Sans"/>
                <a:ea typeface="Work Sans"/>
                <a:cs typeface="Work Sans"/>
                <a:sym typeface="Work Sans"/>
              </a:endParaRPr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LANK_1_1_1_1_1_1_1_1">
    <p:spTree>
      <p:nvGrpSpPr>
        <p:cNvPr id="1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0" name="Google Shape;350;p28"/>
          <p:cNvGrpSpPr/>
          <p:nvPr/>
        </p:nvGrpSpPr>
        <p:grpSpPr>
          <a:xfrm>
            <a:off x="715100" y="1172700"/>
            <a:ext cx="8436600" cy="3934200"/>
            <a:chOff x="715100" y="1172700"/>
            <a:chExt cx="8436600" cy="3934200"/>
          </a:xfrm>
        </p:grpSpPr>
        <p:cxnSp>
          <p:nvCxnSpPr>
            <p:cNvPr id="351" name="Google Shape;351;p28"/>
            <p:cNvCxnSpPr/>
            <p:nvPr/>
          </p:nvCxnSpPr>
          <p:spPr>
            <a:xfrm rot="10800000">
              <a:off x="715100" y="4866475"/>
              <a:ext cx="8436600" cy="36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52" name="Google Shape;352;p28"/>
            <p:cNvCxnSpPr/>
            <p:nvPr/>
          </p:nvCxnSpPr>
          <p:spPr>
            <a:xfrm rot="10800000">
              <a:off x="8870700" y="2532600"/>
              <a:ext cx="0" cy="25743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353" name="Google Shape;353;p28"/>
            <p:cNvSpPr/>
            <p:nvPr/>
          </p:nvSpPr>
          <p:spPr>
            <a:xfrm rot="5400000" flipH="1">
              <a:off x="8190750" y="1794000"/>
              <a:ext cx="1359900" cy="1173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Work Sans"/>
                <a:ea typeface="Work Sans"/>
                <a:cs typeface="Work Sans"/>
                <a:sym typeface="Work Sans"/>
              </a:endParaRPr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5100" y="445025"/>
            <a:ext cx="77139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Inter"/>
              <a:buNone/>
              <a:defRPr sz="3000" b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Inter"/>
              <a:buNone/>
              <a:defRPr sz="3500" b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Inter"/>
              <a:buNone/>
              <a:defRPr sz="3500" b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Inter"/>
              <a:buNone/>
              <a:defRPr sz="3500" b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Inter"/>
              <a:buNone/>
              <a:defRPr sz="3500" b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Inter"/>
              <a:buNone/>
              <a:defRPr sz="3500" b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Inter"/>
              <a:buNone/>
              <a:defRPr sz="3500" b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Inter"/>
              <a:buNone/>
              <a:defRPr sz="3500" b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Inter"/>
              <a:buNone/>
              <a:defRPr sz="3500" b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5100" y="1152475"/>
            <a:ext cx="7713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Char char="●"/>
              <a:defRPr sz="1200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1pPr>
            <a:lvl2pPr marL="914400" lvl="1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Char char="○"/>
              <a:defRPr sz="1200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2pPr>
            <a:lvl3pPr marL="1371600" lvl="2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Char char="■"/>
              <a:defRPr sz="1200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3pPr>
            <a:lvl4pPr marL="1828800" lvl="3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Char char="●"/>
              <a:defRPr sz="1200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4pPr>
            <a:lvl5pPr marL="2286000" lvl="4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Char char="○"/>
              <a:defRPr sz="1200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5pPr>
            <a:lvl6pPr marL="2743200" lvl="5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Char char="■"/>
              <a:defRPr sz="1200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6pPr>
            <a:lvl7pPr marL="3200400" lvl="6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Char char="●"/>
              <a:defRPr sz="1200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7pPr>
            <a:lvl8pPr marL="3657600" lvl="7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Char char="○"/>
              <a:defRPr sz="1200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8pPr>
            <a:lvl9pPr marL="4114800" lvl="8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Char char="■"/>
              <a:defRPr sz="1200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1" r:id="rId2"/>
    <p:sldLayoutId id="2147483652" r:id="rId3"/>
    <p:sldLayoutId id="2147483654" r:id="rId4"/>
    <p:sldLayoutId id="2147483655" r:id="rId5"/>
    <p:sldLayoutId id="2147483656" r:id="rId6"/>
    <p:sldLayoutId id="2147483658" r:id="rId7"/>
    <p:sldLayoutId id="2147483659" r:id="rId8"/>
    <p:sldLayoutId id="2147483660" r:id="rId9"/>
    <p:sldLayoutId id="2147483661" r:id="rId10"/>
    <p:sldLayoutId id="2147483668" r:id="rId11"/>
    <p:sldLayoutId id="2147483669" r:id="rId12"/>
    <p:sldLayoutId id="2147483673" r:id="rId13"/>
    <p:sldLayoutId id="2147483674" r:id="rId14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32.png"/><Relationship Id="rId7" Type="http://schemas.openxmlformats.org/officeDocument/2006/relationships/image" Target="../media/image3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32"/>
          <p:cNvSpPr txBox="1">
            <a:spLocks noGrp="1"/>
          </p:cNvSpPr>
          <p:nvPr>
            <p:ph type="ctrTitle"/>
          </p:nvPr>
        </p:nvSpPr>
        <p:spPr>
          <a:xfrm>
            <a:off x="712000" y="1335562"/>
            <a:ext cx="7937694" cy="1746875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dirty="0"/>
              <a:t>Predicting Hypotensive Events </a:t>
            </a:r>
            <a:br>
              <a:rPr lang="en-US" sz="3200" dirty="0"/>
            </a:br>
            <a:r>
              <a:rPr lang="en-US" sz="3200" dirty="0"/>
              <a:t>with Transformer: </a:t>
            </a:r>
            <a:br>
              <a:rPr lang="en-US" sz="3200" dirty="0"/>
            </a:br>
            <a:r>
              <a:rPr lang="en-US" sz="3200" dirty="0"/>
              <a:t>A Comparative Performance Analysis </a:t>
            </a:r>
          </a:p>
        </p:txBody>
      </p:sp>
      <p:sp>
        <p:nvSpPr>
          <p:cNvPr id="365" name="Google Shape;365;p32"/>
          <p:cNvSpPr txBox="1">
            <a:spLocks noGrp="1"/>
          </p:cNvSpPr>
          <p:nvPr>
            <p:ph type="subTitle" idx="1"/>
          </p:nvPr>
        </p:nvSpPr>
        <p:spPr>
          <a:xfrm>
            <a:off x="711999" y="3082437"/>
            <a:ext cx="7560329" cy="101954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" dirty="0"/>
              <a:t>Group 20:</a:t>
            </a:r>
            <a:r>
              <a:rPr lang="zh-TW" altLang="en-US" dirty="0"/>
              <a:t> </a:t>
            </a:r>
            <a:r>
              <a:rPr lang="en" dirty="0"/>
              <a:t>110550108</a:t>
            </a:r>
            <a:r>
              <a:rPr lang="zh-TW" altLang="en-US" dirty="0"/>
              <a:t> 施柏江</a:t>
            </a:r>
            <a:r>
              <a:rPr lang="en" dirty="0"/>
              <a:t>、110550068</a:t>
            </a:r>
            <a:r>
              <a:rPr lang="zh-TW" altLang="en-US" dirty="0"/>
              <a:t> </a:t>
            </a:r>
            <a:r>
              <a:rPr lang="en" dirty="0"/>
              <a:t>王振倫、110550052</a:t>
            </a:r>
            <a:r>
              <a:rPr lang="zh-TW" altLang="en-US" dirty="0"/>
              <a:t> </a:t>
            </a:r>
            <a:r>
              <a:rPr lang="en" dirty="0" err="1"/>
              <a:t>楊沁瑜</a:t>
            </a:r>
            <a:endParaRPr lang="en-US" altLang="zh-TW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0" name="Google Shape;950;p37"/>
          <p:cNvSpPr txBox="1">
            <a:spLocks noGrp="1"/>
          </p:cNvSpPr>
          <p:nvPr>
            <p:ph type="subTitle" idx="4"/>
          </p:nvPr>
        </p:nvSpPr>
        <p:spPr>
          <a:xfrm>
            <a:off x="1331218" y="1852261"/>
            <a:ext cx="3126900" cy="55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indent="0"/>
            <a:r>
              <a:rPr lang="en-US" dirty="0"/>
              <a:t>Input Signal</a:t>
            </a:r>
            <a:endParaRPr dirty="0"/>
          </a:p>
        </p:txBody>
      </p:sp>
      <p:sp>
        <p:nvSpPr>
          <p:cNvPr id="951" name="Google Shape;951;p3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</a:t>
            </a:r>
            <a:endParaRPr/>
          </a:p>
        </p:txBody>
      </p:sp>
      <p:sp>
        <p:nvSpPr>
          <p:cNvPr id="952" name="Google Shape;952;p37"/>
          <p:cNvSpPr txBox="1">
            <a:spLocks noGrp="1"/>
          </p:cNvSpPr>
          <p:nvPr>
            <p:ph type="subTitle" idx="1"/>
          </p:nvPr>
        </p:nvSpPr>
        <p:spPr>
          <a:xfrm>
            <a:off x="1432700" y="2276956"/>
            <a:ext cx="3025418" cy="90524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FontTx/>
              <a:buChar char="-"/>
            </a:pPr>
            <a:r>
              <a:rPr lang="en-US" dirty="0"/>
              <a:t>Arterial pressure</a:t>
            </a:r>
          </a:p>
          <a:p>
            <a:pPr>
              <a:buFontTx/>
              <a:buChar char="-"/>
            </a:pPr>
            <a:r>
              <a:rPr lang="en-US" dirty="0"/>
              <a:t>Electrocardiography (lead II)</a:t>
            </a:r>
          </a:p>
          <a:p>
            <a:pPr>
              <a:buFontTx/>
              <a:buChar char="-"/>
            </a:pPr>
            <a:r>
              <a:rPr lang="en-US" dirty="0"/>
              <a:t>Photoplethysmography</a:t>
            </a:r>
          </a:p>
          <a:p>
            <a:pPr>
              <a:buFontTx/>
              <a:buChar char="-"/>
            </a:pPr>
            <a:r>
              <a:rPr lang="en-US" dirty="0"/>
              <a:t>Capnography waveform </a:t>
            </a:r>
          </a:p>
        </p:txBody>
      </p:sp>
      <p:sp>
        <p:nvSpPr>
          <p:cNvPr id="954" name="Google Shape;954;p37"/>
          <p:cNvSpPr txBox="1">
            <a:spLocks noGrp="1"/>
          </p:cNvSpPr>
          <p:nvPr>
            <p:ph type="subTitle" idx="3"/>
          </p:nvPr>
        </p:nvSpPr>
        <p:spPr>
          <a:xfrm>
            <a:off x="1292690" y="1325929"/>
            <a:ext cx="6973492" cy="452378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B4D68"/>
              </a:buClr>
              <a:buSzPts val="1200"/>
              <a:buFont typeface="Work Sans"/>
              <a:buNone/>
              <a:tabLst/>
              <a:defRPr/>
            </a:pPr>
            <a:r>
              <a:rPr lang="en-US" dirty="0"/>
              <a:t>Hypotensive Events  </a:t>
            </a: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3B4D68"/>
                </a:solidFill>
                <a:effectLst/>
                <a:uLnTx/>
                <a:uFillTx/>
                <a:latin typeface="Work Sans"/>
                <a:sym typeface="Work Sans"/>
              </a:rPr>
              <a:t>Arterial pressure below 65 for one minute.</a:t>
            </a:r>
          </a:p>
        </p:txBody>
      </p:sp>
      <p:sp>
        <p:nvSpPr>
          <p:cNvPr id="955" name="Google Shape;955;p37"/>
          <p:cNvSpPr/>
          <p:nvPr/>
        </p:nvSpPr>
        <p:spPr>
          <a:xfrm>
            <a:off x="922004" y="1325929"/>
            <a:ext cx="347325" cy="378885"/>
          </a:xfrm>
          <a:custGeom>
            <a:avLst/>
            <a:gdLst/>
            <a:ahLst/>
            <a:cxnLst/>
            <a:rect l="l" t="t" r="r" b="b"/>
            <a:pathLst>
              <a:path w="9704" h="11847" extrusionOk="0">
                <a:moveTo>
                  <a:pt x="7687" y="662"/>
                </a:moveTo>
                <a:cubicBezTo>
                  <a:pt x="7813" y="945"/>
                  <a:pt x="7971" y="1134"/>
                  <a:pt x="8160" y="1386"/>
                </a:cubicBezTo>
                <a:lnTo>
                  <a:pt x="1008" y="1386"/>
                </a:lnTo>
                <a:cubicBezTo>
                  <a:pt x="788" y="1386"/>
                  <a:pt x="630" y="1229"/>
                  <a:pt x="630" y="1040"/>
                </a:cubicBezTo>
                <a:cubicBezTo>
                  <a:pt x="630" y="819"/>
                  <a:pt x="788" y="662"/>
                  <a:pt x="1008" y="662"/>
                </a:cubicBezTo>
                <a:close/>
                <a:moveTo>
                  <a:pt x="6553" y="3466"/>
                </a:moveTo>
                <a:cubicBezTo>
                  <a:pt x="6742" y="3466"/>
                  <a:pt x="6900" y="3623"/>
                  <a:pt x="6900" y="3812"/>
                </a:cubicBezTo>
                <a:lnTo>
                  <a:pt x="6900" y="4852"/>
                </a:lnTo>
                <a:lnTo>
                  <a:pt x="7939" y="4852"/>
                </a:lnTo>
                <a:cubicBezTo>
                  <a:pt x="8128" y="4852"/>
                  <a:pt x="8286" y="5009"/>
                  <a:pt x="8286" y="5199"/>
                </a:cubicBezTo>
                <a:lnTo>
                  <a:pt x="8286" y="6585"/>
                </a:lnTo>
                <a:cubicBezTo>
                  <a:pt x="8286" y="6774"/>
                  <a:pt x="8128" y="6931"/>
                  <a:pt x="7939" y="6931"/>
                </a:cubicBezTo>
                <a:lnTo>
                  <a:pt x="6900" y="6931"/>
                </a:lnTo>
                <a:lnTo>
                  <a:pt x="6900" y="7971"/>
                </a:lnTo>
                <a:cubicBezTo>
                  <a:pt x="6900" y="8160"/>
                  <a:pt x="6742" y="8317"/>
                  <a:pt x="6553" y="8317"/>
                </a:cubicBezTo>
                <a:lnTo>
                  <a:pt x="5167" y="8317"/>
                </a:lnTo>
                <a:cubicBezTo>
                  <a:pt x="4978" y="8317"/>
                  <a:pt x="4820" y="8160"/>
                  <a:pt x="4820" y="7971"/>
                </a:cubicBezTo>
                <a:lnTo>
                  <a:pt x="4820" y="6931"/>
                </a:lnTo>
                <a:lnTo>
                  <a:pt x="3781" y="6931"/>
                </a:lnTo>
                <a:cubicBezTo>
                  <a:pt x="3592" y="6931"/>
                  <a:pt x="3434" y="6774"/>
                  <a:pt x="3434" y="6585"/>
                </a:cubicBezTo>
                <a:lnTo>
                  <a:pt x="3434" y="5199"/>
                </a:lnTo>
                <a:cubicBezTo>
                  <a:pt x="3434" y="5009"/>
                  <a:pt x="3592" y="4852"/>
                  <a:pt x="3781" y="4852"/>
                </a:cubicBezTo>
                <a:lnTo>
                  <a:pt x="4820" y="4852"/>
                </a:lnTo>
                <a:lnTo>
                  <a:pt x="4820" y="3812"/>
                </a:lnTo>
                <a:cubicBezTo>
                  <a:pt x="4820" y="3623"/>
                  <a:pt x="4978" y="3466"/>
                  <a:pt x="5167" y="3466"/>
                </a:cubicBezTo>
                <a:close/>
                <a:moveTo>
                  <a:pt x="7939" y="9735"/>
                </a:moveTo>
                <a:cubicBezTo>
                  <a:pt x="8128" y="9735"/>
                  <a:pt x="8286" y="9893"/>
                  <a:pt x="8286" y="10082"/>
                </a:cubicBezTo>
                <a:cubicBezTo>
                  <a:pt x="8286" y="10334"/>
                  <a:pt x="8128" y="10428"/>
                  <a:pt x="7939" y="10428"/>
                </a:cubicBezTo>
                <a:lnTo>
                  <a:pt x="3749" y="10428"/>
                </a:lnTo>
                <a:cubicBezTo>
                  <a:pt x="3560" y="10428"/>
                  <a:pt x="3403" y="10271"/>
                  <a:pt x="3403" y="10082"/>
                </a:cubicBezTo>
                <a:cubicBezTo>
                  <a:pt x="3403" y="9893"/>
                  <a:pt x="3560" y="9735"/>
                  <a:pt x="3749" y="9735"/>
                </a:cubicBezTo>
                <a:close/>
                <a:moveTo>
                  <a:pt x="1040" y="0"/>
                </a:moveTo>
                <a:cubicBezTo>
                  <a:pt x="441" y="0"/>
                  <a:pt x="0" y="473"/>
                  <a:pt x="0" y="1040"/>
                </a:cubicBezTo>
                <a:lnTo>
                  <a:pt x="0" y="10428"/>
                </a:lnTo>
                <a:cubicBezTo>
                  <a:pt x="0" y="11184"/>
                  <a:pt x="630" y="11815"/>
                  <a:pt x="1386" y="11815"/>
                </a:cubicBezTo>
                <a:lnTo>
                  <a:pt x="1386" y="2048"/>
                </a:lnTo>
                <a:lnTo>
                  <a:pt x="2111" y="2048"/>
                </a:lnTo>
                <a:lnTo>
                  <a:pt x="2111" y="11815"/>
                </a:lnTo>
                <a:lnTo>
                  <a:pt x="9357" y="11815"/>
                </a:lnTo>
                <a:lnTo>
                  <a:pt x="9357" y="11846"/>
                </a:lnTo>
                <a:cubicBezTo>
                  <a:pt x="9546" y="11846"/>
                  <a:pt x="9704" y="11688"/>
                  <a:pt x="9704" y="11499"/>
                </a:cubicBezTo>
                <a:lnTo>
                  <a:pt x="9704" y="1733"/>
                </a:lnTo>
                <a:cubicBezTo>
                  <a:pt x="9704" y="1607"/>
                  <a:pt x="9609" y="1449"/>
                  <a:pt x="9452" y="1418"/>
                </a:cubicBezTo>
                <a:cubicBezTo>
                  <a:pt x="8822" y="1166"/>
                  <a:pt x="8443" y="756"/>
                  <a:pt x="8286" y="252"/>
                </a:cubicBezTo>
                <a:cubicBezTo>
                  <a:pt x="8254" y="95"/>
                  <a:pt x="8097" y="0"/>
                  <a:pt x="7971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grpSp>
        <p:nvGrpSpPr>
          <p:cNvPr id="2" name="Google Shape;6136;p65">
            <a:extLst>
              <a:ext uri="{FF2B5EF4-FFF2-40B4-BE49-F238E27FC236}">
                <a16:creationId xmlns:a16="http://schemas.microsoft.com/office/drawing/2014/main" id="{2BADB2C0-B982-7376-4264-7E92B6C19E0E}"/>
              </a:ext>
            </a:extLst>
          </p:cNvPr>
          <p:cNvGrpSpPr/>
          <p:nvPr/>
        </p:nvGrpSpPr>
        <p:grpSpPr>
          <a:xfrm>
            <a:off x="891007" y="1976743"/>
            <a:ext cx="426024" cy="355752"/>
            <a:chOff x="-28462125" y="3199700"/>
            <a:chExt cx="298550" cy="259150"/>
          </a:xfrm>
        </p:grpSpPr>
        <p:sp>
          <p:nvSpPr>
            <p:cNvPr id="3" name="Google Shape;6137;p65">
              <a:extLst>
                <a:ext uri="{FF2B5EF4-FFF2-40B4-BE49-F238E27FC236}">
                  <a16:creationId xmlns:a16="http://schemas.microsoft.com/office/drawing/2014/main" id="{3DDFE10B-122C-BAF3-3F2F-E29BC5B4766C}"/>
                </a:ext>
              </a:extLst>
            </p:cNvPr>
            <p:cNvSpPr/>
            <p:nvPr/>
          </p:nvSpPr>
          <p:spPr>
            <a:xfrm>
              <a:off x="-28459750" y="3284775"/>
              <a:ext cx="296175" cy="104775"/>
            </a:xfrm>
            <a:custGeom>
              <a:avLst/>
              <a:gdLst/>
              <a:ahLst/>
              <a:cxnLst/>
              <a:rect l="l" t="t" r="r" b="b"/>
              <a:pathLst>
                <a:path w="11847" h="4191" extrusionOk="0">
                  <a:moveTo>
                    <a:pt x="5230" y="0"/>
                  </a:moveTo>
                  <a:cubicBezTo>
                    <a:pt x="5073" y="0"/>
                    <a:pt x="4947" y="63"/>
                    <a:pt x="4915" y="189"/>
                  </a:cubicBezTo>
                  <a:lnTo>
                    <a:pt x="4096" y="2080"/>
                  </a:lnTo>
                  <a:lnTo>
                    <a:pt x="347" y="2080"/>
                  </a:lnTo>
                  <a:cubicBezTo>
                    <a:pt x="158" y="2080"/>
                    <a:pt x="0" y="2237"/>
                    <a:pt x="0" y="2426"/>
                  </a:cubicBezTo>
                  <a:cubicBezTo>
                    <a:pt x="0" y="2615"/>
                    <a:pt x="158" y="2773"/>
                    <a:pt x="347" y="2773"/>
                  </a:cubicBezTo>
                  <a:lnTo>
                    <a:pt x="4316" y="2773"/>
                  </a:lnTo>
                  <a:cubicBezTo>
                    <a:pt x="4411" y="2773"/>
                    <a:pt x="4505" y="2710"/>
                    <a:pt x="4600" y="2584"/>
                  </a:cubicBezTo>
                  <a:lnTo>
                    <a:pt x="5199" y="1292"/>
                  </a:lnTo>
                  <a:lnTo>
                    <a:pt x="6238" y="3970"/>
                  </a:lnTo>
                  <a:cubicBezTo>
                    <a:pt x="6301" y="4096"/>
                    <a:pt x="6396" y="4159"/>
                    <a:pt x="6522" y="4191"/>
                  </a:cubicBezTo>
                  <a:lnTo>
                    <a:pt x="6553" y="4191"/>
                  </a:lnTo>
                  <a:cubicBezTo>
                    <a:pt x="6679" y="4191"/>
                    <a:pt x="6805" y="4127"/>
                    <a:pt x="6868" y="4033"/>
                  </a:cubicBezTo>
                  <a:lnTo>
                    <a:pt x="7624" y="2836"/>
                  </a:lnTo>
                  <a:lnTo>
                    <a:pt x="11500" y="2836"/>
                  </a:lnTo>
                  <a:cubicBezTo>
                    <a:pt x="11689" y="2836"/>
                    <a:pt x="11846" y="2678"/>
                    <a:pt x="11846" y="2458"/>
                  </a:cubicBezTo>
                  <a:cubicBezTo>
                    <a:pt x="11846" y="2269"/>
                    <a:pt x="11689" y="2111"/>
                    <a:pt x="11500" y="2111"/>
                  </a:cubicBezTo>
                  <a:lnTo>
                    <a:pt x="7435" y="2111"/>
                  </a:lnTo>
                  <a:cubicBezTo>
                    <a:pt x="7309" y="2111"/>
                    <a:pt x="7183" y="2206"/>
                    <a:pt x="7120" y="2269"/>
                  </a:cubicBezTo>
                  <a:lnTo>
                    <a:pt x="6648" y="3056"/>
                  </a:lnTo>
                  <a:lnTo>
                    <a:pt x="5545" y="221"/>
                  </a:lnTo>
                  <a:cubicBezTo>
                    <a:pt x="5514" y="95"/>
                    <a:pt x="5388" y="0"/>
                    <a:pt x="523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" name="Google Shape;6138;p65">
              <a:extLst>
                <a:ext uri="{FF2B5EF4-FFF2-40B4-BE49-F238E27FC236}">
                  <a16:creationId xmlns:a16="http://schemas.microsoft.com/office/drawing/2014/main" id="{127F0F68-F796-F692-DB79-02F51BF075F0}"/>
                </a:ext>
              </a:extLst>
            </p:cNvPr>
            <p:cNvSpPr/>
            <p:nvPr/>
          </p:nvSpPr>
          <p:spPr>
            <a:xfrm>
              <a:off x="-28462125" y="3199700"/>
              <a:ext cx="295400" cy="125275"/>
            </a:xfrm>
            <a:custGeom>
              <a:avLst/>
              <a:gdLst/>
              <a:ahLst/>
              <a:cxnLst/>
              <a:rect l="l" t="t" r="r" b="b"/>
              <a:pathLst>
                <a:path w="11816" h="5011" extrusionOk="0">
                  <a:moveTo>
                    <a:pt x="3151" y="1"/>
                  </a:moveTo>
                  <a:cubicBezTo>
                    <a:pt x="1387" y="1"/>
                    <a:pt x="1" y="1419"/>
                    <a:pt x="1" y="3277"/>
                  </a:cubicBezTo>
                  <a:cubicBezTo>
                    <a:pt x="1" y="3876"/>
                    <a:pt x="158" y="4349"/>
                    <a:pt x="442" y="4821"/>
                  </a:cubicBezTo>
                  <a:lnTo>
                    <a:pt x="3655" y="4821"/>
                  </a:lnTo>
                  <a:lnTo>
                    <a:pt x="4285" y="3340"/>
                  </a:lnTo>
                  <a:cubicBezTo>
                    <a:pt x="4443" y="2994"/>
                    <a:pt x="4821" y="2773"/>
                    <a:pt x="5199" y="2710"/>
                  </a:cubicBezTo>
                  <a:cubicBezTo>
                    <a:pt x="5672" y="2710"/>
                    <a:pt x="6018" y="2994"/>
                    <a:pt x="6176" y="3403"/>
                  </a:cubicBezTo>
                  <a:lnTo>
                    <a:pt x="6806" y="5010"/>
                  </a:lnTo>
                  <a:cubicBezTo>
                    <a:pt x="6963" y="4884"/>
                    <a:pt x="7215" y="4821"/>
                    <a:pt x="7404" y="4821"/>
                  </a:cubicBezTo>
                  <a:lnTo>
                    <a:pt x="11374" y="4821"/>
                  </a:lnTo>
                  <a:cubicBezTo>
                    <a:pt x="11626" y="4349"/>
                    <a:pt x="11815" y="3813"/>
                    <a:pt x="11815" y="3277"/>
                  </a:cubicBezTo>
                  <a:cubicBezTo>
                    <a:pt x="11815" y="1419"/>
                    <a:pt x="10429" y="1"/>
                    <a:pt x="8665" y="1"/>
                  </a:cubicBezTo>
                  <a:cubicBezTo>
                    <a:pt x="7247" y="1"/>
                    <a:pt x="6396" y="977"/>
                    <a:pt x="5924" y="1860"/>
                  </a:cubicBezTo>
                  <a:cubicBezTo>
                    <a:pt x="5451" y="977"/>
                    <a:pt x="4537" y="1"/>
                    <a:pt x="315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" name="Google Shape;6139;p65">
              <a:extLst>
                <a:ext uri="{FF2B5EF4-FFF2-40B4-BE49-F238E27FC236}">
                  <a16:creationId xmlns:a16="http://schemas.microsoft.com/office/drawing/2014/main" id="{8F4281FC-8E89-1BEB-3C78-5AABEC941AF4}"/>
                </a:ext>
              </a:extLst>
            </p:cNvPr>
            <p:cNvSpPr/>
            <p:nvPr/>
          </p:nvSpPr>
          <p:spPr>
            <a:xfrm>
              <a:off x="-28405400" y="3360375"/>
              <a:ext cx="186675" cy="98475"/>
            </a:xfrm>
            <a:custGeom>
              <a:avLst/>
              <a:gdLst/>
              <a:ahLst/>
              <a:cxnLst/>
              <a:rect l="l" t="t" r="r" b="b"/>
              <a:pathLst>
                <a:path w="7467" h="3939" extrusionOk="0">
                  <a:moveTo>
                    <a:pt x="2962" y="1"/>
                  </a:moveTo>
                  <a:cubicBezTo>
                    <a:pt x="2773" y="284"/>
                    <a:pt x="2458" y="442"/>
                    <a:pt x="2111" y="442"/>
                  </a:cubicBezTo>
                  <a:lnTo>
                    <a:pt x="0" y="442"/>
                  </a:lnTo>
                  <a:cubicBezTo>
                    <a:pt x="158" y="599"/>
                    <a:pt x="347" y="757"/>
                    <a:pt x="536" y="914"/>
                  </a:cubicBezTo>
                  <a:cubicBezTo>
                    <a:pt x="1449" y="1734"/>
                    <a:pt x="2426" y="2647"/>
                    <a:pt x="3434" y="3813"/>
                  </a:cubicBezTo>
                  <a:cubicBezTo>
                    <a:pt x="3529" y="3907"/>
                    <a:pt x="3592" y="3939"/>
                    <a:pt x="3718" y="3939"/>
                  </a:cubicBezTo>
                  <a:cubicBezTo>
                    <a:pt x="3844" y="3939"/>
                    <a:pt x="3907" y="3907"/>
                    <a:pt x="4001" y="3813"/>
                  </a:cubicBezTo>
                  <a:cubicBezTo>
                    <a:pt x="4978" y="2584"/>
                    <a:pt x="6018" y="1734"/>
                    <a:pt x="6900" y="914"/>
                  </a:cubicBezTo>
                  <a:cubicBezTo>
                    <a:pt x="7120" y="757"/>
                    <a:pt x="7278" y="599"/>
                    <a:pt x="7467" y="442"/>
                  </a:cubicBezTo>
                  <a:lnTo>
                    <a:pt x="5860" y="442"/>
                  </a:lnTo>
                  <a:lnTo>
                    <a:pt x="5293" y="1324"/>
                  </a:lnTo>
                  <a:cubicBezTo>
                    <a:pt x="5104" y="1639"/>
                    <a:pt x="4789" y="1860"/>
                    <a:pt x="4379" y="1860"/>
                  </a:cubicBezTo>
                  <a:lnTo>
                    <a:pt x="4316" y="1860"/>
                  </a:lnTo>
                  <a:cubicBezTo>
                    <a:pt x="3907" y="1797"/>
                    <a:pt x="3592" y="1576"/>
                    <a:pt x="3434" y="1167"/>
                  </a:cubicBezTo>
                  <a:lnTo>
                    <a:pt x="296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pic>
        <p:nvPicPr>
          <p:cNvPr id="7" name="Picture 2">
            <a:extLst>
              <a:ext uri="{FF2B5EF4-FFF2-40B4-BE49-F238E27FC236}">
                <a16:creationId xmlns:a16="http://schemas.microsoft.com/office/drawing/2014/main" id="{9F383E4D-36D4-CFFC-FC36-FB8C33FCF0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2004" y="3197265"/>
            <a:ext cx="7846257" cy="11308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Google Shape;602;p34"/>
          <p:cNvSpPr txBox="1">
            <a:spLocks noGrp="1"/>
          </p:cNvSpPr>
          <p:nvPr>
            <p:ph type="title"/>
          </p:nvPr>
        </p:nvSpPr>
        <p:spPr>
          <a:xfrm>
            <a:off x="3303092" y="1649124"/>
            <a:ext cx="274328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dirty="0"/>
              <a:t>Task Types</a:t>
            </a:r>
            <a:endParaRPr sz="3200" dirty="0"/>
          </a:p>
        </p:txBody>
      </p:sp>
      <p:sp>
        <p:nvSpPr>
          <p:cNvPr id="603" name="Google Shape;603;p34"/>
          <p:cNvSpPr txBox="1">
            <a:spLocks noGrp="1"/>
          </p:cNvSpPr>
          <p:nvPr>
            <p:ph type="title" idx="2"/>
          </p:nvPr>
        </p:nvSpPr>
        <p:spPr>
          <a:xfrm>
            <a:off x="1403918" y="2701415"/>
            <a:ext cx="2565641" cy="572699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Classification</a:t>
            </a:r>
            <a:endParaRPr dirty="0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CC100379-DDC5-B139-28FE-C046FD71B85B}"/>
              </a:ext>
            </a:extLst>
          </p:cNvPr>
          <p:cNvGrpSpPr/>
          <p:nvPr/>
        </p:nvGrpSpPr>
        <p:grpSpPr>
          <a:xfrm>
            <a:off x="7014591" y="3753705"/>
            <a:ext cx="1611771" cy="1360412"/>
            <a:chOff x="7379690" y="3596532"/>
            <a:chExt cx="1280162" cy="1078299"/>
          </a:xfrm>
        </p:grpSpPr>
        <p:sp>
          <p:nvSpPr>
            <p:cNvPr id="616" name="Google Shape;616;p34"/>
            <p:cNvSpPr/>
            <p:nvPr/>
          </p:nvSpPr>
          <p:spPr>
            <a:xfrm>
              <a:off x="7379690" y="3876576"/>
              <a:ext cx="752447" cy="584366"/>
            </a:xfrm>
            <a:custGeom>
              <a:avLst/>
              <a:gdLst/>
              <a:ahLst/>
              <a:cxnLst/>
              <a:rect l="l" t="t" r="r" b="b"/>
              <a:pathLst>
                <a:path w="392022" h="304525" extrusionOk="0">
                  <a:moveTo>
                    <a:pt x="183139" y="304430"/>
                  </a:moveTo>
                  <a:cubicBezTo>
                    <a:pt x="78078" y="279284"/>
                    <a:pt x="-2694" y="228421"/>
                    <a:pt x="69" y="182225"/>
                  </a:cubicBezTo>
                  <a:cubicBezTo>
                    <a:pt x="1307" y="161936"/>
                    <a:pt x="13309" y="140410"/>
                    <a:pt x="35788" y="118502"/>
                  </a:cubicBezTo>
                  <a:cubicBezTo>
                    <a:pt x="54742" y="99929"/>
                    <a:pt x="80555" y="81545"/>
                    <a:pt x="112464" y="63734"/>
                  </a:cubicBezTo>
                  <a:cubicBezTo>
                    <a:pt x="140277" y="48208"/>
                    <a:pt x="171138" y="34111"/>
                    <a:pt x="201618" y="23062"/>
                  </a:cubicBezTo>
                  <a:cubicBezTo>
                    <a:pt x="230478" y="12584"/>
                    <a:pt x="256768" y="5631"/>
                    <a:pt x="275532" y="3631"/>
                  </a:cubicBezTo>
                  <a:cubicBezTo>
                    <a:pt x="370020" y="-6561"/>
                    <a:pt x="389165" y="7631"/>
                    <a:pt x="392023" y="10584"/>
                  </a:cubicBezTo>
                  <a:lnTo>
                    <a:pt x="383641" y="19347"/>
                  </a:lnTo>
                  <a:cubicBezTo>
                    <a:pt x="383641" y="19347"/>
                    <a:pt x="383641" y="19347"/>
                    <a:pt x="383926" y="19633"/>
                  </a:cubicBezTo>
                  <a:cubicBezTo>
                    <a:pt x="383926" y="19633"/>
                    <a:pt x="379450" y="16204"/>
                    <a:pt x="363733" y="14013"/>
                  </a:cubicBezTo>
                  <a:cubicBezTo>
                    <a:pt x="343159" y="11251"/>
                    <a:pt x="313918" y="11822"/>
                    <a:pt x="276675" y="15918"/>
                  </a:cubicBezTo>
                  <a:cubicBezTo>
                    <a:pt x="233145" y="20585"/>
                    <a:pt x="163899" y="48970"/>
                    <a:pt x="117988" y="74592"/>
                  </a:cubicBezTo>
                  <a:cubicBezTo>
                    <a:pt x="87508" y="91642"/>
                    <a:pt x="61791" y="109930"/>
                    <a:pt x="43884" y="127456"/>
                  </a:cubicBezTo>
                  <a:cubicBezTo>
                    <a:pt x="23691" y="147173"/>
                    <a:pt x="12927" y="165937"/>
                    <a:pt x="11880" y="183082"/>
                  </a:cubicBezTo>
                  <a:cubicBezTo>
                    <a:pt x="10832" y="200894"/>
                    <a:pt x="20643" y="217467"/>
                    <a:pt x="41122" y="232326"/>
                  </a:cubicBezTo>
                  <a:cubicBezTo>
                    <a:pt x="65315" y="250043"/>
                    <a:pt x="132371" y="283761"/>
                    <a:pt x="184949" y="296430"/>
                  </a:cubicBezTo>
                  <a:lnTo>
                    <a:pt x="183139" y="304526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617" name="Google Shape;617;p34"/>
            <p:cNvGrpSpPr/>
            <p:nvPr/>
          </p:nvGrpSpPr>
          <p:grpSpPr>
            <a:xfrm>
              <a:off x="7385163" y="3876499"/>
              <a:ext cx="747290" cy="591857"/>
              <a:chOff x="6325762" y="2841922"/>
              <a:chExt cx="389267" cy="308375"/>
            </a:xfrm>
          </p:grpSpPr>
          <p:sp>
            <p:nvSpPr>
              <p:cNvPr id="618" name="Google Shape;618;p34"/>
              <p:cNvSpPr/>
              <p:nvPr/>
            </p:nvSpPr>
            <p:spPr>
              <a:xfrm>
                <a:off x="6325762" y="2855499"/>
                <a:ext cx="299446" cy="294798"/>
              </a:xfrm>
              <a:custGeom>
                <a:avLst/>
                <a:gdLst/>
                <a:ahLst/>
                <a:cxnLst/>
                <a:rect l="l" t="t" r="r" b="b"/>
                <a:pathLst>
                  <a:path w="299446" h="294798" extrusionOk="0">
                    <a:moveTo>
                      <a:pt x="41129" y="113824"/>
                    </a:moveTo>
                    <a:cubicBezTo>
                      <a:pt x="59131" y="96298"/>
                      <a:pt x="84753" y="78010"/>
                      <a:pt x="115233" y="60960"/>
                    </a:cubicBezTo>
                    <a:cubicBezTo>
                      <a:pt x="161144" y="35338"/>
                      <a:pt x="230390" y="6953"/>
                      <a:pt x="273920" y="2286"/>
                    </a:cubicBezTo>
                    <a:cubicBezTo>
                      <a:pt x="282873" y="1333"/>
                      <a:pt x="291446" y="572"/>
                      <a:pt x="299447" y="0"/>
                    </a:cubicBezTo>
                    <a:cubicBezTo>
                      <a:pt x="288779" y="572"/>
                      <a:pt x="277253" y="1524"/>
                      <a:pt x="264871" y="2858"/>
                    </a:cubicBezTo>
                    <a:cubicBezTo>
                      <a:pt x="221341" y="7525"/>
                      <a:pt x="152095" y="35909"/>
                      <a:pt x="106184" y="61532"/>
                    </a:cubicBezTo>
                    <a:cubicBezTo>
                      <a:pt x="75704" y="78581"/>
                      <a:pt x="49987" y="96869"/>
                      <a:pt x="32080" y="114395"/>
                    </a:cubicBezTo>
                    <a:cubicBezTo>
                      <a:pt x="11887" y="134112"/>
                      <a:pt x="1028" y="152876"/>
                      <a:pt x="76" y="170021"/>
                    </a:cubicBezTo>
                    <a:cubicBezTo>
                      <a:pt x="-972" y="187738"/>
                      <a:pt x="8839" y="204407"/>
                      <a:pt x="29318" y="219266"/>
                    </a:cubicBezTo>
                    <a:cubicBezTo>
                      <a:pt x="53511" y="236982"/>
                      <a:pt x="120472" y="270701"/>
                      <a:pt x="173145" y="283369"/>
                    </a:cubicBezTo>
                    <a:lnTo>
                      <a:pt x="171049" y="292703"/>
                    </a:lnTo>
                    <a:cubicBezTo>
                      <a:pt x="173812" y="293370"/>
                      <a:pt x="176669" y="294132"/>
                      <a:pt x="179527" y="294799"/>
                    </a:cubicBezTo>
                    <a:lnTo>
                      <a:pt x="182194" y="282893"/>
                    </a:lnTo>
                    <a:cubicBezTo>
                      <a:pt x="129616" y="270320"/>
                      <a:pt x="62655" y="236506"/>
                      <a:pt x="38366" y="218789"/>
                    </a:cubicBezTo>
                    <a:cubicBezTo>
                      <a:pt x="17888" y="203835"/>
                      <a:pt x="8077" y="187262"/>
                      <a:pt x="9125" y="169545"/>
                    </a:cubicBezTo>
                    <a:cubicBezTo>
                      <a:pt x="10172" y="152400"/>
                      <a:pt x="20936" y="133731"/>
                      <a:pt x="41129" y="11391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9" name="Google Shape;619;p34"/>
              <p:cNvSpPr/>
              <p:nvPr/>
            </p:nvSpPr>
            <p:spPr>
              <a:xfrm>
                <a:off x="6624637" y="2841922"/>
                <a:ext cx="90392" cy="19673"/>
              </a:xfrm>
              <a:custGeom>
                <a:avLst/>
                <a:gdLst/>
                <a:ahLst/>
                <a:cxnLst/>
                <a:rect l="l" t="t" r="r" b="b"/>
                <a:pathLst>
                  <a:path w="90392" h="19673" extrusionOk="0">
                    <a:moveTo>
                      <a:pt x="82010" y="19293"/>
                    </a:moveTo>
                    <a:lnTo>
                      <a:pt x="90392" y="10530"/>
                    </a:lnTo>
                    <a:cubicBezTo>
                      <a:pt x="87821" y="7863"/>
                      <a:pt x="72009" y="-3853"/>
                      <a:pt x="0" y="1290"/>
                    </a:cubicBezTo>
                    <a:cubicBezTo>
                      <a:pt x="64294" y="-2234"/>
                      <a:pt x="78867" y="8625"/>
                      <a:pt x="81344" y="11196"/>
                    </a:cubicBezTo>
                    <a:lnTo>
                      <a:pt x="75914" y="16911"/>
                    </a:lnTo>
                    <a:cubicBezTo>
                      <a:pt x="80677" y="18340"/>
                      <a:pt x="82296" y="19673"/>
                      <a:pt x="82296" y="19673"/>
                    </a:cubicBezTo>
                    <a:cubicBezTo>
                      <a:pt x="82105" y="19483"/>
                      <a:pt x="82010" y="19388"/>
                      <a:pt x="82010" y="1938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620" name="Google Shape;620;p34"/>
            <p:cNvSpPr/>
            <p:nvPr/>
          </p:nvSpPr>
          <p:spPr>
            <a:xfrm>
              <a:off x="7879199" y="3596532"/>
              <a:ext cx="780653" cy="728375"/>
            </a:xfrm>
            <a:custGeom>
              <a:avLst/>
              <a:gdLst/>
              <a:ahLst/>
              <a:cxnLst/>
              <a:rect l="l" t="t" r="r" b="b"/>
              <a:pathLst>
                <a:path w="406717" h="379571" extrusionOk="0">
                  <a:moveTo>
                    <a:pt x="0" y="218694"/>
                  </a:moveTo>
                  <a:cubicBezTo>
                    <a:pt x="9144" y="223456"/>
                    <a:pt x="221647" y="379571"/>
                    <a:pt x="221647" y="379571"/>
                  </a:cubicBezTo>
                  <a:lnTo>
                    <a:pt x="396240" y="291751"/>
                  </a:lnTo>
                  <a:lnTo>
                    <a:pt x="406717" y="109252"/>
                  </a:lnTo>
                  <a:lnTo>
                    <a:pt x="181070" y="0"/>
                  </a:lnTo>
                  <a:lnTo>
                    <a:pt x="95" y="192976"/>
                  </a:lnTo>
                  <a:lnTo>
                    <a:pt x="95" y="218599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1" name="Google Shape;621;p34"/>
            <p:cNvSpPr/>
            <p:nvPr/>
          </p:nvSpPr>
          <p:spPr>
            <a:xfrm>
              <a:off x="7879199" y="3806217"/>
              <a:ext cx="780468" cy="518544"/>
            </a:xfrm>
            <a:custGeom>
              <a:avLst/>
              <a:gdLst/>
              <a:ahLst/>
              <a:cxnLst/>
              <a:rect l="l" t="t" r="r" b="b"/>
              <a:pathLst>
                <a:path w="406621" h="270224" extrusionOk="0">
                  <a:moveTo>
                    <a:pt x="0" y="83725"/>
                  </a:moveTo>
                  <a:lnTo>
                    <a:pt x="224599" y="228314"/>
                  </a:lnTo>
                  <a:lnTo>
                    <a:pt x="406622" y="0"/>
                  </a:lnTo>
                  <a:lnTo>
                    <a:pt x="396145" y="182499"/>
                  </a:lnTo>
                  <a:lnTo>
                    <a:pt x="221551" y="270224"/>
                  </a:lnTo>
                  <a:lnTo>
                    <a:pt x="0" y="109442"/>
                  </a:lnTo>
                  <a:lnTo>
                    <a:pt x="0" y="83725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2" name="Google Shape;622;p34"/>
            <p:cNvSpPr/>
            <p:nvPr/>
          </p:nvSpPr>
          <p:spPr>
            <a:xfrm>
              <a:off x="8304519" y="3806217"/>
              <a:ext cx="355223" cy="518544"/>
            </a:xfrm>
            <a:custGeom>
              <a:avLst/>
              <a:gdLst/>
              <a:ahLst/>
              <a:cxnLst/>
              <a:rect l="l" t="t" r="r" b="b"/>
              <a:pathLst>
                <a:path w="185070" h="270224" extrusionOk="0">
                  <a:moveTo>
                    <a:pt x="3048" y="236887"/>
                  </a:moveTo>
                  <a:lnTo>
                    <a:pt x="0" y="270224"/>
                  </a:lnTo>
                  <a:lnTo>
                    <a:pt x="174593" y="182499"/>
                  </a:lnTo>
                  <a:lnTo>
                    <a:pt x="185071" y="0"/>
                  </a:lnTo>
                  <a:lnTo>
                    <a:pt x="3048" y="236887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3" name="Google Shape;623;p34"/>
            <p:cNvSpPr/>
            <p:nvPr/>
          </p:nvSpPr>
          <p:spPr>
            <a:xfrm>
              <a:off x="7978306" y="3631265"/>
              <a:ext cx="637868" cy="485277"/>
            </a:xfrm>
            <a:custGeom>
              <a:avLst/>
              <a:gdLst/>
              <a:ahLst/>
              <a:cxnLst/>
              <a:rect l="l" t="t" r="r" b="b"/>
              <a:pathLst>
                <a:path w="332327" h="252888" extrusionOk="0">
                  <a:moveTo>
                    <a:pt x="130112" y="0"/>
                  </a:moveTo>
                  <a:lnTo>
                    <a:pt x="0" y="142875"/>
                  </a:lnTo>
                  <a:lnTo>
                    <a:pt x="202311" y="252889"/>
                  </a:lnTo>
                  <a:lnTo>
                    <a:pt x="332327" y="98012"/>
                  </a:lnTo>
                  <a:lnTo>
                    <a:pt x="13011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4" name="Google Shape;624;p34"/>
            <p:cNvSpPr/>
            <p:nvPr/>
          </p:nvSpPr>
          <p:spPr>
            <a:xfrm>
              <a:off x="7980684" y="3628707"/>
              <a:ext cx="637686" cy="279651"/>
            </a:xfrm>
            <a:custGeom>
              <a:avLst/>
              <a:gdLst/>
              <a:ahLst/>
              <a:cxnLst/>
              <a:rect l="l" t="t" r="r" b="b"/>
              <a:pathLst>
                <a:path w="332232" h="145732" extrusionOk="0">
                  <a:moveTo>
                    <a:pt x="5334" y="145733"/>
                  </a:moveTo>
                  <a:lnTo>
                    <a:pt x="133160" y="11811"/>
                  </a:lnTo>
                  <a:lnTo>
                    <a:pt x="327946" y="102870"/>
                  </a:lnTo>
                  <a:lnTo>
                    <a:pt x="332232" y="98012"/>
                  </a:lnTo>
                  <a:lnTo>
                    <a:pt x="130112" y="0"/>
                  </a:lnTo>
                  <a:lnTo>
                    <a:pt x="0" y="142875"/>
                  </a:lnTo>
                  <a:lnTo>
                    <a:pt x="5334" y="145733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5" name="Google Shape;625;p34"/>
            <p:cNvSpPr/>
            <p:nvPr/>
          </p:nvSpPr>
          <p:spPr>
            <a:xfrm>
              <a:off x="8159333" y="4057216"/>
              <a:ext cx="188124" cy="147502"/>
            </a:xfrm>
            <a:custGeom>
              <a:avLst/>
              <a:gdLst/>
              <a:ahLst/>
              <a:cxnLst/>
              <a:rect l="l" t="t" r="r" b="b"/>
              <a:pathLst>
                <a:path w="98012" h="76866" extrusionOk="0">
                  <a:moveTo>
                    <a:pt x="18764" y="0"/>
                  </a:moveTo>
                  <a:lnTo>
                    <a:pt x="0" y="22765"/>
                  </a:lnTo>
                  <a:lnTo>
                    <a:pt x="73057" y="76867"/>
                  </a:lnTo>
                  <a:lnTo>
                    <a:pt x="98012" y="39433"/>
                  </a:lnTo>
                  <a:lnTo>
                    <a:pt x="1876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6" name="Google Shape;626;p34"/>
            <p:cNvSpPr/>
            <p:nvPr/>
          </p:nvSpPr>
          <p:spPr>
            <a:xfrm>
              <a:off x="8159333" y="4100907"/>
              <a:ext cx="193243" cy="108021"/>
            </a:xfrm>
            <a:custGeom>
              <a:avLst/>
              <a:gdLst/>
              <a:ahLst/>
              <a:cxnLst/>
              <a:rect l="l" t="t" r="r" b="b"/>
              <a:pathLst>
                <a:path w="100679" h="56292" extrusionOk="0">
                  <a:moveTo>
                    <a:pt x="0" y="3905"/>
                  </a:moveTo>
                  <a:lnTo>
                    <a:pt x="73057" y="56293"/>
                  </a:lnTo>
                  <a:lnTo>
                    <a:pt x="100679" y="21050"/>
                  </a:lnTo>
                  <a:lnTo>
                    <a:pt x="98012" y="16669"/>
                  </a:lnTo>
                  <a:lnTo>
                    <a:pt x="72485" y="53626"/>
                  </a:lnTo>
                  <a:lnTo>
                    <a:pt x="0" y="0"/>
                  </a:lnTo>
                  <a:lnTo>
                    <a:pt x="0" y="3905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7" name="Google Shape;627;p34"/>
            <p:cNvSpPr/>
            <p:nvPr/>
          </p:nvSpPr>
          <p:spPr>
            <a:xfrm>
              <a:off x="8251795" y="4118092"/>
              <a:ext cx="59906" cy="51908"/>
            </a:xfrm>
            <a:custGeom>
              <a:avLst/>
              <a:gdLst/>
              <a:ahLst/>
              <a:cxnLst/>
              <a:rect l="l" t="t" r="r" b="b"/>
              <a:pathLst>
                <a:path w="31211" h="27050" extrusionOk="0">
                  <a:moveTo>
                    <a:pt x="19463" y="27051"/>
                  </a:moveTo>
                  <a:cubicBezTo>
                    <a:pt x="15939" y="27051"/>
                    <a:pt x="12224" y="26003"/>
                    <a:pt x="8986" y="24003"/>
                  </a:cubicBezTo>
                  <a:cubicBezTo>
                    <a:pt x="4414" y="21241"/>
                    <a:pt x="1271" y="17240"/>
                    <a:pt x="318" y="12954"/>
                  </a:cubicBezTo>
                  <a:cubicBezTo>
                    <a:pt x="-348" y="10001"/>
                    <a:pt x="32" y="7239"/>
                    <a:pt x="1461" y="4953"/>
                  </a:cubicBezTo>
                  <a:cubicBezTo>
                    <a:pt x="3462" y="1810"/>
                    <a:pt x="7271" y="0"/>
                    <a:pt x="11748" y="0"/>
                  </a:cubicBezTo>
                  <a:cubicBezTo>
                    <a:pt x="15272" y="0"/>
                    <a:pt x="18987" y="1048"/>
                    <a:pt x="22226" y="3048"/>
                  </a:cubicBezTo>
                  <a:cubicBezTo>
                    <a:pt x="26798" y="5810"/>
                    <a:pt x="29941" y="9811"/>
                    <a:pt x="30894" y="14097"/>
                  </a:cubicBezTo>
                  <a:cubicBezTo>
                    <a:pt x="31560" y="17050"/>
                    <a:pt x="31179" y="19812"/>
                    <a:pt x="29751" y="22098"/>
                  </a:cubicBezTo>
                  <a:cubicBezTo>
                    <a:pt x="27750" y="25241"/>
                    <a:pt x="23940" y="27051"/>
                    <a:pt x="19368" y="27051"/>
                  </a:cubicBezTo>
                  <a:close/>
                  <a:moveTo>
                    <a:pt x="11748" y="2000"/>
                  </a:moveTo>
                  <a:cubicBezTo>
                    <a:pt x="7843" y="2000"/>
                    <a:pt x="4604" y="3524"/>
                    <a:pt x="2985" y="6096"/>
                  </a:cubicBezTo>
                  <a:cubicBezTo>
                    <a:pt x="1842" y="7906"/>
                    <a:pt x="1461" y="10192"/>
                    <a:pt x="2033" y="12573"/>
                  </a:cubicBezTo>
                  <a:cubicBezTo>
                    <a:pt x="2890" y="16288"/>
                    <a:pt x="5843" y="20002"/>
                    <a:pt x="9843" y="22384"/>
                  </a:cubicBezTo>
                  <a:cubicBezTo>
                    <a:pt x="12796" y="24193"/>
                    <a:pt x="16225" y="25146"/>
                    <a:pt x="19368" y="25146"/>
                  </a:cubicBezTo>
                  <a:cubicBezTo>
                    <a:pt x="23273" y="25146"/>
                    <a:pt x="26512" y="23622"/>
                    <a:pt x="28131" y="21050"/>
                  </a:cubicBezTo>
                  <a:cubicBezTo>
                    <a:pt x="29274" y="19241"/>
                    <a:pt x="29655" y="16954"/>
                    <a:pt x="29084" y="14573"/>
                  </a:cubicBezTo>
                  <a:cubicBezTo>
                    <a:pt x="28227" y="10858"/>
                    <a:pt x="25274" y="7144"/>
                    <a:pt x="21178" y="4763"/>
                  </a:cubicBezTo>
                  <a:cubicBezTo>
                    <a:pt x="18225" y="2953"/>
                    <a:pt x="14796" y="2000"/>
                    <a:pt x="11653" y="200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8" name="Google Shape;628;p34"/>
            <p:cNvSpPr/>
            <p:nvPr/>
          </p:nvSpPr>
          <p:spPr>
            <a:xfrm>
              <a:off x="8273434" y="4125222"/>
              <a:ext cx="27423" cy="34363"/>
            </a:xfrm>
            <a:custGeom>
              <a:avLst/>
              <a:gdLst/>
              <a:ahLst/>
              <a:cxnLst/>
              <a:rect l="l" t="t" r="r" b="b"/>
              <a:pathLst>
                <a:path w="14287" h="17907" extrusionOk="0">
                  <a:moveTo>
                    <a:pt x="0" y="17907"/>
                  </a:moveTo>
                  <a:lnTo>
                    <a:pt x="0" y="0"/>
                  </a:lnTo>
                  <a:lnTo>
                    <a:pt x="14288" y="8954"/>
                  </a:lnTo>
                  <a:lnTo>
                    <a:pt x="0" y="17907"/>
                  </a:lnTo>
                  <a:close/>
                  <a:moveTo>
                    <a:pt x="1905" y="3429"/>
                  </a:moveTo>
                  <a:lnTo>
                    <a:pt x="1905" y="14573"/>
                  </a:lnTo>
                  <a:lnTo>
                    <a:pt x="10858" y="9049"/>
                  </a:lnTo>
                  <a:lnTo>
                    <a:pt x="1905" y="3429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9" name="Google Shape;629;p34"/>
            <p:cNvSpPr/>
            <p:nvPr/>
          </p:nvSpPr>
          <p:spPr>
            <a:xfrm>
              <a:off x="7948502" y="3954658"/>
              <a:ext cx="89218" cy="62327"/>
            </a:xfrm>
            <a:custGeom>
              <a:avLst/>
              <a:gdLst/>
              <a:ahLst/>
              <a:cxnLst/>
              <a:rect l="l" t="t" r="r" b="b"/>
              <a:pathLst>
                <a:path w="46482" h="32480" extrusionOk="0">
                  <a:moveTo>
                    <a:pt x="27908" y="32480"/>
                  </a:moveTo>
                  <a:lnTo>
                    <a:pt x="0" y="0"/>
                  </a:lnTo>
                  <a:lnTo>
                    <a:pt x="46482" y="7144"/>
                  </a:lnTo>
                  <a:lnTo>
                    <a:pt x="27908" y="32385"/>
                  </a:lnTo>
                  <a:close/>
                  <a:moveTo>
                    <a:pt x="4763" y="2667"/>
                  </a:moveTo>
                  <a:lnTo>
                    <a:pt x="27813" y="29528"/>
                  </a:lnTo>
                  <a:lnTo>
                    <a:pt x="43148" y="8668"/>
                  </a:lnTo>
                  <a:lnTo>
                    <a:pt x="4763" y="2762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0" name="Google Shape;630;p34"/>
            <p:cNvSpPr/>
            <p:nvPr/>
          </p:nvSpPr>
          <p:spPr>
            <a:xfrm>
              <a:off x="8017071" y="3978424"/>
              <a:ext cx="89033" cy="74574"/>
            </a:xfrm>
            <a:custGeom>
              <a:avLst/>
              <a:gdLst/>
              <a:ahLst/>
              <a:cxnLst/>
              <a:rect l="l" t="t" r="r" b="b"/>
              <a:pathLst>
                <a:path w="46386" h="38862" extrusionOk="0">
                  <a:moveTo>
                    <a:pt x="46387" y="38767"/>
                  </a:moveTo>
                  <a:lnTo>
                    <a:pt x="0" y="24860"/>
                  </a:lnTo>
                  <a:lnTo>
                    <a:pt x="17145" y="0"/>
                  </a:lnTo>
                  <a:lnTo>
                    <a:pt x="46387" y="38862"/>
                  </a:lnTo>
                  <a:close/>
                  <a:moveTo>
                    <a:pt x="3048" y="23813"/>
                  </a:moveTo>
                  <a:lnTo>
                    <a:pt x="41529" y="35338"/>
                  </a:lnTo>
                  <a:lnTo>
                    <a:pt x="17336" y="3143"/>
                  </a:lnTo>
                  <a:lnTo>
                    <a:pt x="3143" y="23813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1" name="Google Shape;631;p34"/>
            <p:cNvSpPr/>
            <p:nvPr/>
          </p:nvSpPr>
          <p:spPr>
            <a:xfrm>
              <a:off x="8066260" y="3953929"/>
              <a:ext cx="85926" cy="52639"/>
            </a:xfrm>
            <a:custGeom>
              <a:avLst/>
              <a:gdLst/>
              <a:ahLst/>
              <a:cxnLst/>
              <a:rect l="l" t="t" r="r" b="b"/>
              <a:pathLst>
                <a:path w="44767" h="27431" extrusionOk="0">
                  <a:moveTo>
                    <a:pt x="0" y="6191"/>
                  </a:moveTo>
                  <a:lnTo>
                    <a:pt x="4381" y="0"/>
                  </a:lnTo>
                  <a:lnTo>
                    <a:pt x="44768" y="21622"/>
                  </a:lnTo>
                  <a:lnTo>
                    <a:pt x="40005" y="27432"/>
                  </a:lnTo>
                  <a:lnTo>
                    <a:pt x="0" y="619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2" name="Google Shape;632;p34"/>
            <p:cNvSpPr/>
            <p:nvPr/>
          </p:nvSpPr>
          <p:spPr>
            <a:xfrm>
              <a:off x="8002078" y="3917913"/>
              <a:ext cx="78613" cy="50263"/>
            </a:xfrm>
            <a:custGeom>
              <a:avLst/>
              <a:gdLst/>
              <a:ahLst/>
              <a:cxnLst/>
              <a:rect l="l" t="t" r="r" b="b"/>
              <a:pathLst>
                <a:path w="40957" h="26193" extrusionOk="0">
                  <a:moveTo>
                    <a:pt x="0" y="5334"/>
                  </a:moveTo>
                  <a:lnTo>
                    <a:pt x="3334" y="0"/>
                  </a:lnTo>
                  <a:lnTo>
                    <a:pt x="40958" y="20479"/>
                  </a:lnTo>
                  <a:lnTo>
                    <a:pt x="35624" y="26194"/>
                  </a:lnTo>
                  <a:lnTo>
                    <a:pt x="0" y="5334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3" name="Google Shape;633;p34"/>
            <p:cNvSpPr/>
            <p:nvPr/>
          </p:nvSpPr>
          <p:spPr>
            <a:xfrm>
              <a:off x="8143059" y="3995609"/>
              <a:ext cx="80989" cy="50263"/>
            </a:xfrm>
            <a:custGeom>
              <a:avLst/>
              <a:gdLst/>
              <a:ahLst/>
              <a:cxnLst/>
              <a:rect l="l" t="t" r="r" b="b"/>
              <a:pathLst>
                <a:path w="42195" h="26193" extrusionOk="0">
                  <a:moveTo>
                    <a:pt x="0" y="5715"/>
                  </a:moveTo>
                  <a:lnTo>
                    <a:pt x="4572" y="0"/>
                  </a:lnTo>
                  <a:lnTo>
                    <a:pt x="42196" y="20479"/>
                  </a:lnTo>
                  <a:lnTo>
                    <a:pt x="36862" y="26194"/>
                  </a:lnTo>
                  <a:lnTo>
                    <a:pt x="0" y="5715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634" name="Google Shape;634;p34"/>
            <p:cNvGrpSpPr/>
            <p:nvPr/>
          </p:nvGrpSpPr>
          <p:grpSpPr>
            <a:xfrm>
              <a:off x="8309639" y="3731264"/>
              <a:ext cx="243747" cy="301820"/>
              <a:chOff x="6807326" y="2766250"/>
              <a:chExt cx="126969" cy="157257"/>
            </a:xfrm>
          </p:grpSpPr>
          <p:sp>
            <p:nvSpPr>
              <p:cNvPr id="635" name="Google Shape;635;p34"/>
              <p:cNvSpPr/>
              <p:nvPr/>
            </p:nvSpPr>
            <p:spPr>
              <a:xfrm>
                <a:off x="6902958" y="2796540"/>
                <a:ext cx="31337" cy="17906"/>
              </a:xfrm>
              <a:custGeom>
                <a:avLst/>
                <a:gdLst/>
                <a:ahLst/>
                <a:cxnLst/>
                <a:rect l="l" t="t" r="r" b="b"/>
                <a:pathLst>
                  <a:path w="31337" h="17906" extrusionOk="0">
                    <a:moveTo>
                      <a:pt x="31337" y="17145"/>
                    </a:moveTo>
                    <a:cubicBezTo>
                      <a:pt x="31337" y="17145"/>
                      <a:pt x="31147" y="17145"/>
                      <a:pt x="30861" y="17240"/>
                    </a:cubicBezTo>
                    <a:cubicBezTo>
                      <a:pt x="30575" y="17240"/>
                      <a:pt x="30004" y="17431"/>
                      <a:pt x="29432" y="17526"/>
                    </a:cubicBezTo>
                    <a:cubicBezTo>
                      <a:pt x="28861" y="17621"/>
                      <a:pt x="28099" y="17717"/>
                      <a:pt x="27337" y="17812"/>
                    </a:cubicBezTo>
                    <a:cubicBezTo>
                      <a:pt x="26956" y="17812"/>
                      <a:pt x="26479" y="17812"/>
                      <a:pt x="26098" y="17907"/>
                    </a:cubicBezTo>
                    <a:cubicBezTo>
                      <a:pt x="25908" y="17907"/>
                      <a:pt x="25718" y="17907"/>
                      <a:pt x="25527" y="17717"/>
                    </a:cubicBezTo>
                    <a:cubicBezTo>
                      <a:pt x="25337" y="17526"/>
                      <a:pt x="25146" y="17526"/>
                      <a:pt x="24955" y="17431"/>
                    </a:cubicBezTo>
                    <a:cubicBezTo>
                      <a:pt x="22003" y="15907"/>
                      <a:pt x="18097" y="13906"/>
                      <a:pt x="14192" y="11811"/>
                    </a:cubicBezTo>
                    <a:cubicBezTo>
                      <a:pt x="10287" y="9811"/>
                      <a:pt x="6382" y="7715"/>
                      <a:pt x="3429" y="6191"/>
                    </a:cubicBezTo>
                    <a:cubicBezTo>
                      <a:pt x="3238" y="6191"/>
                      <a:pt x="3048" y="6001"/>
                      <a:pt x="2857" y="5905"/>
                    </a:cubicBezTo>
                    <a:cubicBezTo>
                      <a:pt x="2762" y="5905"/>
                      <a:pt x="2667" y="5905"/>
                      <a:pt x="2572" y="5905"/>
                    </a:cubicBezTo>
                    <a:cubicBezTo>
                      <a:pt x="2572" y="5905"/>
                      <a:pt x="2381" y="5715"/>
                      <a:pt x="2381" y="5620"/>
                    </a:cubicBezTo>
                    <a:cubicBezTo>
                      <a:pt x="2191" y="5239"/>
                      <a:pt x="2000" y="4858"/>
                      <a:pt x="1714" y="4477"/>
                    </a:cubicBezTo>
                    <a:cubicBezTo>
                      <a:pt x="1333" y="3810"/>
                      <a:pt x="1048" y="3048"/>
                      <a:pt x="762" y="2572"/>
                    </a:cubicBezTo>
                    <a:cubicBezTo>
                      <a:pt x="476" y="2000"/>
                      <a:pt x="286" y="1524"/>
                      <a:pt x="190" y="1238"/>
                    </a:cubicBezTo>
                    <a:cubicBezTo>
                      <a:pt x="95" y="952"/>
                      <a:pt x="0" y="762"/>
                      <a:pt x="0" y="762"/>
                    </a:cubicBezTo>
                    <a:cubicBezTo>
                      <a:pt x="0" y="762"/>
                      <a:pt x="190" y="762"/>
                      <a:pt x="476" y="667"/>
                    </a:cubicBezTo>
                    <a:cubicBezTo>
                      <a:pt x="762" y="667"/>
                      <a:pt x="1333" y="476"/>
                      <a:pt x="1905" y="381"/>
                    </a:cubicBezTo>
                    <a:cubicBezTo>
                      <a:pt x="2477" y="286"/>
                      <a:pt x="3238" y="190"/>
                      <a:pt x="4001" y="95"/>
                    </a:cubicBezTo>
                    <a:cubicBezTo>
                      <a:pt x="4381" y="95"/>
                      <a:pt x="4858" y="95"/>
                      <a:pt x="5239" y="0"/>
                    </a:cubicBezTo>
                    <a:cubicBezTo>
                      <a:pt x="5334" y="0"/>
                      <a:pt x="5429" y="0"/>
                      <a:pt x="5524" y="0"/>
                    </a:cubicBezTo>
                    <a:cubicBezTo>
                      <a:pt x="5524" y="0"/>
                      <a:pt x="5715" y="95"/>
                      <a:pt x="5810" y="190"/>
                    </a:cubicBezTo>
                    <a:cubicBezTo>
                      <a:pt x="6001" y="286"/>
                      <a:pt x="6191" y="381"/>
                      <a:pt x="6287" y="476"/>
                    </a:cubicBezTo>
                    <a:cubicBezTo>
                      <a:pt x="9239" y="2000"/>
                      <a:pt x="13145" y="4000"/>
                      <a:pt x="17050" y="6096"/>
                    </a:cubicBezTo>
                    <a:cubicBezTo>
                      <a:pt x="20955" y="8096"/>
                      <a:pt x="24860" y="10192"/>
                      <a:pt x="27813" y="11716"/>
                    </a:cubicBezTo>
                    <a:cubicBezTo>
                      <a:pt x="28004" y="11716"/>
                      <a:pt x="28194" y="11906"/>
                      <a:pt x="28385" y="12001"/>
                    </a:cubicBezTo>
                    <a:cubicBezTo>
                      <a:pt x="28575" y="12001"/>
                      <a:pt x="28765" y="12097"/>
                      <a:pt x="28861" y="12287"/>
                    </a:cubicBezTo>
                    <a:cubicBezTo>
                      <a:pt x="29051" y="12668"/>
                      <a:pt x="29337" y="13049"/>
                      <a:pt x="29528" y="13430"/>
                    </a:cubicBezTo>
                    <a:cubicBezTo>
                      <a:pt x="29908" y="14192"/>
                      <a:pt x="30194" y="14859"/>
                      <a:pt x="30480" y="15335"/>
                    </a:cubicBezTo>
                    <a:cubicBezTo>
                      <a:pt x="30766" y="15907"/>
                      <a:pt x="30956" y="16383"/>
                      <a:pt x="31052" y="16669"/>
                    </a:cubicBezTo>
                    <a:cubicBezTo>
                      <a:pt x="31147" y="16954"/>
                      <a:pt x="31242" y="17145"/>
                      <a:pt x="31242" y="17145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6" name="Google Shape;636;p34"/>
              <p:cNvSpPr/>
              <p:nvPr/>
            </p:nvSpPr>
            <p:spPr>
              <a:xfrm>
                <a:off x="6913149" y="2816066"/>
                <a:ext cx="19335" cy="23241"/>
              </a:xfrm>
              <a:custGeom>
                <a:avLst/>
                <a:gdLst/>
                <a:ahLst/>
                <a:cxnLst/>
                <a:rect l="l" t="t" r="r" b="b"/>
                <a:pathLst>
                  <a:path w="19335" h="23241" extrusionOk="0">
                    <a:moveTo>
                      <a:pt x="19336" y="0"/>
                    </a:moveTo>
                    <a:cubicBezTo>
                      <a:pt x="19336" y="0"/>
                      <a:pt x="19336" y="191"/>
                      <a:pt x="19336" y="476"/>
                    </a:cubicBezTo>
                    <a:cubicBezTo>
                      <a:pt x="19336" y="762"/>
                      <a:pt x="19336" y="1238"/>
                      <a:pt x="19336" y="1810"/>
                    </a:cubicBezTo>
                    <a:cubicBezTo>
                      <a:pt x="19336" y="2381"/>
                      <a:pt x="19336" y="3048"/>
                      <a:pt x="19336" y="3810"/>
                    </a:cubicBezTo>
                    <a:cubicBezTo>
                      <a:pt x="19336" y="4191"/>
                      <a:pt x="19336" y="4572"/>
                      <a:pt x="19336" y="4953"/>
                    </a:cubicBezTo>
                    <a:cubicBezTo>
                      <a:pt x="19336" y="5144"/>
                      <a:pt x="19240" y="5239"/>
                      <a:pt x="19050" y="5334"/>
                    </a:cubicBezTo>
                    <a:cubicBezTo>
                      <a:pt x="18859" y="5334"/>
                      <a:pt x="18764" y="5620"/>
                      <a:pt x="18669" y="5715"/>
                    </a:cubicBezTo>
                    <a:cubicBezTo>
                      <a:pt x="16859" y="7906"/>
                      <a:pt x="14478" y="10763"/>
                      <a:pt x="12097" y="13716"/>
                    </a:cubicBezTo>
                    <a:cubicBezTo>
                      <a:pt x="9715" y="16574"/>
                      <a:pt x="7334" y="19526"/>
                      <a:pt x="5524" y="21717"/>
                    </a:cubicBezTo>
                    <a:cubicBezTo>
                      <a:pt x="5429" y="21908"/>
                      <a:pt x="5239" y="22003"/>
                      <a:pt x="5239" y="22098"/>
                    </a:cubicBezTo>
                    <a:cubicBezTo>
                      <a:pt x="5239" y="22289"/>
                      <a:pt x="5048" y="22384"/>
                      <a:pt x="4858" y="22384"/>
                    </a:cubicBezTo>
                    <a:cubicBezTo>
                      <a:pt x="4477" y="22384"/>
                      <a:pt x="4096" y="22574"/>
                      <a:pt x="3715" y="22670"/>
                    </a:cubicBezTo>
                    <a:cubicBezTo>
                      <a:pt x="3048" y="22860"/>
                      <a:pt x="2381" y="22955"/>
                      <a:pt x="1810" y="23051"/>
                    </a:cubicBezTo>
                    <a:cubicBezTo>
                      <a:pt x="1333" y="23051"/>
                      <a:pt x="857" y="23146"/>
                      <a:pt x="476" y="23241"/>
                    </a:cubicBezTo>
                    <a:cubicBezTo>
                      <a:pt x="190" y="23241"/>
                      <a:pt x="0" y="23241"/>
                      <a:pt x="0" y="23241"/>
                    </a:cubicBezTo>
                    <a:cubicBezTo>
                      <a:pt x="0" y="23241"/>
                      <a:pt x="0" y="23051"/>
                      <a:pt x="0" y="22765"/>
                    </a:cubicBezTo>
                    <a:cubicBezTo>
                      <a:pt x="0" y="22479"/>
                      <a:pt x="0" y="22003"/>
                      <a:pt x="0" y="21431"/>
                    </a:cubicBezTo>
                    <a:cubicBezTo>
                      <a:pt x="0" y="20860"/>
                      <a:pt x="0" y="20193"/>
                      <a:pt x="0" y="19526"/>
                    </a:cubicBezTo>
                    <a:cubicBezTo>
                      <a:pt x="0" y="19145"/>
                      <a:pt x="0" y="18764"/>
                      <a:pt x="0" y="18383"/>
                    </a:cubicBezTo>
                    <a:cubicBezTo>
                      <a:pt x="0" y="18193"/>
                      <a:pt x="0" y="18002"/>
                      <a:pt x="286" y="17907"/>
                    </a:cubicBezTo>
                    <a:cubicBezTo>
                      <a:pt x="476" y="17812"/>
                      <a:pt x="476" y="17621"/>
                      <a:pt x="667" y="17526"/>
                    </a:cubicBezTo>
                    <a:cubicBezTo>
                      <a:pt x="2476" y="15335"/>
                      <a:pt x="4858" y="12478"/>
                      <a:pt x="7239" y="9525"/>
                    </a:cubicBezTo>
                    <a:cubicBezTo>
                      <a:pt x="9620" y="6668"/>
                      <a:pt x="12001" y="3715"/>
                      <a:pt x="13811" y="1524"/>
                    </a:cubicBezTo>
                    <a:cubicBezTo>
                      <a:pt x="13906" y="1429"/>
                      <a:pt x="14097" y="1238"/>
                      <a:pt x="14097" y="1143"/>
                    </a:cubicBezTo>
                    <a:cubicBezTo>
                      <a:pt x="14097" y="953"/>
                      <a:pt x="14192" y="857"/>
                      <a:pt x="14478" y="762"/>
                    </a:cubicBezTo>
                    <a:cubicBezTo>
                      <a:pt x="14859" y="762"/>
                      <a:pt x="15240" y="572"/>
                      <a:pt x="15621" y="476"/>
                    </a:cubicBezTo>
                    <a:cubicBezTo>
                      <a:pt x="16383" y="286"/>
                      <a:pt x="17050" y="191"/>
                      <a:pt x="17526" y="191"/>
                    </a:cubicBezTo>
                    <a:cubicBezTo>
                      <a:pt x="18097" y="191"/>
                      <a:pt x="18574" y="95"/>
                      <a:pt x="18859" y="0"/>
                    </a:cubicBezTo>
                    <a:cubicBezTo>
                      <a:pt x="19145" y="0"/>
                      <a:pt x="19336" y="0"/>
                      <a:pt x="1933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7" name="Google Shape;637;p34"/>
              <p:cNvSpPr/>
              <p:nvPr/>
            </p:nvSpPr>
            <p:spPr>
              <a:xfrm>
                <a:off x="6887908" y="2823876"/>
                <a:ext cx="25336" cy="16383"/>
              </a:xfrm>
              <a:custGeom>
                <a:avLst/>
                <a:gdLst/>
                <a:ahLst/>
                <a:cxnLst/>
                <a:rect l="l" t="t" r="r" b="b"/>
                <a:pathLst>
                  <a:path w="25336" h="16383" extrusionOk="0">
                    <a:moveTo>
                      <a:pt x="25336" y="15335"/>
                    </a:moveTo>
                    <a:cubicBezTo>
                      <a:pt x="25336" y="15335"/>
                      <a:pt x="25146" y="15335"/>
                      <a:pt x="24860" y="15526"/>
                    </a:cubicBezTo>
                    <a:cubicBezTo>
                      <a:pt x="24574" y="15526"/>
                      <a:pt x="24098" y="15716"/>
                      <a:pt x="23622" y="15812"/>
                    </a:cubicBezTo>
                    <a:cubicBezTo>
                      <a:pt x="23050" y="15907"/>
                      <a:pt x="22479" y="16097"/>
                      <a:pt x="21717" y="16192"/>
                    </a:cubicBezTo>
                    <a:cubicBezTo>
                      <a:pt x="21336" y="16192"/>
                      <a:pt x="20955" y="16288"/>
                      <a:pt x="20574" y="16383"/>
                    </a:cubicBezTo>
                    <a:cubicBezTo>
                      <a:pt x="20383" y="16383"/>
                      <a:pt x="20193" y="16383"/>
                      <a:pt x="20098" y="16192"/>
                    </a:cubicBezTo>
                    <a:cubicBezTo>
                      <a:pt x="20002" y="16097"/>
                      <a:pt x="19812" y="16002"/>
                      <a:pt x="19717" y="15907"/>
                    </a:cubicBezTo>
                    <a:cubicBezTo>
                      <a:pt x="17335" y="14573"/>
                      <a:pt x="14192" y="12763"/>
                      <a:pt x="11049" y="10954"/>
                    </a:cubicBezTo>
                    <a:cubicBezTo>
                      <a:pt x="7906" y="9144"/>
                      <a:pt x="4667" y="7334"/>
                      <a:pt x="2381" y="6001"/>
                    </a:cubicBezTo>
                    <a:cubicBezTo>
                      <a:pt x="2191" y="6001"/>
                      <a:pt x="2095" y="5810"/>
                      <a:pt x="1905" y="5810"/>
                    </a:cubicBezTo>
                    <a:cubicBezTo>
                      <a:pt x="1714" y="5810"/>
                      <a:pt x="1619" y="5715"/>
                      <a:pt x="1524" y="5525"/>
                    </a:cubicBezTo>
                    <a:cubicBezTo>
                      <a:pt x="1429" y="5143"/>
                      <a:pt x="1238" y="4763"/>
                      <a:pt x="1143" y="4477"/>
                    </a:cubicBezTo>
                    <a:cubicBezTo>
                      <a:pt x="857" y="3810"/>
                      <a:pt x="667" y="3143"/>
                      <a:pt x="476" y="2667"/>
                    </a:cubicBezTo>
                    <a:cubicBezTo>
                      <a:pt x="286" y="2191"/>
                      <a:pt x="190" y="1714"/>
                      <a:pt x="95" y="1429"/>
                    </a:cubicBezTo>
                    <a:cubicBezTo>
                      <a:pt x="95" y="1143"/>
                      <a:pt x="0" y="953"/>
                      <a:pt x="0" y="953"/>
                    </a:cubicBezTo>
                    <a:cubicBezTo>
                      <a:pt x="0" y="953"/>
                      <a:pt x="190" y="953"/>
                      <a:pt x="476" y="857"/>
                    </a:cubicBezTo>
                    <a:cubicBezTo>
                      <a:pt x="762" y="857"/>
                      <a:pt x="1238" y="667"/>
                      <a:pt x="1714" y="571"/>
                    </a:cubicBezTo>
                    <a:cubicBezTo>
                      <a:pt x="2191" y="476"/>
                      <a:pt x="2857" y="286"/>
                      <a:pt x="3619" y="191"/>
                    </a:cubicBezTo>
                    <a:cubicBezTo>
                      <a:pt x="4000" y="191"/>
                      <a:pt x="4381" y="95"/>
                      <a:pt x="4763" y="0"/>
                    </a:cubicBezTo>
                    <a:cubicBezTo>
                      <a:pt x="4953" y="0"/>
                      <a:pt x="5143" y="0"/>
                      <a:pt x="5239" y="191"/>
                    </a:cubicBezTo>
                    <a:cubicBezTo>
                      <a:pt x="5334" y="286"/>
                      <a:pt x="5524" y="381"/>
                      <a:pt x="5620" y="476"/>
                    </a:cubicBezTo>
                    <a:cubicBezTo>
                      <a:pt x="8001" y="1810"/>
                      <a:pt x="11144" y="3620"/>
                      <a:pt x="14288" y="5429"/>
                    </a:cubicBezTo>
                    <a:cubicBezTo>
                      <a:pt x="17431" y="7239"/>
                      <a:pt x="20574" y="9049"/>
                      <a:pt x="22955" y="10382"/>
                    </a:cubicBezTo>
                    <a:cubicBezTo>
                      <a:pt x="23146" y="10382"/>
                      <a:pt x="23241" y="10573"/>
                      <a:pt x="23431" y="10573"/>
                    </a:cubicBezTo>
                    <a:cubicBezTo>
                      <a:pt x="23622" y="10573"/>
                      <a:pt x="23813" y="10573"/>
                      <a:pt x="23813" y="10858"/>
                    </a:cubicBezTo>
                    <a:cubicBezTo>
                      <a:pt x="24003" y="11239"/>
                      <a:pt x="24098" y="11621"/>
                      <a:pt x="24193" y="11906"/>
                    </a:cubicBezTo>
                    <a:cubicBezTo>
                      <a:pt x="24479" y="12573"/>
                      <a:pt x="24670" y="13240"/>
                      <a:pt x="24765" y="13716"/>
                    </a:cubicBezTo>
                    <a:cubicBezTo>
                      <a:pt x="24955" y="14192"/>
                      <a:pt x="25051" y="14668"/>
                      <a:pt x="25146" y="14954"/>
                    </a:cubicBezTo>
                    <a:cubicBezTo>
                      <a:pt x="25146" y="15240"/>
                      <a:pt x="25241" y="15430"/>
                      <a:pt x="25241" y="1543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8" name="Google Shape;638;p34"/>
              <p:cNvSpPr/>
              <p:nvPr/>
            </p:nvSpPr>
            <p:spPr>
              <a:xfrm>
                <a:off x="6869239" y="2824733"/>
                <a:ext cx="17145" cy="20669"/>
              </a:xfrm>
              <a:custGeom>
                <a:avLst/>
                <a:gdLst/>
                <a:ahLst/>
                <a:cxnLst/>
                <a:rect l="l" t="t" r="r" b="b"/>
                <a:pathLst>
                  <a:path w="17145" h="20669" extrusionOk="0">
                    <a:moveTo>
                      <a:pt x="16669" y="0"/>
                    </a:moveTo>
                    <a:cubicBezTo>
                      <a:pt x="16669" y="0"/>
                      <a:pt x="16669" y="191"/>
                      <a:pt x="16764" y="476"/>
                    </a:cubicBezTo>
                    <a:cubicBezTo>
                      <a:pt x="16764" y="762"/>
                      <a:pt x="16954" y="1143"/>
                      <a:pt x="16954" y="1715"/>
                    </a:cubicBezTo>
                    <a:cubicBezTo>
                      <a:pt x="16954" y="2191"/>
                      <a:pt x="17145" y="2858"/>
                      <a:pt x="17145" y="3524"/>
                    </a:cubicBezTo>
                    <a:cubicBezTo>
                      <a:pt x="17145" y="3905"/>
                      <a:pt x="17145" y="4191"/>
                      <a:pt x="17145" y="4572"/>
                    </a:cubicBezTo>
                    <a:cubicBezTo>
                      <a:pt x="17145" y="4763"/>
                      <a:pt x="17145" y="4858"/>
                      <a:pt x="16954" y="4953"/>
                    </a:cubicBezTo>
                    <a:cubicBezTo>
                      <a:pt x="16764" y="4953"/>
                      <a:pt x="16764" y="5144"/>
                      <a:pt x="16669" y="5334"/>
                    </a:cubicBezTo>
                    <a:cubicBezTo>
                      <a:pt x="15145" y="7239"/>
                      <a:pt x="13145" y="9811"/>
                      <a:pt x="11144" y="12383"/>
                    </a:cubicBezTo>
                    <a:cubicBezTo>
                      <a:pt x="9144" y="14954"/>
                      <a:pt x="7144" y="17526"/>
                      <a:pt x="5620" y="19431"/>
                    </a:cubicBezTo>
                    <a:cubicBezTo>
                      <a:pt x="5620" y="19526"/>
                      <a:pt x="5429" y="19621"/>
                      <a:pt x="5334" y="19812"/>
                    </a:cubicBezTo>
                    <a:cubicBezTo>
                      <a:pt x="5334" y="20003"/>
                      <a:pt x="5239" y="20098"/>
                      <a:pt x="4953" y="20098"/>
                    </a:cubicBezTo>
                    <a:cubicBezTo>
                      <a:pt x="4572" y="20098"/>
                      <a:pt x="4191" y="20193"/>
                      <a:pt x="3905" y="20288"/>
                    </a:cubicBezTo>
                    <a:cubicBezTo>
                      <a:pt x="3238" y="20383"/>
                      <a:pt x="2667" y="20479"/>
                      <a:pt x="2096" y="20574"/>
                    </a:cubicBezTo>
                    <a:cubicBezTo>
                      <a:pt x="1619" y="20574"/>
                      <a:pt x="1143" y="20574"/>
                      <a:pt x="857" y="20669"/>
                    </a:cubicBezTo>
                    <a:cubicBezTo>
                      <a:pt x="571" y="20669"/>
                      <a:pt x="381" y="20669"/>
                      <a:pt x="381" y="20669"/>
                    </a:cubicBezTo>
                    <a:cubicBezTo>
                      <a:pt x="381" y="20669"/>
                      <a:pt x="381" y="20479"/>
                      <a:pt x="381" y="20193"/>
                    </a:cubicBezTo>
                    <a:cubicBezTo>
                      <a:pt x="381" y="19907"/>
                      <a:pt x="191" y="19526"/>
                      <a:pt x="191" y="18955"/>
                    </a:cubicBezTo>
                    <a:cubicBezTo>
                      <a:pt x="191" y="18479"/>
                      <a:pt x="0" y="17812"/>
                      <a:pt x="0" y="17145"/>
                    </a:cubicBezTo>
                    <a:cubicBezTo>
                      <a:pt x="0" y="16764"/>
                      <a:pt x="0" y="16478"/>
                      <a:pt x="0" y="16097"/>
                    </a:cubicBezTo>
                    <a:cubicBezTo>
                      <a:pt x="0" y="15907"/>
                      <a:pt x="0" y="15812"/>
                      <a:pt x="191" y="15716"/>
                    </a:cubicBezTo>
                    <a:cubicBezTo>
                      <a:pt x="286" y="15716"/>
                      <a:pt x="381" y="15526"/>
                      <a:pt x="476" y="15335"/>
                    </a:cubicBezTo>
                    <a:cubicBezTo>
                      <a:pt x="2000" y="13430"/>
                      <a:pt x="4001" y="10858"/>
                      <a:pt x="6001" y="8287"/>
                    </a:cubicBezTo>
                    <a:cubicBezTo>
                      <a:pt x="8001" y="5715"/>
                      <a:pt x="10001" y="3143"/>
                      <a:pt x="11525" y="1238"/>
                    </a:cubicBezTo>
                    <a:cubicBezTo>
                      <a:pt x="11525" y="1143"/>
                      <a:pt x="11716" y="1048"/>
                      <a:pt x="11811" y="857"/>
                    </a:cubicBezTo>
                    <a:cubicBezTo>
                      <a:pt x="11811" y="667"/>
                      <a:pt x="11906" y="571"/>
                      <a:pt x="12097" y="571"/>
                    </a:cubicBezTo>
                    <a:cubicBezTo>
                      <a:pt x="12478" y="571"/>
                      <a:pt x="12859" y="476"/>
                      <a:pt x="13145" y="381"/>
                    </a:cubicBezTo>
                    <a:cubicBezTo>
                      <a:pt x="13811" y="286"/>
                      <a:pt x="14383" y="191"/>
                      <a:pt x="14954" y="191"/>
                    </a:cubicBezTo>
                    <a:cubicBezTo>
                      <a:pt x="15430" y="191"/>
                      <a:pt x="15907" y="191"/>
                      <a:pt x="16193" y="191"/>
                    </a:cubicBezTo>
                    <a:cubicBezTo>
                      <a:pt x="16478" y="191"/>
                      <a:pt x="16669" y="191"/>
                      <a:pt x="16669" y="19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9" name="Google Shape;639;p34"/>
              <p:cNvSpPr/>
              <p:nvPr/>
            </p:nvSpPr>
            <p:spPr>
              <a:xfrm>
                <a:off x="6868858" y="2845974"/>
                <a:ext cx="28384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28384" h="18288" extrusionOk="0">
                    <a:moveTo>
                      <a:pt x="0" y="667"/>
                    </a:moveTo>
                    <a:cubicBezTo>
                      <a:pt x="0" y="667"/>
                      <a:pt x="190" y="667"/>
                      <a:pt x="476" y="572"/>
                    </a:cubicBezTo>
                    <a:cubicBezTo>
                      <a:pt x="762" y="572"/>
                      <a:pt x="1238" y="381"/>
                      <a:pt x="1809" y="286"/>
                    </a:cubicBezTo>
                    <a:cubicBezTo>
                      <a:pt x="2381" y="286"/>
                      <a:pt x="3048" y="95"/>
                      <a:pt x="3905" y="0"/>
                    </a:cubicBezTo>
                    <a:cubicBezTo>
                      <a:pt x="4286" y="0"/>
                      <a:pt x="4667" y="0"/>
                      <a:pt x="5143" y="0"/>
                    </a:cubicBezTo>
                    <a:cubicBezTo>
                      <a:pt x="5334" y="0"/>
                      <a:pt x="5524" y="0"/>
                      <a:pt x="5620" y="191"/>
                    </a:cubicBezTo>
                    <a:cubicBezTo>
                      <a:pt x="5715" y="381"/>
                      <a:pt x="5905" y="381"/>
                      <a:pt x="6096" y="476"/>
                    </a:cubicBezTo>
                    <a:cubicBezTo>
                      <a:pt x="8763" y="2096"/>
                      <a:pt x="12287" y="4191"/>
                      <a:pt x="15811" y="6287"/>
                    </a:cubicBezTo>
                    <a:cubicBezTo>
                      <a:pt x="19336" y="8382"/>
                      <a:pt x="22955" y="10478"/>
                      <a:pt x="25527" y="12097"/>
                    </a:cubicBezTo>
                    <a:cubicBezTo>
                      <a:pt x="25717" y="12097"/>
                      <a:pt x="25813" y="12287"/>
                      <a:pt x="26003" y="12383"/>
                    </a:cubicBezTo>
                    <a:cubicBezTo>
                      <a:pt x="26003" y="12383"/>
                      <a:pt x="26194" y="12383"/>
                      <a:pt x="26289" y="12478"/>
                    </a:cubicBezTo>
                    <a:cubicBezTo>
                      <a:pt x="26289" y="12478"/>
                      <a:pt x="26384" y="12668"/>
                      <a:pt x="26479" y="12764"/>
                    </a:cubicBezTo>
                    <a:cubicBezTo>
                      <a:pt x="26670" y="13145"/>
                      <a:pt x="26860" y="13526"/>
                      <a:pt x="26956" y="13907"/>
                    </a:cubicBezTo>
                    <a:cubicBezTo>
                      <a:pt x="27241" y="14573"/>
                      <a:pt x="27527" y="15335"/>
                      <a:pt x="27717" y="15812"/>
                    </a:cubicBezTo>
                    <a:cubicBezTo>
                      <a:pt x="27908" y="16383"/>
                      <a:pt x="28099" y="16859"/>
                      <a:pt x="28194" y="17145"/>
                    </a:cubicBezTo>
                    <a:cubicBezTo>
                      <a:pt x="28194" y="17431"/>
                      <a:pt x="28384" y="17621"/>
                      <a:pt x="28384" y="17621"/>
                    </a:cubicBezTo>
                    <a:cubicBezTo>
                      <a:pt x="28384" y="17621"/>
                      <a:pt x="28194" y="17621"/>
                      <a:pt x="27908" y="17717"/>
                    </a:cubicBezTo>
                    <a:cubicBezTo>
                      <a:pt x="27622" y="17717"/>
                      <a:pt x="27146" y="17907"/>
                      <a:pt x="26575" y="17907"/>
                    </a:cubicBezTo>
                    <a:cubicBezTo>
                      <a:pt x="26003" y="17907"/>
                      <a:pt x="25336" y="18098"/>
                      <a:pt x="24574" y="18193"/>
                    </a:cubicBezTo>
                    <a:cubicBezTo>
                      <a:pt x="24193" y="18193"/>
                      <a:pt x="23813" y="18193"/>
                      <a:pt x="23336" y="18288"/>
                    </a:cubicBezTo>
                    <a:cubicBezTo>
                      <a:pt x="23241" y="18288"/>
                      <a:pt x="23146" y="18288"/>
                      <a:pt x="23050" y="18288"/>
                    </a:cubicBezTo>
                    <a:cubicBezTo>
                      <a:pt x="23050" y="18288"/>
                      <a:pt x="22860" y="18193"/>
                      <a:pt x="22860" y="18098"/>
                    </a:cubicBezTo>
                    <a:cubicBezTo>
                      <a:pt x="22765" y="18002"/>
                      <a:pt x="22574" y="17907"/>
                      <a:pt x="22384" y="17812"/>
                    </a:cubicBezTo>
                    <a:cubicBezTo>
                      <a:pt x="19717" y="16193"/>
                      <a:pt x="16192" y="14097"/>
                      <a:pt x="12668" y="12002"/>
                    </a:cubicBezTo>
                    <a:cubicBezTo>
                      <a:pt x="9144" y="9906"/>
                      <a:pt x="5524" y="7811"/>
                      <a:pt x="2953" y="6191"/>
                    </a:cubicBezTo>
                    <a:cubicBezTo>
                      <a:pt x="2762" y="6191"/>
                      <a:pt x="2667" y="6001"/>
                      <a:pt x="2476" y="5906"/>
                    </a:cubicBezTo>
                    <a:cubicBezTo>
                      <a:pt x="2286" y="5906"/>
                      <a:pt x="2095" y="5810"/>
                      <a:pt x="2000" y="5620"/>
                    </a:cubicBezTo>
                    <a:cubicBezTo>
                      <a:pt x="1809" y="5239"/>
                      <a:pt x="1619" y="4858"/>
                      <a:pt x="1524" y="4477"/>
                    </a:cubicBezTo>
                    <a:cubicBezTo>
                      <a:pt x="1238" y="3715"/>
                      <a:pt x="952" y="3048"/>
                      <a:pt x="762" y="2572"/>
                    </a:cubicBezTo>
                    <a:cubicBezTo>
                      <a:pt x="571" y="2000"/>
                      <a:pt x="476" y="1524"/>
                      <a:pt x="381" y="1238"/>
                    </a:cubicBezTo>
                    <a:cubicBezTo>
                      <a:pt x="381" y="953"/>
                      <a:pt x="286" y="762"/>
                      <a:pt x="286" y="76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0" name="Google Shape;640;p34"/>
              <p:cNvSpPr/>
              <p:nvPr/>
            </p:nvSpPr>
            <p:spPr>
              <a:xfrm>
                <a:off x="6864381" y="2776346"/>
                <a:ext cx="26765" cy="14478"/>
              </a:xfrm>
              <a:custGeom>
                <a:avLst/>
                <a:gdLst/>
                <a:ahLst/>
                <a:cxnLst/>
                <a:rect l="l" t="t" r="r" b="b"/>
                <a:pathLst>
                  <a:path w="26765" h="14478" extrusionOk="0">
                    <a:moveTo>
                      <a:pt x="26670" y="12954"/>
                    </a:moveTo>
                    <a:cubicBezTo>
                      <a:pt x="26670" y="12954"/>
                      <a:pt x="26479" y="12954"/>
                      <a:pt x="26194" y="13145"/>
                    </a:cubicBezTo>
                    <a:cubicBezTo>
                      <a:pt x="25908" y="13240"/>
                      <a:pt x="25527" y="13430"/>
                      <a:pt x="24955" y="13621"/>
                    </a:cubicBezTo>
                    <a:cubicBezTo>
                      <a:pt x="24479" y="13811"/>
                      <a:pt x="23813" y="14002"/>
                      <a:pt x="23146" y="14192"/>
                    </a:cubicBezTo>
                    <a:cubicBezTo>
                      <a:pt x="22765" y="14192"/>
                      <a:pt x="22479" y="14383"/>
                      <a:pt x="22098" y="14478"/>
                    </a:cubicBezTo>
                    <a:cubicBezTo>
                      <a:pt x="21907" y="14478"/>
                      <a:pt x="21717" y="14478"/>
                      <a:pt x="21622" y="14383"/>
                    </a:cubicBezTo>
                    <a:cubicBezTo>
                      <a:pt x="21526" y="14288"/>
                      <a:pt x="21336" y="14192"/>
                      <a:pt x="21146" y="14192"/>
                    </a:cubicBezTo>
                    <a:cubicBezTo>
                      <a:pt x="18669" y="13145"/>
                      <a:pt x="15335" y="11716"/>
                      <a:pt x="12001" y="10287"/>
                    </a:cubicBezTo>
                    <a:cubicBezTo>
                      <a:pt x="8667" y="8858"/>
                      <a:pt x="5334" y="7429"/>
                      <a:pt x="2857" y="6382"/>
                    </a:cubicBezTo>
                    <a:cubicBezTo>
                      <a:pt x="2667" y="6382"/>
                      <a:pt x="2572" y="6191"/>
                      <a:pt x="2381" y="6191"/>
                    </a:cubicBezTo>
                    <a:cubicBezTo>
                      <a:pt x="2191" y="6191"/>
                      <a:pt x="2096" y="6191"/>
                      <a:pt x="2000" y="5906"/>
                    </a:cubicBezTo>
                    <a:cubicBezTo>
                      <a:pt x="1809" y="5525"/>
                      <a:pt x="1619" y="5239"/>
                      <a:pt x="1524" y="4858"/>
                    </a:cubicBezTo>
                    <a:cubicBezTo>
                      <a:pt x="1143" y="4286"/>
                      <a:pt x="952" y="3620"/>
                      <a:pt x="667" y="3143"/>
                    </a:cubicBezTo>
                    <a:cubicBezTo>
                      <a:pt x="476" y="2667"/>
                      <a:pt x="286" y="2191"/>
                      <a:pt x="190" y="2000"/>
                    </a:cubicBezTo>
                    <a:cubicBezTo>
                      <a:pt x="95" y="1715"/>
                      <a:pt x="0" y="1524"/>
                      <a:pt x="0" y="1524"/>
                    </a:cubicBezTo>
                    <a:cubicBezTo>
                      <a:pt x="0" y="1524"/>
                      <a:pt x="190" y="1524"/>
                      <a:pt x="476" y="1333"/>
                    </a:cubicBezTo>
                    <a:cubicBezTo>
                      <a:pt x="762" y="1238"/>
                      <a:pt x="1143" y="1048"/>
                      <a:pt x="1714" y="857"/>
                    </a:cubicBezTo>
                    <a:cubicBezTo>
                      <a:pt x="2191" y="667"/>
                      <a:pt x="2857" y="476"/>
                      <a:pt x="3524" y="286"/>
                    </a:cubicBezTo>
                    <a:cubicBezTo>
                      <a:pt x="3905" y="191"/>
                      <a:pt x="4286" y="95"/>
                      <a:pt x="4667" y="0"/>
                    </a:cubicBezTo>
                    <a:cubicBezTo>
                      <a:pt x="4858" y="0"/>
                      <a:pt x="5048" y="0"/>
                      <a:pt x="5143" y="95"/>
                    </a:cubicBezTo>
                    <a:cubicBezTo>
                      <a:pt x="5239" y="191"/>
                      <a:pt x="5429" y="286"/>
                      <a:pt x="5620" y="286"/>
                    </a:cubicBezTo>
                    <a:cubicBezTo>
                      <a:pt x="8096" y="1333"/>
                      <a:pt x="11430" y="2762"/>
                      <a:pt x="14764" y="4191"/>
                    </a:cubicBezTo>
                    <a:cubicBezTo>
                      <a:pt x="18097" y="5620"/>
                      <a:pt x="21431" y="7049"/>
                      <a:pt x="23908" y="8096"/>
                    </a:cubicBezTo>
                    <a:cubicBezTo>
                      <a:pt x="24098" y="8096"/>
                      <a:pt x="24193" y="8287"/>
                      <a:pt x="24384" y="8287"/>
                    </a:cubicBezTo>
                    <a:cubicBezTo>
                      <a:pt x="24574" y="8287"/>
                      <a:pt x="24765" y="8287"/>
                      <a:pt x="24765" y="8477"/>
                    </a:cubicBezTo>
                    <a:cubicBezTo>
                      <a:pt x="24955" y="8858"/>
                      <a:pt x="25146" y="9144"/>
                      <a:pt x="25336" y="9430"/>
                    </a:cubicBezTo>
                    <a:cubicBezTo>
                      <a:pt x="25622" y="10096"/>
                      <a:pt x="25908" y="10668"/>
                      <a:pt x="26098" y="11144"/>
                    </a:cubicBezTo>
                    <a:cubicBezTo>
                      <a:pt x="26289" y="11621"/>
                      <a:pt x="26479" y="12097"/>
                      <a:pt x="26575" y="12383"/>
                    </a:cubicBezTo>
                    <a:cubicBezTo>
                      <a:pt x="26670" y="12668"/>
                      <a:pt x="26765" y="12859"/>
                      <a:pt x="26765" y="12859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1" name="Google Shape;641;p34"/>
              <p:cNvSpPr/>
              <p:nvPr/>
            </p:nvSpPr>
            <p:spPr>
              <a:xfrm>
                <a:off x="6873525" y="2789300"/>
                <a:ext cx="17907" cy="22193"/>
              </a:xfrm>
              <a:custGeom>
                <a:avLst/>
                <a:gdLst/>
                <a:ahLst/>
                <a:cxnLst/>
                <a:rect l="l" t="t" r="r" b="b"/>
                <a:pathLst>
                  <a:path w="17907" h="22193" extrusionOk="0">
                    <a:moveTo>
                      <a:pt x="17526" y="0"/>
                    </a:moveTo>
                    <a:cubicBezTo>
                      <a:pt x="17526" y="0"/>
                      <a:pt x="17526" y="191"/>
                      <a:pt x="17526" y="476"/>
                    </a:cubicBezTo>
                    <a:cubicBezTo>
                      <a:pt x="17526" y="762"/>
                      <a:pt x="17621" y="1238"/>
                      <a:pt x="17716" y="1715"/>
                    </a:cubicBezTo>
                    <a:cubicBezTo>
                      <a:pt x="17716" y="2286"/>
                      <a:pt x="17812" y="2858"/>
                      <a:pt x="17907" y="3620"/>
                    </a:cubicBezTo>
                    <a:cubicBezTo>
                      <a:pt x="17907" y="4000"/>
                      <a:pt x="17907" y="4286"/>
                      <a:pt x="17907" y="4763"/>
                    </a:cubicBezTo>
                    <a:cubicBezTo>
                      <a:pt x="17907" y="4953"/>
                      <a:pt x="17907" y="5048"/>
                      <a:pt x="17621" y="5144"/>
                    </a:cubicBezTo>
                    <a:cubicBezTo>
                      <a:pt x="17526" y="5144"/>
                      <a:pt x="17431" y="5334"/>
                      <a:pt x="17336" y="5525"/>
                    </a:cubicBezTo>
                    <a:cubicBezTo>
                      <a:pt x="15716" y="7620"/>
                      <a:pt x="13525" y="10382"/>
                      <a:pt x="11430" y="13145"/>
                    </a:cubicBezTo>
                    <a:cubicBezTo>
                      <a:pt x="9239" y="15907"/>
                      <a:pt x="7144" y="18764"/>
                      <a:pt x="5524" y="20765"/>
                    </a:cubicBezTo>
                    <a:cubicBezTo>
                      <a:pt x="5524" y="20860"/>
                      <a:pt x="5334" y="21050"/>
                      <a:pt x="5239" y="21146"/>
                    </a:cubicBezTo>
                    <a:cubicBezTo>
                      <a:pt x="5239" y="21336"/>
                      <a:pt x="5144" y="21431"/>
                      <a:pt x="4858" y="21431"/>
                    </a:cubicBezTo>
                    <a:cubicBezTo>
                      <a:pt x="4477" y="21431"/>
                      <a:pt x="4096" y="21622"/>
                      <a:pt x="3810" y="21622"/>
                    </a:cubicBezTo>
                    <a:cubicBezTo>
                      <a:pt x="3143" y="21812"/>
                      <a:pt x="2477" y="21908"/>
                      <a:pt x="2000" y="22003"/>
                    </a:cubicBezTo>
                    <a:cubicBezTo>
                      <a:pt x="1524" y="22003"/>
                      <a:pt x="1048" y="22098"/>
                      <a:pt x="762" y="22193"/>
                    </a:cubicBezTo>
                    <a:cubicBezTo>
                      <a:pt x="476" y="22193"/>
                      <a:pt x="286" y="22193"/>
                      <a:pt x="286" y="22193"/>
                    </a:cubicBezTo>
                    <a:cubicBezTo>
                      <a:pt x="286" y="22193"/>
                      <a:pt x="286" y="22003"/>
                      <a:pt x="286" y="21717"/>
                    </a:cubicBezTo>
                    <a:cubicBezTo>
                      <a:pt x="286" y="21431"/>
                      <a:pt x="190" y="20955"/>
                      <a:pt x="95" y="20479"/>
                    </a:cubicBezTo>
                    <a:cubicBezTo>
                      <a:pt x="95" y="19907"/>
                      <a:pt x="0" y="19336"/>
                      <a:pt x="0" y="18574"/>
                    </a:cubicBezTo>
                    <a:cubicBezTo>
                      <a:pt x="0" y="18193"/>
                      <a:pt x="0" y="17812"/>
                      <a:pt x="0" y="17431"/>
                    </a:cubicBezTo>
                    <a:cubicBezTo>
                      <a:pt x="0" y="17240"/>
                      <a:pt x="0" y="17050"/>
                      <a:pt x="190" y="17050"/>
                    </a:cubicBezTo>
                    <a:cubicBezTo>
                      <a:pt x="286" y="17050"/>
                      <a:pt x="381" y="16859"/>
                      <a:pt x="476" y="16669"/>
                    </a:cubicBezTo>
                    <a:cubicBezTo>
                      <a:pt x="2096" y="14573"/>
                      <a:pt x="4286" y="11811"/>
                      <a:pt x="6382" y="9049"/>
                    </a:cubicBezTo>
                    <a:cubicBezTo>
                      <a:pt x="8572" y="6287"/>
                      <a:pt x="10668" y="3524"/>
                      <a:pt x="12287" y="1429"/>
                    </a:cubicBezTo>
                    <a:cubicBezTo>
                      <a:pt x="12287" y="1333"/>
                      <a:pt x="12478" y="1143"/>
                      <a:pt x="12573" y="1048"/>
                    </a:cubicBezTo>
                    <a:cubicBezTo>
                      <a:pt x="12668" y="953"/>
                      <a:pt x="12668" y="762"/>
                      <a:pt x="12859" y="667"/>
                    </a:cubicBezTo>
                    <a:cubicBezTo>
                      <a:pt x="13240" y="667"/>
                      <a:pt x="13621" y="476"/>
                      <a:pt x="13906" y="381"/>
                    </a:cubicBezTo>
                    <a:cubicBezTo>
                      <a:pt x="14573" y="191"/>
                      <a:pt x="15240" y="191"/>
                      <a:pt x="15812" y="95"/>
                    </a:cubicBezTo>
                    <a:cubicBezTo>
                      <a:pt x="16288" y="95"/>
                      <a:pt x="16764" y="0"/>
                      <a:pt x="17050" y="0"/>
                    </a:cubicBezTo>
                    <a:cubicBezTo>
                      <a:pt x="17336" y="0"/>
                      <a:pt x="17526" y="0"/>
                      <a:pt x="1752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2" name="Google Shape;642;p34"/>
              <p:cNvSpPr/>
              <p:nvPr/>
            </p:nvSpPr>
            <p:spPr>
              <a:xfrm>
                <a:off x="6849046" y="2799778"/>
                <a:ext cx="23526" cy="14954"/>
              </a:xfrm>
              <a:custGeom>
                <a:avLst/>
                <a:gdLst/>
                <a:ahLst/>
                <a:cxnLst/>
                <a:rect l="l" t="t" r="r" b="b"/>
                <a:pathLst>
                  <a:path w="23526" h="14954" extrusionOk="0">
                    <a:moveTo>
                      <a:pt x="23527" y="13430"/>
                    </a:moveTo>
                    <a:cubicBezTo>
                      <a:pt x="23527" y="13430"/>
                      <a:pt x="23336" y="13430"/>
                      <a:pt x="23146" y="13621"/>
                    </a:cubicBezTo>
                    <a:cubicBezTo>
                      <a:pt x="22860" y="13716"/>
                      <a:pt x="22479" y="13906"/>
                      <a:pt x="22003" y="14097"/>
                    </a:cubicBezTo>
                    <a:cubicBezTo>
                      <a:pt x="21527" y="14288"/>
                      <a:pt x="20955" y="14478"/>
                      <a:pt x="20288" y="14668"/>
                    </a:cubicBezTo>
                    <a:cubicBezTo>
                      <a:pt x="20003" y="14668"/>
                      <a:pt x="19621" y="14859"/>
                      <a:pt x="19240" y="14954"/>
                    </a:cubicBezTo>
                    <a:cubicBezTo>
                      <a:pt x="19050" y="14954"/>
                      <a:pt x="18955" y="14954"/>
                      <a:pt x="18860" y="14764"/>
                    </a:cubicBezTo>
                    <a:cubicBezTo>
                      <a:pt x="18764" y="14668"/>
                      <a:pt x="18574" y="14573"/>
                      <a:pt x="18479" y="14478"/>
                    </a:cubicBezTo>
                    <a:cubicBezTo>
                      <a:pt x="16288" y="13335"/>
                      <a:pt x="13335" y="11906"/>
                      <a:pt x="10382" y="10382"/>
                    </a:cubicBezTo>
                    <a:cubicBezTo>
                      <a:pt x="7429" y="8858"/>
                      <a:pt x="4477" y="7429"/>
                      <a:pt x="2191" y="6287"/>
                    </a:cubicBezTo>
                    <a:cubicBezTo>
                      <a:pt x="2096" y="6287"/>
                      <a:pt x="1905" y="6096"/>
                      <a:pt x="1810" y="6096"/>
                    </a:cubicBezTo>
                    <a:cubicBezTo>
                      <a:pt x="1619" y="6096"/>
                      <a:pt x="1524" y="6096"/>
                      <a:pt x="1429" y="5810"/>
                    </a:cubicBezTo>
                    <a:cubicBezTo>
                      <a:pt x="1334" y="5429"/>
                      <a:pt x="1143" y="5143"/>
                      <a:pt x="1048" y="4763"/>
                    </a:cubicBezTo>
                    <a:cubicBezTo>
                      <a:pt x="762" y="4191"/>
                      <a:pt x="571" y="3524"/>
                      <a:pt x="476" y="3048"/>
                    </a:cubicBezTo>
                    <a:cubicBezTo>
                      <a:pt x="286" y="2572"/>
                      <a:pt x="190" y="2096"/>
                      <a:pt x="95" y="1905"/>
                    </a:cubicBezTo>
                    <a:cubicBezTo>
                      <a:pt x="95" y="1619"/>
                      <a:pt x="0" y="1429"/>
                      <a:pt x="0" y="1429"/>
                    </a:cubicBezTo>
                    <a:cubicBezTo>
                      <a:pt x="0" y="1429"/>
                      <a:pt x="190" y="1429"/>
                      <a:pt x="381" y="1238"/>
                    </a:cubicBezTo>
                    <a:cubicBezTo>
                      <a:pt x="667" y="1143"/>
                      <a:pt x="1048" y="952"/>
                      <a:pt x="1524" y="857"/>
                    </a:cubicBezTo>
                    <a:cubicBezTo>
                      <a:pt x="2000" y="667"/>
                      <a:pt x="2572" y="476"/>
                      <a:pt x="3238" y="286"/>
                    </a:cubicBezTo>
                    <a:cubicBezTo>
                      <a:pt x="3620" y="286"/>
                      <a:pt x="3905" y="95"/>
                      <a:pt x="4286" y="0"/>
                    </a:cubicBezTo>
                    <a:cubicBezTo>
                      <a:pt x="4477" y="0"/>
                      <a:pt x="4572" y="0"/>
                      <a:pt x="4667" y="95"/>
                    </a:cubicBezTo>
                    <a:cubicBezTo>
                      <a:pt x="4763" y="191"/>
                      <a:pt x="4953" y="286"/>
                      <a:pt x="5048" y="286"/>
                    </a:cubicBezTo>
                    <a:cubicBezTo>
                      <a:pt x="7239" y="1429"/>
                      <a:pt x="10192" y="2858"/>
                      <a:pt x="13145" y="4381"/>
                    </a:cubicBezTo>
                    <a:cubicBezTo>
                      <a:pt x="16097" y="5905"/>
                      <a:pt x="19050" y="7334"/>
                      <a:pt x="21241" y="8477"/>
                    </a:cubicBezTo>
                    <a:cubicBezTo>
                      <a:pt x="21431" y="8477"/>
                      <a:pt x="21527" y="8668"/>
                      <a:pt x="21622" y="8668"/>
                    </a:cubicBezTo>
                    <a:cubicBezTo>
                      <a:pt x="21812" y="8668"/>
                      <a:pt x="21907" y="8668"/>
                      <a:pt x="22003" y="8954"/>
                    </a:cubicBezTo>
                    <a:cubicBezTo>
                      <a:pt x="22098" y="9334"/>
                      <a:pt x="22288" y="9620"/>
                      <a:pt x="22384" y="9906"/>
                    </a:cubicBezTo>
                    <a:cubicBezTo>
                      <a:pt x="22670" y="10573"/>
                      <a:pt x="22860" y="11144"/>
                      <a:pt x="22955" y="11621"/>
                    </a:cubicBezTo>
                    <a:cubicBezTo>
                      <a:pt x="23146" y="12097"/>
                      <a:pt x="23241" y="12573"/>
                      <a:pt x="23336" y="12859"/>
                    </a:cubicBezTo>
                    <a:cubicBezTo>
                      <a:pt x="23336" y="13145"/>
                      <a:pt x="23431" y="13335"/>
                      <a:pt x="23431" y="13335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3" name="Google Shape;643;p34"/>
              <p:cNvSpPr/>
              <p:nvPr/>
            </p:nvSpPr>
            <p:spPr>
              <a:xfrm>
                <a:off x="6852761" y="2814923"/>
                <a:ext cx="18764" cy="24383"/>
              </a:xfrm>
              <a:custGeom>
                <a:avLst/>
                <a:gdLst/>
                <a:ahLst/>
                <a:cxnLst/>
                <a:rect l="l" t="t" r="r" b="b"/>
                <a:pathLst>
                  <a:path w="18764" h="24383" extrusionOk="0">
                    <a:moveTo>
                      <a:pt x="18479" y="0"/>
                    </a:moveTo>
                    <a:cubicBezTo>
                      <a:pt x="18479" y="0"/>
                      <a:pt x="18479" y="191"/>
                      <a:pt x="18479" y="476"/>
                    </a:cubicBezTo>
                    <a:cubicBezTo>
                      <a:pt x="18479" y="762"/>
                      <a:pt x="18574" y="1238"/>
                      <a:pt x="18669" y="1810"/>
                    </a:cubicBezTo>
                    <a:cubicBezTo>
                      <a:pt x="18669" y="2381"/>
                      <a:pt x="18764" y="3048"/>
                      <a:pt x="18764" y="3810"/>
                    </a:cubicBezTo>
                    <a:cubicBezTo>
                      <a:pt x="18764" y="4191"/>
                      <a:pt x="18764" y="4572"/>
                      <a:pt x="18764" y="4953"/>
                    </a:cubicBezTo>
                    <a:cubicBezTo>
                      <a:pt x="18764" y="5144"/>
                      <a:pt x="18669" y="5334"/>
                      <a:pt x="18479" y="5429"/>
                    </a:cubicBezTo>
                    <a:cubicBezTo>
                      <a:pt x="18288" y="5525"/>
                      <a:pt x="18288" y="5715"/>
                      <a:pt x="18097" y="5810"/>
                    </a:cubicBezTo>
                    <a:cubicBezTo>
                      <a:pt x="16383" y="8096"/>
                      <a:pt x="14192" y="11144"/>
                      <a:pt x="11906" y="14192"/>
                    </a:cubicBezTo>
                    <a:cubicBezTo>
                      <a:pt x="9620" y="17240"/>
                      <a:pt x="7429" y="20288"/>
                      <a:pt x="5715" y="22574"/>
                    </a:cubicBezTo>
                    <a:cubicBezTo>
                      <a:pt x="5620" y="22765"/>
                      <a:pt x="5524" y="22860"/>
                      <a:pt x="5429" y="23050"/>
                    </a:cubicBezTo>
                    <a:cubicBezTo>
                      <a:pt x="5429" y="23241"/>
                      <a:pt x="5334" y="23336"/>
                      <a:pt x="5048" y="23432"/>
                    </a:cubicBezTo>
                    <a:cubicBezTo>
                      <a:pt x="4667" y="23527"/>
                      <a:pt x="4286" y="23622"/>
                      <a:pt x="3905" y="23717"/>
                    </a:cubicBezTo>
                    <a:cubicBezTo>
                      <a:pt x="3238" y="23908"/>
                      <a:pt x="2572" y="24098"/>
                      <a:pt x="2000" y="24194"/>
                    </a:cubicBezTo>
                    <a:cubicBezTo>
                      <a:pt x="1524" y="24289"/>
                      <a:pt x="1048" y="24384"/>
                      <a:pt x="762" y="24384"/>
                    </a:cubicBezTo>
                    <a:cubicBezTo>
                      <a:pt x="476" y="24384"/>
                      <a:pt x="286" y="24384"/>
                      <a:pt x="286" y="24384"/>
                    </a:cubicBezTo>
                    <a:cubicBezTo>
                      <a:pt x="286" y="24384"/>
                      <a:pt x="286" y="24194"/>
                      <a:pt x="286" y="23908"/>
                    </a:cubicBezTo>
                    <a:cubicBezTo>
                      <a:pt x="286" y="23622"/>
                      <a:pt x="190" y="23146"/>
                      <a:pt x="95" y="22574"/>
                    </a:cubicBezTo>
                    <a:cubicBezTo>
                      <a:pt x="95" y="22003"/>
                      <a:pt x="0" y="21336"/>
                      <a:pt x="0" y="20669"/>
                    </a:cubicBezTo>
                    <a:cubicBezTo>
                      <a:pt x="0" y="20288"/>
                      <a:pt x="0" y="19907"/>
                      <a:pt x="0" y="19526"/>
                    </a:cubicBezTo>
                    <a:cubicBezTo>
                      <a:pt x="0" y="19336"/>
                      <a:pt x="0" y="19145"/>
                      <a:pt x="190" y="19050"/>
                    </a:cubicBezTo>
                    <a:cubicBezTo>
                      <a:pt x="381" y="18955"/>
                      <a:pt x="381" y="18764"/>
                      <a:pt x="476" y="18669"/>
                    </a:cubicBezTo>
                    <a:cubicBezTo>
                      <a:pt x="2191" y="16383"/>
                      <a:pt x="4381" y="13335"/>
                      <a:pt x="6667" y="10382"/>
                    </a:cubicBezTo>
                    <a:cubicBezTo>
                      <a:pt x="8954" y="7334"/>
                      <a:pt x="11144" y="4286"/>
                      <a:pt x="12859" y="2000"/>
                    </a:cubicBezTo>
                    <a:cubicBezTo>
                      <a:pt x="12954" y="1810"/>
                      <a:pt x="13049" y="1715"/>
                      <a:pt x="13144" y="1524"/>
                    </a:cubicBezTo>
                    <a:cubicBezTo>
                      <a:pt x="13144" y="1333"/>
                      <a:pt x="13240" y="1238"/>
                      <a:pt x="13525" y="1143"/>
                    </a:cubicBezTo>
                    <a:cubicBezTo>
                      <a:pt x="13906" y="1048"/>
                      <a:pt x="14288" y="953"/>
                      <a:pt x="14668" y="857"/>
                    </a:cubicBezTo>
                    <a:cubicBezTo>
                      <a:pt x="15335" y="667"/>
                      <a:pt x="16002" y="571"/>
                      <a:pt x="16573" y="381"/>
                    </a:cubicBezTo>
                    <a:cubicBezTo>
                      <a:pt x="17145" y="286"/>
                      <a:pt x="17621" y="191"/>
                      <a:pt x="17907" y="191"/>
                    </a:cubicBezTo>
                    <a:cubicBezTo>
                      <a:pt x="18192" y="191"/>
                      <a:pt x="18383" y="191"/>
                      <a:pt x="18383" y="19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4" name="Google Shape;644;p34"/>
              <p:cNvSpPr/>
              <p:nvPr/>
            </p:nvSpPr>
            <p:spPr>
              <a:xfrm>
                <a:off x="6830377" y="2825591"/>
                <a:ext cx="21240" cy="14287"/>
              </a:xfrm>
              <a:custGeom>
                <a:avLst/>
                <a:gdLst/>
                <a:ahLst/>
                <a:cxnLst/>
                <a:rect l="l" t="t" r="r" b="b"/>
                <a:pathLst>
                  <a:path w="21240" h="14287" extrusionOk="0">
                    <a:moveTo>
                      <a:pt x="21241" y="12764"/>
                    </a:moveTo>
                    <a:cubicBezTo>
                      <a:pt x="21241" y="12764"/>
                      <a:pt x="21146" y="12764"/>
                      <a:pt x="20860" y="12954"/>
                    </a:cubicBezTo>
                    <a:cubicBezTo>
                      <a:pt x="20574" y="13049"/>
                      <a:pt x="20193" y="13240"/>
                      <a:pt x="19717" y="13430"/>
                    </a:cubicBezTo>
                    <a:cubicBezTo>
                      <a:pt x="19240" y="13621"/>
                      <a:pt x="18669" y="13811"/>
                      <a:pt x="18097" y="14002"/>
                    </a:cubicBezTo>
                    <a:cubicBezTo>
                      <a:pt x="17812" y="14002"/>
                      <a:pt x="17431" y="14192"/>
                      <a:pt x="17145" y="14288"/>
                    </a:cubicBezTo>
                    <a:cubicBezTo>
                      <a:pt x="16954" y="14288"/>
                      <a:pt x="16859" y="14288"/>
                      <a:pt x="16764" y="14192"/>
                    </a:cubicBezTo>
                    <a:cubicBezTo>
                      <a:pt x="16764" y="14097"/>
                      <a:pt x="16573" y="14002"/>
                      <a:pt x="16383" y="14002"/>
                    </a:cubicBezTo>
                    <a:cubicBezTo>
                      <a:pt x="14383" y="12954"/>
                      <a:pt x="11716" y="11525"/>
                      <a:pt x="9049" y="10097"/>
                    </a:cubicBezTo>
                    <a:cubicBezTo>
                      <a:pt x="6382" y="8668"/>
                      <a:pt x="3715" y="7239"/>
                      <a:pt x="1714" y="6191"/>
                    </a:cubicBezTo>
                    <a:cubicBezTo>
                      <a:pt x="1619" y="6191"/>
                      <a:pt x="1429" y="6001"/>
                      <a:pt x="1333" y="6001"/>
                    </a:cubicBezTo>
                    <a:cubicBezTo>
                      <a:pt x="1143" y="6001"/>
                      <a:pt x="1048" y="6001"/>
                      <a:pt x="1048" y="5715"/>
                    </a:cubicBezTo>
                    <a:cubicBezTo>
                      <a:pt x="953" y="5334"/>
                      <a:pt x="857" y="5048"/>
                      <a:pt x="762" y="4763"/>
                    </a:cubicBezTo>
                    <a:cubicBezTo>
                      <a:pt x="571" y="4191"/>
                      <a:pt x="381" y="3620"/>
                      <a:pt x="286" y="3048"/>
                    </a:cubicBezTo>
                    <a:cubicBezTo>
                      <a:pt x="190" y="2572"/>
                      <a:pt x="95" y="2191"/>
                      <a:pt x="0" y="1905"/>
                    </a:cubicBezTo>
                    <a:cubicBezTo>
                      <a:pt x="0" y="1619"/>
                      <a:pt x="0" y="1524"/>
                      <a:pt x="0" y="1524"/>
                    </a:cubicBezTo>
                    <a:cubicBezTo>
                      <a:pt x="0" y="1524"/>
                      <a:pt x="95" y="1524"/>
                      <a:pt x="381" y="1333"/>
                    </a:cubicBezTo>
                    <a:cubicBezTo>
                      <a:pt x="667" y="1238"/>
                      <a:pt x="1048" y="1048"/>
                      <a:pt x="1524" y="857"/>
                    </a:cubicBezTo>
                    <a:cubicBezTo>
                      <a:pt x="2000" y="667"/>
                      <a:pt x="2572" y="476"/>
                      <a:pt x="3143" y="286"/>
                    </a:cubicBezTo>
                    <a:cubicBezTo>
                      <a:pt x="3429" y="286"/>
                      <a:pt x="3810" y="95"/>
                      <a:pt x="4096" y="0"/>
                    </a:cubicBezTo>
                    <a:cubicBezTo>
                      <a:pt x="4286" y="0"/>
                      <a:pt x="4381" y="0"/>
                      <a:pt x="4477" y="95"/>
                    </a:cubicBezTo>
                    <a:cubicBezTo>
                      <a:pt x="4477" y="191"/>
                      <a:pt x="4667" y="191"/>
                      <a:pt x="4858" y="286"/>
                    </a:cubicBezTo>
                    <a:cubicBezTo>
                      <a:pt x="6858" y="1333"/>
                      <a:pt x="9525" y="2762"/>
                      <a:pt x="12192" y="4191"/>
                    </a:cubicBezTo>
                    <a:cubicBezTo>
                      <a:pt x="14859" y="5620"/>
                      <a:pt x="17526" y="7049"/>
                      <a:pt x="19526" y="8096"/>
                    </a:cubicBezTo>
                    <a:cubicBezTo>
                      <a:pt x="19621" y="8096"/>
                      <a:pt x="19717" y="8287"/>
                      <a:pt x="19907" y="8287"/>
                    </a:cubicBezTo>
                    <a:cubicBezTo>
                      <a:pt x="20098" y="8287"/>
                      <a:pt x="20193" y="8287"/>
                      <a:pt x="20193" y="8477"/>
                    </a:cubicBezTo>
                    <a:cubicBezTo>
                      <a:pt x="20288" y="8858"/>
                      <a:pt x="20383" y="9144"/>
                      <a:pt x="20479" y="9430"/>
                    </a:cubicBezTo>
                    <a:cubicBezTo>
                      <a:pt x="20669" y="10001"/>
                      <a:pt x="20860" y="10573"/>
                      <a:pt x="20955" y="11144"/>
                    </a:cubicBezTo>
                    <a:cubicBezTo>
                      <a:pt x="21050" y="11621"/>
                      <a:pt x="21146" y="12002"/>
                      <a:pt x="21241" y="12287"/>
                    </a:cubicBezTo>
                    <a:cubicBezTo>
                      <a:pt x="21241" y="12573"/>
                      <a:pt x="21241" y="12764"/>
                      <a:pt x="21241" y="12764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5" name="Google Shape;645;p34"/>
              <p:cNvSpPr/>
              <p:nvPr/>
            </p:nvSpPr>
            <p:spPr>
              <a:xfrm>
                <a:off x="6807422" y="2789300"/>
                <a:ext cx="19811" cy="25622"/>
              </a:xfrm>
              <a:custGeom>
                <a:avLst/>
                <a:gdLst/>
                <a:ahLst/>
                <a:cxnLst/>
                <a:rect l="l" t="t" r="r" b="b"/>
                <a:pathLst>
                  <a:path w="19811" h="25622" extrusionOk="0">
                    <a:moveTo>
                      <a:pt x="95" y="25622"/>
                    </a:moveTo>
                    <a:cubicBezTo>
                      <a:pt x="95" y="25622"/>
                      <a:pt x="95" y="25432"/>
                      <a:pt x="95" y="25146"/>
                    </a:cubicBezTo>
                    <a:cubicBezTo>
                      <a:pt x="95" y="24860"/>
                      <a:pt x="95" y="24384"/>
                      <a:pt x="0" y="23813"/>
                    </a:cubicBezTo>
                    <a:cubicBezTo>
                      <a:pt x="0" y="23241"/>
                      <a:pt x="0" y="22574"/>
                      <a:pt x="0" y="21812"/>
                    </a:cubicBezTo>
                    <a:cubicBezTo>
                      <a:pt x="0" y="21431"/>
                      <a:pt x="0" y="21050"/>
                      <a:pt x="0" y="20574"/>
                    </a:cubicBezTo>
                    <a:cubicBezTo>
                      <a:pt x="0" y="20383"/>
                      <a:pt x="95" y="20193"/>
                      <a:pt x="286" y="20098"/>
                    </a:cubicBezTo>
                    <a:cubicBezTo>
                      <a:pt x="476" y="20003"/>
                      <a:pt x="571" y="19812"/>
                      <a:pt x="667" y="19717"/>
                    </a:cubicBezTo>
                    <a:cubicBezTo>
                      <a:pt x="2477" y="17336"/>
                      <a:pt x="4953" y="14097"/>
                      <a:pt x="7429" y="10858"/>
                    </a:cubicBezTo>
                    <a:cubicBezTo>
                      <a:pt x="9906" y="7620"/>
                      <a:pt x="12287" y="4477"/>
                      <a:pt x="14192" y="2000"/>
                    </a:cubicBezTo>
                    <a:cubicBezTo>
                      <a:pt x="14288" y="1810"/>
                      <a:pt x="14478" y="1715"/>
                      <a:pt x="14478" y="1524"/>
                    </a:cubicBezTo>
                    <a:cubicBezTo>
                      <a:pt x="14478" y="1333"/>
                      <a:pt x="14669" y="1238"/>
                      <a:pt x="14859" y="1143"/>
                    </a:cubicBezTo>
                    <a:cubicBezTo>
                      <a:pt x="15240" y="1048"/>
                      <a:pt x="15621" y="953"/>
                      <a:pt x="16002" y="762"/>
                    </a:cubicBezTo>
                    <a:cubicBezTo>
                      <a:pt x="16764" y="571"/>
                      <a:pt x="17431" y="381"/>
                      <a:pt x="18002" y="286"/>
                    </a:cubicBezTo>
                    <a:cubicBezTo>
                      <a:pt x="18574" y="191"/>
                      <a:pt x="19050" y="95"/>
                      <a:pt x="19336" y="0"/>
                    </a:cubicBezTo>
                    <a:cubicBezTo>
                      <a:pt x="19621" y="0"/>
                      <a:pt x="19812" y="0"/>
                      <a:pt x="19812" y="0"/>
                    </a:cubicBezTo>
                    <a:cubicBezTo>
                      <a:pt x="19812" y="0"/>
                      <a:pt x="19812" y="191"/>
                      <a:pt x="19812" y="476"/>
                    </a:cubicBezTo>
                    <a:cubicBezTo>
                      <a:pt x="19812" y="762"/>
                      <a:pt x="19812" y="1238"/>
                      <a:pt x="19812" y="1810"/>
                    </a:cubicBezTo>
                    <a:cubicBezTo>
                      <a:pt x="19812" y="2381"/>
                      <a:pt x="19812" y="3048"/>
                      <a:pt x="19812" y="3810"/>
                    </a:cubicBezTo>
                    <a:cubicBezTo>
                      <a:pt x="19812" y="4191"/>
                      <a:pt x="19812" y="4572"/>
                      <a:pt x="19812" y="5048"/>
                    </a:cubicBezTo>
                    <a:cubicBezTo>
                      <a:pt x="19812" y="5239"/>
                      <a:pt x="19812" y="5429"/>
                      <a:pt x="19526" y="5525"/>
                    </a:cubicBezTo>
                    <a:cubicBezTo>
                      <a:pt x="19336" y="5620"/>
                      <a:pt x="19240" y="5810"/>
                      <a:pt x="19145" y="5906"/>
                    </a:cubicBezTo>
                    <a:cubicBezTo>
                      <a:pt x="17336" y="8287"/>
                      <a:pt x="14859" y="11525"/>
                      <a:pt x="12478" y="14764"/>
                    </a:cubicBezTo>
                    <a:cubicBezTo>
                      <a:pt x="10001" y="18002"/>
                      <a:pt x="7620" y="21146"/>
                      <a:pt x="5715" y="23622"/>
                    </a:cubicBezTo>
                    <a:cubicBezTo>
                      <a:pt x="5620" y="23813"/>
                      <a:pt x="5429" y="23908"/>
                      <a:pt x="5429" y="24098"/>
                    </a:cubicBezTo>
                    <a:cubicBezTo>
                      <a:pt x="5429" y="24289"/>
                      <a:pt x="5334" y="24479"/>
                      <a:pt x="5048" y="24479"/>
                    </a:cubicBezTo>
                    <a:cubicBezTo>
                      <a:pt x="4667" y="24575"/>
                      <a:pt x="4286" y="24765"/>
                      <a:pt x="3905" y="24860"/>
                    </a:cubicBezTo>
                    <a:cubicBezTo>
                      <a:pt x="3143" y="25051"/>
                      <a:pt x="2477" y="25241"/>
                      <a:pt x="1905" y="25337"/>
                    </a:cubicBezTo>
                    <a:cubicBezTo>
                      <a:pt x="1333" y="25432"/>
                      <a:pt x="857" y="25527"/>
                      <a:pt x="571" y="25622"/>
                    </a:cubicBezTo>
                    <a:cubicBezTo>
                      <a:pt x="286" y="25622"/>
                      <a:pt x="95" y="25622"/>
                      <a:pt x="95" y="2562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6" name="Google Shape;646;p34"/>
              <p:cNvSpPr/>
              <p:nvPr/>
            </p:nvSpPr>
            <p:spPr>
              <a:xfrm>
                <a:off x="6826662" y="2766250"/>
                <a:ext cx="17525" cy="23241"/>
              </a:xfrm>
              <a:custGeom>
                <a:avLst/>
                <a:gdLst/>
                <a:ahLst/>
                <a:cxnLst/>
                <a:rect l="l" t="t" r="r" b="b"/>
                <a:pathLst>
                  <a:path w="17525" h="23241" extrusionOk="0">
                    <a:moveTo>
                      <a:pt x="381" y="23050"/>
                    </a:moveTo>
                    <a:cubicBezTo>
                      <a:pt x="381" y="23050"/>
                      <a:pt x="381" y="22860"/>
                      <a:pt x="381" y="22574"/>
                    </a:cubicBezTo>
                    <a:cubicBezTo>
                      <a:pt x="381" y="22288"/>
                      <a:pt x="191" y="21812"/>
                      <a:pt x="191" y="21336"/>
                    </a:cubicBezTo>
                    <a:cubicBezTo>
                      <a:pt x="191" y="20765"/>
                      <a:pt x="0" y="20193"/>
                      <a:pt x="0" y="19431"/>
                    </a:cubicBezTo>
                    <a:cubicBezTo>
                      <a:pt x="0" y="19050"/>
                      <a:pt x="0" y="18669"/>
                      <a:pt x="0" y="18288"/>
                    </a:cubicBezTo>
                    <a:cubicBezTo>
                      <a:pt x="0" y="18098"/>
                      <a:pt x="0" y="18002"/>
                      <a:pt x="191" y="17907"/>
                    </a:cubicBezTo>
                    <a:cubicBezTo>
                      <a:pt x="286" y="17907"/>
                      <a:pt x="381" y="17621"/>
                      <a:pt x="476" y="17526"/>
                    </a:cubicBezTo>
                    <a:cubicBezTo>
                      <a:pt x="2000" y="15335"/>
                      <a:pt x="4096" y="12478"/>
                      <a:pt x="6096" y="9525"/>
                    </a:cubicBezTo>
                    <a:cubicBezTo>
                      <a:pt x="8192" y="6667"/>
                      <a:pt x="10192" y="3715"/>
                      <a:pt x="11716" y="1524"/>
                    </a:cubicBezTo>
                    <a:cubicBezTo>
                      <a:pt x="11716" y="1429"/>
                      <a:pt x="11906" y="1238"/>
                      <a:pt x="12002" y="1143"/>
                    </a:cubicBezTo>
                    <a:cubicBezTo>
                      <a:pt x="12002" y="953"/>
                      <a:pt x="12097" y="857"/>
                      <a:pt x="12383" y="857"/>
                    </a:cubicBezTo>
                    <a:cubicBezTo>
                      <a:pt x="12763" y="762"/>
                      <a:pt x="13145" y="667"/>
                      <a:pt x="13526" y="571"/>
                    </a:cubicBezTo>
                    <a:cubicBezTo>
                      <a:pt x="14192" y="381"/>
                      <a:pt x="14859" y="286"/>
                      <a:pt x="15335" y="191"/>
                    </a:cubicBezTo>
                    <a:cubicBezTo>
                      <a:pt x="15812" y="95"/>
                      <a:pt x="16288" y="0"/>
                      <a:pt x="16574" y="0"/>
                    </a:cubicBezTo>
                    <a:cubicBezTo>
                      <a:pt x="16859" y="0"/>
                      <a:pt x="17050" y="0"/>
                      <a:pt x="17050" y="0"/>
                    </a:cubicBezTo>
                    <a:cubicBezTo>
                      <a:pt x="17050" y="0"/>
                      <a:pt x="17050" y="191"/>
                      <a:pt x="17145" y="476"/>
                    </a:cubicBezTo>
                    <a:cubicBezTo>
                      <a:pt x="17145" y="762"/>
                      <a:pt x="17240" y="1238"/>
                      <a:pt x="17336" y="1715"/>
                    </a:cubicBezTo>
                    <a:cubicBezTo>
                      <a:pt x="17336" y="2286"/>
                      <a:pt x="17526" y="2858"/>
                      <a:pt x="17526" y="3620"/>
                    </a:cubicBezTo>
                    <a:cubicBezTo>
                      <a:pt x="17526" y="4000"/>
                      <a:pt x="17526" y="4382"/>
                      <a:pt x="17526" y="4763"/>
                    </a:cubicBezTo>
                    <a:cubicBezTo>
                      <a:pt x="17526" y="4953"/>
                      <a:pt x="17526" y="5144"/>
                      <a:pt x="17336" y="5239"/>
                    </a:cubicBezTo>
                    <a:cubicBezTo>
                      <a:pt x="17240" y="5334"/>
                      <a:pt x="17145" y="5525"/>
                      <a:pt x="17050" y="5620"/>
                    </a:cubicBezTo>
                    <a:cubicBezTo>
                      <a:pt x="15526" y="7811"/>
                      <a:pt x="13430" y="10668"/>
                      <a:pt x="11430" y="13621"/>
                    </a:cubicBezTo>
                    <a:cubicBezTo>
                      <a:pt x="9335" y="16478"/>
                      <a:pt x="7334" y="19431"/>
                      <a:pt x="5810" y="21622"/>
                    </a:cubicBezTo>
                    <a:cubicBezTo>
                      <a:pt x="5810" y="21717"/>
                      <a:pt x="5620" y="21908"/>
                      <a:pt x="5525" y="22003"/>
                    </a:cubicBezTo>
                    <a:cubicBezTo>
                      <a:pt x="5429" y="22098"/>
                      <a:pt x="5429" y="22288"/>
                      <a:pt x="5239" y="22384"/>
                    </a:cubicBezTo>
                    <a:cubicBezTo>
                      <a:pt x="4858" y="22479"/>
                      <a:pt x="4477" y="22574"/>
                      <a:pt x="4191" y="22670"/>
                    </a:cubicBezTo>
                    <a:cubicBezTo>
                      <a:pt x="3524" y="22860"/>
                      <a:pt x="2858" y="22955"/>
                      <a:pt x="2286" y="23050"/>
                    </a:cubicBezTo>
                    <a:cubicBezTo>
                      <a:pt x="1810" y="23146"/>
                      <a:pt x="1334" y="23241"/>
                      <a:pt x="1048" y="23241"/>
                    </a:cubicBezTo>
                    <a:cubicBezTo>
                      <a:pt x="762" y="23241"/>
                      <a:pt x="571" y="23241"/>
                      <a:pt x="571" y="2324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7" name="Google Shape;647;p34"/>
              <p:cNvSpPr/>
              <p:nvPr/>
            </p:nvSpPr>
            <p:spPr>
              <a:xfrm>
                <a:off x="6817328" y="2841307"/>
                <a:ext cx="24098" cy="15239"/>
              </a:xfrm>
              <a:custGeom>
                <a:avLst/>
                <a:gdLst/>
                <a:ahLst/>
                <a:cxnLst/>
                <a:rect l="l" t="t" r="r" b="b"/>
                <a:pathLst>
                  <a:path w="24098" h="15239" extrusionOk="0">
                    <a:moveTo>
                      <a:pt x="0" y="1429"/>
                    </a:moveTo>
                    <a:cubicBezTo>
                      <a:pt x="0" y="1429"/>
                      <a:pt x="190" y="1429"/>
                      <a:pt x="476" y="1238"/>
                    </a:cubicBezTo>
                    <a:cubicBezTo>
                      <a:pt x="762" y="1143"/>
                      <a:pt x="1143" y="952"/>
                      <a:pt x="1619" y="857"/>
                    </a:cubicBezTo>
                    <a:cubicBezTo>
                      <a:pt x="2096" y="667"/>
                      <a:pt x="2762" y="476"/>
                      <a:pt x="3429" y="286"/>
                    </a:cubicBezTo>
                    <a:cubicBezTo>
                      <a:pt x="3810" y="286"/>
                      <a:pt x="4096" y="95"/>
                      <a:pt x="4477" y="0"/>
                    </a:cubicBezTo>
                    <a:cubicBezTo>
                      <a:pt x="4667" y="0"/>
                      <a:pt x="4763" y="0"/>
                      <a:pt x="4858" y="191"/>
                    </a:cubicBezTo>
                    <a:cubicBezTo>
                      <a:pt x="4953" y="286"/>
                      <a:pt x="5143" y="381"/>
                      <a:pt x="5239" y="476"/>
                    </a:cubicBezTo>
                    <a:cubicBezTo>
                      <a:pt x="7525" y="1619"/>
                      <a:pt x="10477" y="3143"/>
                      <a:pt x="13525" y="4763"/>
                    </a:cubicBezTo>
                    <a:cubicBezTo>
                      <a:pt x="16573" y="6287"/>
                      <a:pt x="19526" y="7810"/>
                      <a:pt x="21812" y="9049"/>
                    </a:cubicBezTo>
                    <a:cubicBezTo>
                      <a:pt x="22003" y="9049"/>
                      <a:pt x="22098" y="9239"/>
                      <a:pt x="22193" y="9239"/>
                    </a:cubicBezTo>
                    <a:cubicBezTo>
                      <a:pt x="22384" y="9239"/>
                      <a:pt x="22479" y="9239"/>
                      <a:pt x="22574" y="9525"/>
                    </a:cubicBezTo>
                    <a:cubicBezTo>
                      <a:pt x="22669" y="9906"/>
                      <a:pt x="22860" y="10192"/>
                      <a:pt x="22955" y="10573"/>
                    </a:cubicBezTo>
                    <a:cubicBezTo>
                      <a:pt x="23241" y="11239"/>
                      <a:pt x="23431" y="11811"/>
                      <a:pt x="23622" y="12287"/>
                    </a:cubicBezTo>
                    <a:cubicBezTo>
                      <a:pt x="23813" y="12763"/>
                      <a:pt x="23908" y="13240"/>
                      <a:pt x="24003" y="13430"/>
                    </a:cubicBezTo>
                    <a:cubicBezTo>
                      <a:pt x="24003" y="13716"/>
                      <a:pt x="24098" y="13906"/>
                      <a:pt x="24098" y="13906"/>
                    </a:cubicBezTo>
                    <a:cubicBezTo>
                      <a:pt x="24098" y="13906"/>
                      <a:pt x="23908" y="13906"/>
                      <a:pt x="23717" y="14097"/>
                    </a:cubicBezTo>
                    <a:cubicBezTo>
                      <a:pt x="23431" y="14097"/>
                      <a:pt x="23050" y="14383"/>
                      <a:pt x="22574" y="14478"/>
                    </a:cubicBezTo>
                    <a:cubicBezTo>
                      <a:pt x="22098" y="14668"/>
                      <a:pt x="21431" y="14859"/>
                      <a:pt x="20860" y="14954"/>
                    </a:cubicBezTo>
                    <a:cubicBezTo>
                      <a:pt x="20479" y="14954"/>
                      <a:pt x="20193" y="15145"/>
                      <a:pt x="19812" y="15240"/>
                    </a:cubicBezTo>
                    <a:cubicBezTo>
                      <a:pt x="19621" y="15240"/>
                      <a:pt x="19431" y="15240"/>
                      <a:pt x="19336" y="15145"/>
                    </a:cubicBezTo>
                    <a:cubicBezTo>
                      <a:pt x="19240" y="15050"/>
                      <a:pt x="19050" y="14954"/>
                      <a:pt x="18955" y="14859"/>
                    </a:cubicBezTo>
                    <a:cubicBezTo>
                      <a:pt x="16669" y="13716"/>
                      <a:pt x="13621" y="12192"/>
                      <a:pt x="10668" y="10573"/>
                    </a:cubicBezTo>
                    <a:cubicBezTo>
                      <a:pt x="7620" y="9049"/>
                      <a:pt x="4667" y="7429"/>
                      <a:pt x="2381" y="6287"/>
                    </a:cubicBezTo>
                    <a:cubicBezTo>
                      <a:pt x="2191" y="6287"/>
                      <a:pt x="2096" y="6096"/>
                      <a:pt x="2000" y="6096"/>
                    </a:cubicBezTo>
                    <a:cubicBezTo>
                      <a:pt x="1810" y="6096"/>
                      <a:pt x="1714" y="6096"/>
                      <a:pt x="1619" y="5810"/>
                    </a:cubicBezTo>
                    <a:cubicBezTo>
                      <a:pt x="1429" y="5429"/>
                      <a:pt x="1333" y="5143"/>
                      <a:pt x="1238" y="4763"/>
                    </a:cubicBezTo>
                    <a:cubicBezTo>
                      <a:pt x="952" y="4096"/>
                      <a:pt x="762" y="3524"/>
                      <a:pt x="667" y="3048"/>
                    </a:cubicBezTo>
                    <a:cubicBezTo>
                      <a:pt x="476" y="2572"/>
                      <a:pt x="381" y="2096"/>
                      <a:pt x="286" y="1810"/>
                    </a:cubicBezTo>
                    <a:cubicBezTo>
                      <a:pt x="286" y="1524"/>
                      <a:pt x="190" y="1333"/>
                      <a:pt x="190" y="133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8" name="Google Shape;648;p34"/>
              <p:cNvSpPr/>
              <p:nvPr/>
            </p:nvSpPr>
            <p:spPr>
              <a:xfrm>
                <a:off x="6826091" y="2856547"/>
                <a:ext cx="15144" cy="17335"/>
              </a:xfrm>
              <a:custGeom>
                <a:avLst/>
                <a:gdLst/>
                <a:ahLst/>
                <a:cxnLst/>
                <a:rect l="l" t="t" r="r" b="b"/>
                <a:pathLst>
                  <a:path w="15144" h="17335" extrusionOk="0">
                    <a:moveTo>
                      <a:pt x="14192" y="95"/>
                    </a:moveTo>
                    <a:cubicBezTo>
                      <a:pt x="14192" y="95"/>
                      <a:pt x="14192" y="191"/>
                      <a:pt x="14288" y="476"/>
                    </a:cubicBezTo>
                    <a:cubicBezTo>
                      <a:pt x="14288" y="762"/>
                      <a:pt x="14478" y="1143"/>
                      <a:pt x="14573" y="1619"/>
                    </a:cubicBezTo>
                    <a:cubicBezTo>
                      <a:pt x="14669" y="2096"/>
                      <a:pt x="14859" y="2667"/>
                      <a:pt x="14954" y="3239"/>
                    </a:cubicBezTo>
                    <a:cubicBezTo>
                      <a:pt x="14954" y="3524"/>
                      <a:pt x="15050" y="3905"/>
                      <a:pt x="15145" y="4191"/>
                    </a:cubicBezTo>
                    <a:cubicBezTo>
                      <a:pt x="15145" y="4382"/>
                      <a:pt x="15145" y="4477"/>
                      <a:pt x="14954" y="4477"/>
                    </a:cubicBezTo>
                    <a:cubicBezTo>
                      <a:pt x="14859" y="4477"/>
                      <a:pt x="14764" y="4667"/>
                      <a:pt x="14669" y="4763"/>
                    </a:cubicBezTo>
                    <a:cubicBezTo>
                      <a:pt x="13430" y="6382"/>
                      <a:pt x="11811" y="8573"/>
                      <a:pt x="10096" y="10763"/>
                    </a:cubicBezTo>
                    <a:cubicBezTo>
                      <a:pt x="8477" y="12954"/>
                      <a:pt x="6763" y="15145"/>
                      <a:pt x="5525" y="16764"/>
                    </a:cubicBezTo>
                    <a:cubicBezTo>
                      <a:pt x="5525" y="16859"/>
                      <a:pt x="5334" y="16954"/>
                      <a:pt x="5334" y="17050"/>
                    </a:cubicBezTo>
                    <a:cubicBezTo>
                      <a:pt x="5334" y="17240"/>
                      <a:pt x="5334" y="17240"/>
                      <a:pt x="5048" y="17240"/>
                    </a:cubicBezTo>
                    <a:cubicBezTo>
                      <a:pt x="4667" y="17240"/>
                      <a:pt x="4381" y="17240"/>
                      <a:pt x="4096" y="17240"/>
                    </a:cubicBezTo>
                    <a:cubicBezTo>
                      <a:pt x="3524" y="17240"/>
                      <a:pt x="2953" y="17240"/>
                      <a:pt x="2477" y="17336"/>
                    </a:cubicBezTo>
                    <a:cubicBezTo>
                      <a:pt x="2000" y="17336"/>
                      <a:pt x="1619" y="17336"/>
                      <a:pt x="1334" y="17336"/>
                    </a:cubicBezTo>
                    <a:cubicBezTo>
                      <a:pt x="1048" y="17336"/>
                      <a:pt x="953" y="17336"/>
                      <a:pt x="953" y="17336"/>
                    </a:cubicBezTo>
                    <a:cubicBezTo>
                      <a:pt x="953" y="17336"/>
                      <a:pt x="953" y="17240"/>
                      <a:pt x="857" y="16954"/>
                    </a:cubicBezTo>
                    <a:cubicBezTo>
                      <a:pt x="857" y="16669"/>
                      <a:pt x="667" y="16288"/>
                      <a:pt x="571" y="15812"/>
                    </a:cubicBezTo>
                    <a:cubicBezTo>
                      <a:pt x="476" y="15335"/>
                      <a:pt x="286" y="14764"/>
                      <a:pt x="191" y="14192"/>
                    </a:cubicBezTo>
                    <a:cubicBezTo>
                      <a:pt x="191" y="13907"/>
                      <a:pt x="95" y="13526"/>
                      <a:pt x="0" y="13240"/>
                    </a:cubicBezTo>
                    <a:cubicBezTo>
                      <a:pt x="0" y="13049"/>
                      <a:pt x="0" y="12954"/>
                      <a:pt x="191" y="12859"/>
                    </a:cubicBezTo>
                    <a:cubicBezTo>
                      <a:pt x="286" y="12859"/>
                      <a:pt x="381" y="12668"/>
                      <a:pt x="476" y="12573"/>
                    </a:cubicBezTo>
                    <a:cubicBezTo>
                      <a:pt x="1714" y="10954"/>
                      <a:pt x="3334" y="8763"/>
                      <a:pt x="5048" y="6572"/>
                    </a:cubicBezTo>
                    <a:cubicBezTo>
                      <a:pt x="6668" y="4382"/>
                      <a:pt x="8382" y="2191"/>
                      <a:pt x="9620" y="572"/>
                    </a:cubicBezTo>
                    <a:cubicBezTo>
                      <a:pt x="9620" y="476"/>
                      <a:pt x="9811" y="381"/>
                      <a:pt x="9811" y="286"/>
                    </a:cubicBezTo>
                    <a:cubicBezTo>
                      <a:pt x="9811" y="191"/>
                      <a:pt x="9811" y="0"/>
                      <a:pt x="10096" y="0"/>
                    </a:cubicBezTo>
                    <a:cubicBezTo>
                      <a:pt x="10478" y="0"/>
                      <a:pt x="10763" y="0"/>
                      <a:pt x="11049" y="0"/>
                    </a:cubicBezTo>
                    <a:cubicBezTo>
                      <a:pt x="11621" y="0"/>
                      <a:pt x="12192" y="0"/>
                      <a:pt x="12668" y="0"/>
                    </a:cubicBezTo>
                    <a:cubicBezTo>
                      <a:pt x="13145" y="0"/>
                      <a:pt x="13526" y="0"/>
                      <a:pt x="13811" y="0"/>
                    </a:cubicBezTo>
                    <a:cubicBezTo>
                      <a:pt x="14097" y="0"/>
                      <a:pt x="14288" y="0"/>
                      <a:pt x="14288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9" name="Google Shape;649;p34"/>
              <p:cNvSpPr/>
              <p:nvPr/>
            </p:nvSpPr>
            <p:spPr>
              <a:xfrm>
                <a:off x="6807326" y="2873787"/>
                <a:ext cx="19716" cy="24764"/>
              </a:xfrm>
              <a:custGeom>
                <a:avLst/>
                <a:gdLst/>
                <a:ahLst/>
                <a:cxnLst/>
                <a:rect l="l" t="t" r="r" b="b"/>
                <a:pathLst>
                  <a:path w="19716" h="24764" extrusionOk="0">
                    <a:moveTo>
                      <a:pt x="19717" y="190"/>
                    </a:moveTo>
                    <a:cubicBezTo>
                      <a:pt x="19717" y="190"/>
                      <a:pt x="19717" y="381"/>
                      <a:pt x="19717" y="667"/>
                    </a:cubicBezTo>
                    <a:cubicBezTo>
                      <a:pt x="19717" y="952"/>
                      <a:pt x="19717" y="1429"/>
                      <a:pt x="19717" y="2000"/>
                    </a:cubicBezTo>
                    <a:cubicBezTo>
                      <a:pt x="19717" y="2572"/>
                      <a:pt x="19717" y="3238"/>
                      <a:pt x="19717" y="4000"/>
                    </a:cubicBezTo>
                    <a:cubicBezTo>
                      <a:pt x="19717" y="4381"/>
                      <a:pt x="19717" y="4763"/>
                      <a:pt x="19717" y="5143"/>
                    </a:cubicBezTo>
                    <a:cubicBezTo>
                      <a:pt x="19717" y="5334"/>
                      <a:pt x="19621" y="5524"/>
                      <a:pt x="19431" y="5620"/>
                    </a:cubicBezTo>
                    <a:cubicBezTo>
                      <a:pt x="19241" y="5715"/>
                      <a:pt x="19145" y="5905"/>
                      <a:pt x="19050" y="6001"/>
                    </a:cubicBezTo>
                    <a:cubicBezTo>
                      <a:pt x="17240" y="8287"/>
                      <a:pt x="14764" y="11430"/>
                      <a:pt x="12287" y="14478"/>
                    </a:cubicBezTo>
                    <a:cubicBezTo>
                      <a:pt x="9811" y="17621"/>
                      <a:pt x="7429" y="20669"/>
                      <a:pt x="5620" y="22955"/>
                    </a:cubicBezTo>
                    <a:cubicBezTo>
                      <a:pt x="5525" y="23146"/>
                      <a:pt x="5334" y="23241"/>
                      <a:pt x="5334" y="23431"/>
                    </a:cubicBezTo>
                    <a:cubicBezTo>
                      <a:pt x="5334" y="23622"/>
                      <a:pt x="5144" y="23717"/>
                      <a:pt x="4953" y="23813"/>
                    </a:cubicBezTo>
                    <a:cubicBezTo>
                      <a:pt x="4572" y="23908"/>
                      <a:pt x="4191" y="24003"/>
                      <a:pt x="3810" y="24098"/>
                    </a:cubicBezTo>
                    <a:cubicBezTo>
                      <a:pt x="3048" y="24289"/>
                      <a:pt x="2381" y="24479"/>
                      <a:pt x="1810" y="24574"/>
                    </a:cubicBezTo>
                    <a:cubicBezTo>
                      <a:pt x="1238" y="24670"/>
                      <a:pt x="762" y="24765"/>
                      <a:pt x="476" y="24765"/>
                    </a:cubicBezTo>
                    <a:cubicBezTo>
                      <a:pt x="191" y="24765"/>
                      <a:pt x="0" y="24765"/>
                      <a:pt x="0" y="24765"/>
                    </a:cubicBezTo>
                    <a:cubicBezTo>
                      <a:pt x="0" y="24765"/>
                      <a:pt x="0" y="24574"/>
                      <a:pt x="0" y="24289"/>
                    </a:cubicBezTo>
                    <a:cubicBezTo>
                      <a:pt x="0" y="24003"/>
                      <a:pt x="0" y="23527"/>
                      <a:pt x="0" y="22955"/>
                    </a:cubicBezTo>
                    <a:cubicBezTo>
                      <a:pt x="0" y="22384"/>
                      <a:pt x="0" y="21717"/>
                      <a:pt x="0" y="20955"/>
                    </a:cubicBezTo>
                    <a:cubicBezTo>
                      <a:pt x="0" y="20574"/>
                      <a:pt x="0" y="20193"/>
                      <a:pt x="0" y="19717"/>
                    </a:cubicBezTo>
                    <a:cubicBezTo>
                      <a:pt x="0" y="19526"/>
                      <a:pt x="0" y="19336"/>
                      <a:pt x="286" y="19240"/>
                    </a:cubicBezTo>
                    <a:cubicBezTo>
                      <a:pt x="476" y="19145"/>
                      <a:pt x="476" y="18955"/>
                      <a:pt x="667" y="18859"/>
                    </a:cubicBezTo>
                    <a:cubicBezTo>
                      <a:pt x="2477" y="16573"/>
                      <a:pt x="4953" y="13430"/>
                      <a:pt x="7334" y="10382"/>
                    </a:cubicBezTo>
                    <a:cubicBezTo>
                      <a:pt x="9811" y="7239"/>
                      <a:pt x="12192" y="4191"/>
                      <a:pt x="14097" y="1810"/>
                    </a:cubicBezTo>
                    <a:cubicBezTo>
                      <a:pt x="14192" y="1619"/>
                      <a:pt x="14288" y="1524"/>
                      <a:pt x="14383" y="1333"/>
                    </a:cubicBezTo>
                    <a:cubicBezTo>
                      <a:pt x="14383" y="1143"/>
                      <a:pt x="14573" y="952"/>
                      <a:pt x="14764" y="952"/>
                    </a:cubicBezTo>
                    <a:cubicBezTo>
                      <a:pt x="15145" y="857"/>
                      <a:pt x="15526" y="762"/>
                      <a:pt x="15907" y="667"/>
                    </a:cubicBezTo>
                    <a:cubicBezTo>
                      <a:pt x="16669" y="476"/>
                      <a:pt x="17336" y="381"/>
                      <a:pt x="17907" y="190"/>
                    </a:cubicBezTo>
                    <a:cubicBezTo>
                      <a:pt x="18479" y="95"/>
                      <a:pt x="18955" y="0"/>
                      <a:pt x="19241" y="0"/>
                    </a:cubicBezTo>
                    <a:cubicBezTo>
                      <a:pt x="19526" y="0"/>
                      <a:pt x="19717" y="0"/>
                      <a:pt x="19717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0" name="Google Shape;650;p34"/>
              <p:cNvSpPr/>
              <p:nvPr/>
            </p:nvSpPr>
            <p:spPr>
              <a:xfrm>
                <a:off x="6841426" y="2863500"/>
                <a:ext cx="19335" cy="21907"/>
              </a:xfrm>
              <a:custGeom>
                <a:avLst/>
                <a:gdLst/>
                <a:ahLst/>
                <a:cxnLst/>
                <a:rect l="l" t="t" r="r" b="b"/>
                <a:pathLst>
                  <a:path w="19335" h="21907" extrusionOk="0">
                    <a:moveTo>
                      <a:pt x="19240" y="0"/>
                    </a:moveTo>
                    <a:cubicBezTo>
                      <a:pt x="19240" y="0"/>
                      <a:pt x="19240" y="190"/>
                      <a:pt x="19240" y="476"/>
                    </a:cubicBezTo>
                    <a:cubicBezTo>
                      <a:pt x="19240" y="762"/>
                      <a:pt x="19240" y="1238"/>
                      <a:pt x="19240" y="1810"/>
                    </a:cubicBezTo>
                    <a:cubicBezTo>
                      <a:pt x="19240" y="2381"/>
                      <a:pt x="19240" y="3048"/>
                      <a:pt x="19240" y="3715"/>
                    </a:cubicBezTo>
                    <a:cubicBezTo>
                      <a:pt x="19240" y="4096"/>
                      <a:pt x="19240" y="4477"/>
                      <a:pt x="19240" y="4858"/>
                    </a:cubicBezTo>
                    <a:cubicBezTo>
                      <a:pt x="19240" y="5048"/>
                      <a:pt x="19145" y="5143"/>
                      <a:pt x="18955" y="5239"/>
                    </a:cubicBezTo>
                    <a:cubicBezTo>
                      <a:pt x="18764" y="5239"/>
                      <a:pt x="18669" y="5429"/>
                      <a:pt x="18574" y="5620"/>
                    </a:cubicBezTo>
                    <a:cubicBezTo>
                      <a:pt x="16764" y="7620"/>
                      <a:pt x="14383" y="10382"/>
                      <a:pt x="12001" y="13144"/>
                    </a:cubicBezTo>
                    <a:cubicBezTo>
                      <a:pt x="9620" y="15907"/>
                      <a:pt x="7239" y="18574"/>
                      <a:pt x="5429" y="20669"/>
                    </a:cubicBezTo>
                    <a:cubicBezTo>
                      <a:pt x="5334" y="20764"/>
                      <a:pt x="5143" y="20955"/>
                      <a:pt x="5143" y="21050"/>
                    </a:cubicBezTo>
                    <a:cubicBezTo>
                      <a:pt x="5143" y="21241"/>
                      <a:pt x="4953" y="21336"/>
                      <a:pt x="4763" y="21336"/>
                    </a:cubicBezTo>
                    <a:cubicBezTo>
                      <a:pt x="4381" y="21336"/>
                      <a:pt x="4000" y="21431"/>
                      <a:pt x="3620" y="21526"/>
                    </a:cubicBezTo>
                    <a:cubicBezTo>
                      <a:pt x="2953" y="21622"/>
                      <a:pt x="2286" y="21717"/>
                      <a:pt x="1714" y="21812"/>
                    </a:cubicBezTo>
                    <a:cubicBezTo>
                      <a:pt x="1238" y="21812"/>
                      <a:pt x="762" y="21812"/>
                      <a:pt x="476" y="21907"/>
                    </a:cubicBezTo>
                    <a:cubicBezTo>
                      <a:pt x="190" y="21907"/>
                      <a:pt x="0" y="21907"/>
                      <a:pt x="0" y="21907"/>
                    </a:cubicBezTo>
                    <a:cubicBezTo>
                      <a:pt x="0" y="21907"/>
                      <a:pt x="0" y="21717"/>
                      <a:pt x="0" y="21431"/>
                    </a:cubicBezTo>
                    <a:cubicBezTo>
                      <a:pt x="0" y="21146"/>
                      <a:pt x="0" y="20669"/>
                      <a:pt x="0" y="20193"/>
                    </a:cubicBezTo>
                    <a:cubicBezTo>
                      <a:pt x="0" y="19621"/>
                      <a:pt x="0" y="18955"/>
                      <a:pt x="0" y="18288"/>
                    </a:cubicBezTo>
                    <a:cubicBezTo>
                      <a:pt x="0" y="17907"/>
                      <a:pt x="0" y="17526"/>
                      <a:pt x="0" y="17145"/>
                    </a:cubicBezTo>
                    <a:cubicBezTo>
                      <a:pt x="0" y="16954"/>
                      <a:pt x="0" y="16764"/>
                      <a:pt x="286" y="16764"/>
                    </a:cubicBezTo>
                    <a:cubicBezTo>
                      <a:pt x="476" y="16764"/>
                      <a:pt x="476" y="16478"/>
                      <a:pt x="667" y="16383"/>
                    </a:cubicBezTo>
                    <a:cubicBezTo>
                      <a:pt x="2476" y="14383"/>
                      <a:pt x="4858" y="11621"/>
                      <a:pt x="7239" y="8858"/>
                    </a:cubicBezTo>
                    <a:cubicBezTo>
                      <a:pt x="9620" y="6096"/>
                      <a:pt x="12001" y="3429"/>
                      <a:pt x="13811" y="1333"/>
                    </a:cubicBezTo>
                    <a:cubicBezTo>
                      <a:pt x="13906" y="1238"/>
                      <a:pt x="14002" y="1048"/>
                      <a:pt x="14097" y="952"/>
                    </a:cubicBezTo>
                    <a:cubicBezTo>
                      <a:pt x="14097" y="762"/>
                      <a:pt x="14192" y="667"/>
                      <a:pt x="14478" y="667"/>
                    </a:cubicBezTo>
                    <a:cubicBezTo>
                      <a:pt x="14859" y="667"/>
                      <a:pt x="15240" y="571"/>
                      <a:pt x="15621" y="476"/>
                    </a:cubicBezTo>
                    <a:cubicBezTo>
                      <a:pt x="16383" y="381"/>
                      <a:pt x="16954" y="286"/>
                      <a:pt x="17526" y="286"/>
                    </a:cubicBezTo>
                    <a:cubicBezTo>
                      <a:pt x="18097" y="286"/>
                      <a:pt x="18574" y="286"/>
                      <a:pt x="18859" y="286"/>
                    </a:cubicBezTo>
                    <a:cubicBezTo>
                      <a:pt x="19145" y="286"/>
                      <a:pt x="19336" y="286"/>
                      <a:pt x="19336" y="286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1" name="Google Shape;651;p34"/>
              <p:cNvSpPr/>
              <p:nvPr/>
            </p:nvSpPr>
            <p:spPr>
              <a:xfrm>
                <a:off x="6823328" y="2885312"/>
                <a:ext cx="18478" cy="22098"/>
              </a:xfrm>
              <a:custGeom>
                <a:avLst/>
                <a:gdLst/>
                <a:ahLst/>
                <a:cxnLst/>
                <a:rect l="l" t="t" r="r" b="b"/>
                <a:pathLst>
                  <a:path w="18478" h="22098" extrusionOk="0">
                    <a:moveTo>
                      <a:pt x="18193" y="0"/>
                    </a:moveTo>
                    <a:cubicBezTo>
                      <a:pt x="18193" y="0"/>
                      <a:pt x="18193" y="191"/>
                      <a:pt x="18193" y="476"/>
                    </a:cubicBezTo>
                    <a:cubicBezTo>
                      <a:pt x="18193" y="762"/>
                      <a:pt x="18288" y="1238"/>
                      <a:pt x="18383" y="1715"/>
                    </a:cubicBezTo>
                    <a:cubicBezTo>
                      <a:pt x="18383" y="2286"/>
                      <a:pt x="18479" y="2858"/>
                      <a:pt x="18479" y="3620"/>
                    </a:cubicBezTo>
                    <a:cubicBezTo>
                      <a:pt x="18479" y="4000"/>
                      <a:pt x="18479" y="4382"/>
                      <a:pt x="18479" y="4763"/>
                    </a:cubicBezTo>
                    <a:cubicBezTo>
                      <a:pt x="18479" y="4953"/>
                      <a:pt x="18479" y="5048"/>
                      <a:pt x="18193" y="5144"/>
                    </a:cubicBezTo>
                    <a:cubicBezTo>
                      <a:pt x="18098" y="5144"/>
                      <a:pt x="18002" y="5334"/>
                      <a:pt x="17812" y="5525"/>
                    </a:cubicBezTo>
                    <a:cubicBezTo>
                      <a:pt x="16193" y="7620"/>
                      <a:pt x="13907" y="10382"/>
                      <a:pt x="11716" y="13145"/>
                    </a:cubicBezTo>
                    <a:cubicBezTo>
                      <a:pt x="9525" y="15907"/>
                      <a:pt x="7239" y="18669"/>
                      <a:pt x="5620" y="20765"/>
                    </a:cubicBezTo>
                    <a:cubicBezTo>
                      <a:pt x="5620" y="20860"/>
                      <a:pt x="5429" y="21050"/>
                      <a:pt x="5334" y="21146"/>
                    </a:cubicBezTo>
                    <a:cubicBezTo>
                      <a:pt x="5334" y="21336"/>
                      <a:pt x="5144" y="21431"/>
                      <a:pt x="4953" y="21431"/>
                    </a:cubicBezTo>
                    <a:cubicBezTo>
                      <a:pt x="4572" y="21431"/>
                      <a:pt x="4191" y="21622"/>
                      <a:pt x="3810" y="21622"/>
                    </a:cubicBezTo>
                    <a:cubicBezTo>
                      <a:pt x="3143" y="21812"/>
                      <a:pt x="2477" y="21812"/>
                      <a:pt x="1905" y="21908"/>
                    </a:cubicBezTo>
                    <a:cubicBezTo>
                      <a:pt x="1429" y="21908"/>
                      <a:pt x="953" y="22003"/>
                      <a:pt x="667" y="22098"/>
                    </a:cubicBezTo>
                    <a:cubicBezTo>
                      <a:pt x="381" y="22098"/>
                      <a:pt x="191" y="22098"/>
                      <a:pt x="191" y="22098"/>
                    </a:cubicBezTo>
                    <a:cubicBezTo>
                      <a:pt x="191" y="22098"/>
                      <a:pt x="191" y="21908"/>
                      <a:pt x="191" y="21622"/>
                    </a:cubicBezTo>
                    <a:cubicBezTo>
                      <a:pt x="191" y="21336"/>
                      <a:pt x="95" y="20860"/>
                      <a:pt x="95" y="20383"/>
                    </a:cubicBezTo>
                    <a:cubicBezTo>
                      <a:pt x="95" y="19812"/>
                      <a:pt x="0" y="19241"/>
                      <a:pt x="0" y="18479"/>
                    </a:cubicBezTo>
                    <a:cubicBezTo>
                      <a:pt x="0" y="18098"/>
                      <a:pt x="0" y="17717"/>
                      <a:pt x="0" y="17336"/>
                    </a:cubicBezTo>
                    <a:cubicBezTo>
                      <a:pt x="0" y="17145"/>
                      <a:pt x="0" y="16954"/>
                      <a:pt x="191" y="16954"/>
                    </a:cubicBezTo>
                    <a:cubicBezTo>
                      <a:pt x="286" y="16954"/>
                      <a:pt x="381" y="16764"/>
                      <a:pt x="476" y="16574"/>
                    </a:cubicBezTo>
                    <a:cubicBezTo>
                      <a:pt x="2096" y="14478"/>
                      <a:pt x="4382" y="11716"/>
                      <a:pt x="6572" y="8954"/>
                    </a:cubicBezTo>
                    <a:cubicBezTo>
                      <a:pt x="8763" y="6191"/>
                      <a:pt x="11049" y="3429"/>
                      <a:pt x="12668" y="1333"/>
                    </a:cubicBezTo>
                    <a:cubicBezTo>
                      <a:pt x="12668" y="1238"/>
                      <a:pt x="12859" y="1048"/>
                      <a:pt x="12954" y="953"/>
                    </a:cubicBezTo>
                    <a:cubicBezTo>
                      <a:pt x="12954" y="762"/>
                      <a:pt x="13049" y="667"/>
                      <a:pt x="13240" y="667"/>
                    </a:cubicBezTo>
                    <a:cubicBezTo>
                      <a:pt x="13621" y="667"/>
                      <a:pt x="14002" y="476"/>
                      <a:pt x="14383" y="476"/>
                    </a:cubicBezTo>
                    <a:cubicBezTo>
                      <a:pt x="15050" y="381"/>
                      <a:pt x="15716" y="286"/>
                      <a:pt x="16288" y="191"/>
                    </a:cubicBezTo>
                    <a:cubicBezTo>
                      <a:pt x="16764" y="191"/>
                      <a:pt x="17241" y="95"/>
                      <a:pt x="17526" y="95"/>
                    </a:cubicBezTo>
                    <a:cubicBezTo>
                      <a:pt x="17812" y="95"/>
                      <a:pt x="18002" y="95"/>
                      <a:pt x="18002" y="95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2" name="Google Shape;652;p34"/>
              <p:cNvSpPr/>
              <p:nvPr/>
            </p:nvSpPr>
            <p:spPr>
              <a:xfrm>
                <a:off x="6825519" y="2907220"/>
                <a:ext cx="25622" cy="16287"/>
              </a:xfrm>
              <a:custGeom>
                <a:avLst/>
                <a:gdLst/>
                <a:ahLst/>
                <a:cxnLst/>
                <a:rect l="l" t="t" r="r" b="b"/>
                <a:pathLst>
                  <a:path w="25622" h="16287" extrusionOk="0">
                    <a:moveTo>
                      <a:pt x="95" y="1238"/>
                    </a:moveTo>
                    <a:cubicBezTo>
                      <a:pt x="95" y="1238"/>
                      <a:pt x="286" y="1238"/>
                      <a:pt x="571" y="1048"/>
                    </a:cubicBezTo>
                    <a:cubicBezTo>
                      <a:pt x="857" y="1048"/>
                      <a:pt x="1334" y="762"/>
                      <a:pt x="1810" y="667"/>
                    </a:cubicBezTo>
                    <a:cubicBezTo>
                      <a:pt x="2381" y="571"/>
                      <a:pt x="2953" y="381"/>
                      <a:pt x="3715" y="191"/>
                    </a:cubicBezTo>
                    <a:cubicBezTo>
                      <a:pt x="4096" y="191"/>
                      <a:pt x="4477" y="95"/>
                      <a:pt x="4858" y="0"/>
                    </a:cubicBezTo>
                    <a:cubicBezTo>
                      <a:pt x="5048" y="0"/>
                      <a:pt x="5239" y="0"/>
                      <a:pt x="5334" y="191"/>
                    </a:cubicBezTo>
                    <a:cubicBezTo>
                      <a:pt x="5429" y="286"/>
                      <a:pt x="5620" y="381"/>
                      <a:pt x="5715" y="476"/>
                    </a:cubicBezTo>
                    <a:cubicBezTo>
                      <a:pt x="8096" y="1810"/>
                      <a:pt x="11239" y="3524"/>
                      <a:pt x="14478" y="5334"/>
                    </a:cubicBezTo>
                    <a:cubicBezTo>
                      <a:pt x="17621" y="7049"/>
                      <a:pt x="20860" y="8858"/>
                      <a:pt x="23241" y="10192"/>
                    </a:cubicBezTo>
                    <a:cubicBezTo>
                      <a:pt x="23431" y="10192"/>
                      <a:pt x="23527" y="10382"/>
                      <a:pt x="23717" y="10382"/>
                    </a:cubicBezTo>
                    <a:cubicBezTo>
                      <a:pt x="23908" y="10382"/>
                      <a:pt x="24003" y="10382"/>
                      <a:pt x="24098" y="10668"/>
                    </a:cubicBezTo>
                    <a:cubicBezTo>
                      <a:pt x="24289" y="11049"/>
                      <a:pt x="24384" y="11430"/>
                      <a:pt x="24479" y="11716"/>
                    </a:cubicBezTo>
                    <a:cubicBezTo>
                      <a:pt x="24765" y="12383"/>
                      <a:pt x="24955" y="12954"/>
                      <a:pt x="25146" y="13525"/>
                    </a:cubicBezTo>
                    <a:cubicBezTo>
                      <a:pt x="25337" y="14002"/>
                      <a:pt x="25432" y="14478"/>
                      <a:pt x="25527" y="14764"/>
                    </a:cubicBezTo>
                    <a:cubicBezTo>
                      <a:pt x="25527" y="15050"/>
                      <a:pt x="25622" y="15240"/>
                      <a:pt x="25622" y="15240"/>
                    </a:cubicBezTo>
                    <a:cubicBezTo>
                      <a:pt x="25622" y="15240"/>
                      <a:pt x="25432" y="15240"/>
                      <a:pt x="25146" y="15335"/>
                    </a:cubicBezTo>
                    <a:cubicBezTo>
                      <a:pt x="24860" y="15335"/>
                      <a:pt x="24384" y="15526"/>
                      <a:pt x="23908" y="15716"/>
                    </a:cubicBezTo>
                    <a:cubicBezTo>
                      <a:pt x="23431" y="15812"/>
                      <a:pt x="22765" y="16002"/>
                      <a:pt x="22003" y="16097"/>
                    </a:cubicBezTo>
                    <a:cubicBezTo>
                      <a:pt x="21622" y="16097"/>
                      <a:pt x="21241" y="16192"/>
                      <a:pt x="20860" y="16288"/>
                    </a:cubicBezTo>
                    <a:cubicBezTo>
                      <a:pt x="20669" y="16288"/>
                      <a:pt x="20479" y="16288"/>
                      <a:pt x="20384" y="16097"/>
                    </a:cubicBezTo>
                    <a:cubicBezTo>
                      <a:pt x="20288" y="16002"/>
                      <a:pt x="20098" y="15907"/>
                      <a:pt x="20003" y="15812"/>
                    </a:cubicBezTo>
                    <a:cubicBezTo>
                      <a:pt x="17621" y="14478"/>
                      <a:pt x="14478" y="12763"/>
                      <a:pt x="11239" y="10954"/>
                    </a:cubicBezTo>
                    <a:cubicBezTo>
                      <a:pt x="8096" y="9239"/>
                      <a:pt x="4858" y="7429"/>
                      <a:pt x="2477" y="6096"/>
                    </a:cubicBezTo>
                    <a:cubicBezTo>
                      <a:pt x="2286" y="6096"/>
                      <a:pt x="2191" y="5905"/>
                      <a:pt x="2000" y="5905"/>
                    </a:cubicBezTo>
                    <a:cubicBezTo>
                      <a:pt x="1810" y="5905"/>
                      <a:pt x="1714" y="5905"/>
                      <a:pt x="1619" y="5620"/>
                    </a:cubicBezTo>
                    <a:cubicBezTo>
                      <a:pt x="1429" y="5239"/>
                      <a:pt x="1334" y="4858"/>
                      <a:pt x="1143" y="4572"/>
                    </a:cubicBezTo>
                    <a:cubicBezTo>
                      <a:pt x="857" y="3905"/>
                      <a:pt x="667" y="3238"/>
                      <a:pt x="476" y="2762"/>
                    </a:cubicBezTo>
                    <a:cubicBezTo>
                      <a:pt x="286" y="2286"/>
                      <a:pt x="190" y="1810"/>
                      <a:pt x="95" y="1524"/>
                    </a:cubicBezTo>
                    <a:cubicBezTo>
                      <a:pt x="95" y="1238"/>
                      <a:pt x="0" y="1048"/>
                      <a:pt x="0" y="1048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3" name="Google Shape;653;p34"/>
              <p:cNvSpPr/>
              <p:nvPr/>
            </p:nvSpPr>
            <p:spPr>
              <a:xfrm>
                <a:off x="6850951" y="2902362"/>
                <a:ext cx="18097" cy="20192"/>
              </a:xfrm>
              <a:custGeom>
                <a:avLst/>
                <a:gdLst/>
                <a:ahLst/>
                <a:cxnLst/>
                <a:rect l="l" t="t" r="r" b="b"/>
                <a:pathLst>
                  <a:path w="18097" h="20192" extrusionOk="0">
                    <a:moveTo>
                      <a:pt x="95" y="20098"/>
                    </a:moveTo>
                    <a:cubicBezTo>
                      <a:pt x="95" y="20098"/>
                      <a:pt x="95" y="19907"/>
                      <a:pt x="95" y="19621"/>
                    </a:cubicBezTo>
                    <a:cubicBezTo>
                      <a:pt x="95" y="19336"/>
                      <a:pt x="95" y="18859"/>
                      <a:pt x="0" y="18383"/>
                    </a:cubicBezTo>
                    <a:cubicBezTo>
                      <a:pt x="0" y="17907"/>
                      <a:pt x="0" y="17240"/>
                      <a:pt x="0" y="16573"/>
                    </a:cubicBezTo>
                    <a:cubicBezTo>
                      <a:pt x="0" y="16192"/>
                      <a:pt x="0" y="15907"/>
                      <a:pt x="0" y="15526"/>
                    </a:cubicBezTo>
                    <a:cubicBezTo>
                      <a:pt x="0" y="15335"/>
                      <a:pt x="95" y="15240"/>
                      <a:pt x="286" y="15145"/>
                    </a:cubicBezTo>
                    <a:cubicBezTo>
                      <a:pt x="381" y="15145"/>
                      <a:pt x="476" y="14954"/>
                      <a:pt x="571" y="14859"/>
                    </a:cubicBezTo>
                    <a:cubicBezTo>
                      <a:pt x="2286" y="12954"/>
                      <a:pt x="4477" y="10477"/>
                      <a:pt x="6667" y="7906"/>
                    </a:cubicBezTo>
                    <a:cubicBezTo>
                      <a:pt x="8858" y="5334"/>
                      <a:pt x="11144" y="2857"/>
                      <a:pt x="12763" y="952"/>
                    </a:cubicBezTo>
                    <a:cubicBezTo>
                      <a:pt x="12763" y="857"/>
                      <a:pt x="12954" y="762"/>
                      <a:pt x="13049" y="571"/>
                    </a:cubicBezTo>
                    <a:cubicBezTo>
                      <a:pt x="13049" y="381"/>
                      <a:pt x="13240" y="286"/>
                      <a:pt x="13430" y="286"/>
                    </a:cubicBezTo>
                    <a:cubicBezTo>
                      <a:pt x="13811" y="286"/>
                      <a:pt x="14192" y="286"/>
                      <a:pt x="14478" y="190"/>
                    </a:cubicBezTo>
                    <a:cubicBezTo>
                      <a:pt x="15145" y="190"/>
                      <a:pt x="15812" y="95"/>
                      <a:pt x="16288" y="0"/>
                    </a:cubicBezTo>
                    <a:cubicBezTo>
                      <a:pt x="16764" y="0"/>
                      <a:pt x="17240" y="0"/>
                      <a:pt x="17526" y="0"/>
                    </a:cubicBezTo>
                    <a:lnTo>
                      <a:pt x="18002" y="0"/>
                    </a:lnTo>
                    <a:cubicBezTo>
                      <a:pt x="18002" y="0"/>
                      <a:pt x="18002" y="190"/>
                      <a:pt x="18002" y="476"/>
                    </a:cubicBezTo>
                    <a:cubicBezTo>
                      <a:pt x="18002" y="762"/>
                      <a:pt x="18002" y="1238"/>
                      <a:pt x="18097" y="1714"/>
                    </a:cubicBezTo>
                    <a:cubicBezTo>
                      <a:pt x="18097" y="2191"/>
                      <a:pt x="18097" y="2857"/>
                      <a:pt x="18097" y="3524"/>
                    </a:cubicBezTo>
                    <a:cubicBezTo>
                      <a:pt x="18097" y="3905"/>
                      <a:pt x="18097" y="4191"/>
                      <a:pt x="18097" y="4572"/>
                    </a:cubicBezTo>
                    <a:cubicBezTo>
                      <a:pt x="18097" y="4763"/>
                      <a:pt x="18097" y="4858"/>
                      <a:pt x="17907" y="4953"/>
                    </a:cubicBezTo>
                    <a:cubicBezTo>
                      <a:pt x="17812" y="4953"/>
                      <a:pt x="17716" y="5143"/>
                      <a:pt x="17526" y="5239"/>
                    </a:cubicBezTo>
                    <a:cubicBezTo>
                      <a:pt x="15907" y="7144"/>
                      <a:pt x="13621" y="9620"/>
                      <a:pt x="11430" y="12192"/>
                    </a:cubicBezTo>
                    <a:cubicBezTo>
                      <a:pt x="9239" y="14668"/>
                      <a:pt x="6953" y="17240"/>
                      <a:pt x="5334" y="19145"/>
                    </a:cubicBezTo>
                    <a:cubicBezTo>
                      <a:pt x="5239" y="19240"/>
                      <a:pt x="5143" y="19336"/>
                      <a:pt x="5048" y="19526"/>
                    </a:cubicBezTo>
                    <a:cubicBezTo>
                      <a:pt x="5048" y="19717"/>
                      <a:pt x="4953" y="19812"/>
                      <a:pt x="4667" y="19812"/>
                    </a:cubicBezTo>
                    <a:cubicBezTo>
                      <a:pt x="4286" y="19812"/>
                      <a:pt x="3905" y="19907"/>
                      <a:pt x="3620" y="20002"/>
                    </a:cubicBezTo>
                    <a:cubicBezTo>
                      <a:pt x="2953" y="20002"/>
                      <a:pt x="2286" y="20098"/>
                      <a:pt x="1810" y="20193"/>
                    </a:cubicBezTo>
                    <a:cubicBezTo>
                      <a:pt x="1333" y="20193"/>
                      <a:pt x="857" y="20193"/>
                      <a:pt x="571" y="20193"/>
                    </a:cubicBezTo>
                    <a:cubicBezTo>
                      <a:pt x="286" y="20193"/>
                      <a:pt x="95" y="20193"/>
                      <a:pt x="95" y="2019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4" name="Google Shape;654;p34"/>
              <p:cNvSpPr/>
              <p:nvPr/>
            </p:nvSpPr>
            <p:spPr>
              <a:xfrm>
                <a:off x="6870001" y="2880836"/>
                <a:ext cx="16001" cy="18287"/>
              </a:xfrm>
              <a:custGeom>
                <a:avLst/>
                <a:gdLst/>
                <a:ahLst/>
                <a:cxnLst/>
                <a:rect l="l" t="t" r="r" b="b"/>
                <a:pathLst>
                  <a:path w="16001" h="18287" extrusionOk="0">
                    <a:moveTo>
                      <a:pt x="667" y="18288"/>
                    </a:moveTo>
                    <a:cubicBezTo>
                      <a:pt x="667" y="18288"/>
                      <a:pt x="667" y="18098"/>
                      <a:pt x="571" y="17907"/>
                    </a:cubicBezTo>
                    <a:cubicBezTo>
                      <a:pt x="571" y="17621"/>
                      <a:pt x="381" y="17240"/>
                      <a:pt x="381" y="16764"/>
                    </a:cubicBezTo>
                    <a:cubicBezTo>
                      <a:pt x="381" y="16288"/>
                      <a:pt x="190" y="15716"/>
                      <a:pt x="95" y="15050"/>
                    </a:cubicBezTo>
                    <a:cubicBezTo>
                      <a:pt x="95" y="14764"/>
                      <a:pt x="95" y="14383"/>
                      <a:pt x="0" y="14002"/>
                    </a:cubicBezTo>
                    <a:cubicBezTo>
                      <a:pt x="0" y="13811"/>
                      <a:pt x="0" y="13716"/>
                      <a:pt x="190" y="13716"/>
                    </a:cubicBezTo>
                    <a:cubicBezTo>
                      <a:pt x="286" y="13716"/>
                      <a:pt x="381" y="13525"/>
                      <a:pt x="476" y="13430"/>
                    </a:cubicBezTo>
                    <a:cubicBezTo>
                      <a:pt x="1905" y="11716"/>
                      <a:pt x="3715" y="9430"/>
                      <a:pt x="5620" y="7144"/>
                    </a:cubicBezTo>
                    <a:cubicBezTo>
                      <a:pt x="7525" y="4858"/>
                      <a:pt x="9334" y="2572"/>
                      <a:pt x="10763" y="857"/>
                    </a:cubicBezTo>
                    <a:cubicBezTo>
                      <a:pt x="10763" y="762"/>
                      <a:pt x="10954" y="667"/>
                      <a:pt x="10954" y="476"/>
                    </a:cubicBezTo>
                    <a:cubicBezTo>
                      <a:pt x="10954" y="286"/>
                      <a:pt x="11049" y="191"/>
                      <a:pt x="11239" y="191"/>
                    </a:cubicBezTo>
                    <a:cubicBezTo>
                      <a:pt x="11621" y="191"/>
                      <a:pt x="11906" y="191"/>
                      <a:pt x="12287" y="95"/>
                    </a:cubicBezTo>
                    <a:cubicBezTo>
                      <a:pt x="12954" y="95"/>
                      <a:pt x="13525" y="95"/>
                      <a:pt x="14002" y="0"/>
                    </a:cubicBezTo>
                    <a:cubicBezTo>
                      <a:pt x="14478" y="0"/>
                      <a:pt x="14954" y="0"/>
                      <a:pt x="15145" y="0"/>
                    </a:cubicBezTo>
                    <a:cubicBezTo>
                      <a:pt x="15430" y="0"/>
                      <a:pt x="15526" y="0"/>
                      <a:pt x="15526" y="0"/>
                    </a:cubicBezTo>
                    <a:cubicBezTo>
                      <a:pt x="15526" y="0"/>
                      <a:pt x="15526" y="95"/>
                      <a:pt x="15526" y="381"/>
                    </a:cubicBezTo>
                    <a:cubicBezTo>
                      <a:pt x="15526" y="667"/>
                      <a:pt x="15716" y="1048"/>
                      <a:pt x="15716" y="1524"/>
                    </a:cubicBezTo>
                    <a:cubicBezTo>
                      <a:pt x="15716" y="2000"/>
                      <a:pt x="15907" y="2572"/>
                      <a:pt x="15907" y="3238"/>
                    </a:cubicBezTo>
                    <a:cubicBezTo>
                      <a:pt x="15907" y="3524"/>
                      <a:pt x="15907" y="3905"/>
                      <a:pt x="16002" y="4286"/>
                    </a:cubicBezTo>
                    <a:cubicBezTo>
                      <a:pt x="16002" y="4477"/>
                      <a:pt x="16002" y="4572"/>
                      <a:pt x="15812" y="4667"/>
                    </a:cubicBezTo>
                    <a:cubicBezTo>
                      <a:pt x="15716" y="4667"/>
                      <a:pt x="15621" y="4858"/>
                      <a:pt x="15526" y="4953"/>
                    </a:cubicBezTo>
                    <a:cubicBezTo>
                      <a:pt x="14097" y="6667"/>
                      <a:pt x="12287" y="8954"/>
                      <a:pt x="10382" y="11240"/>
                    </a:cubicBezTo>
                    <a:cubicBezTo>
                      <a:pt x="8477" y="13525"/>
                      <a:pt x="6667" y="15812"/>
                      <a:pt x="5239" y="17526"/>
                    </a:cubicBezTo>
                    <a:cubicBezTo>
                      <a:pt x="5239" y="17621"/>
                      <a:pt x="5048" y="17717"/>
                      <a:pt x="5048" y="17907"/>
                    </a:cubicBezTo>
                    <a:cubicBezTo>
                      <a:pt x="5048" y="18002"/>
                      <a:pt x="5048" y="18193"/>
                      <a:pt x="4763" y="18193"/>
                    </a:cubicBezTo>
                    <a:cubicBezTo>
                      <a:pt x="4381" y="18193"/>
                      <a:pt x="4096" y="18193"/>
                      <a:pt x="3715" y="18193"/>
                    </a:cubicBezTo>
                    <a:cubicBezTo>
                      <a:pt x="3143" y="18193"/>
                      <a:pt x="2476" y="18193"/>
                      <a:pt x="2000" y="18288"/>
                    </a:cubicBezTo>
                    <a:cubicBezTo>
                      <a:pt x="1524" y="18288"/>
                      <a:pt x="1048" y="18288"/>
                      <a:pt x="857" y="18288"/>
                    </a:cubicBezTo>
                    <a:cubicBezTo>
                      <a:pt x="571" y="18288"/>
                      <a:pt x="381" y="18288"/>
                      <a:pt x="381" y="18288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5" name="Google Shape;655;p34"/>
              <p:cNvSpPr/>
              <p:nvPr/>
            </p:nvSpPr>
            <p:spPr>
              <a:xfrm>
                <a:off x="6861809" y="2863310"/>
                <a:ext cx="24193" cy="16383"/>
              </a:xfrm>
              <a:custGeom>
                <a:avLst/>
                <a:gdLst/>
                <a:ahLst/>
                <a:cxnLst/>
                <a:rect l="l" t="t" r="r" b="b"/>
                <a:pathLst>
                  <a:path w="24193" h="16383" extrusionOk="0">
                    <a:moveTo>
                      <a:pt x="24098" y="15335"/>
                    </a:moveTo>
                    <a:cubicBezTo>
                      <a:pt x="24098" y="15335"/>
                      <a:pt x="23908" y="15335"/>
                      <a:pt x="23622" y="15526"/>
                    </a:cubicBezTo>
                    <a:cubicBezTo>
                      <a:pt x="23336" y="15526"/>
                      <a:pt x="22860" y="15716"/>
                      <a:pt x="22384" y="15812"/>
                    </a:cubicBezTo>
                    <a:cubicBezTo>
                      <a:pt x="21908" y="15907"/>
                      <a:pt x="21241" y="16097"/>
                      <a:pt x="20574" y="16192"/>
                    </a:cubicBezTo>
                    <a:cubicBezTo>
                      <a:pt x="20193" y="16192"/>
                      <a:pt x="19907" y="16288"/>
                      <a:pt x="19431" y="16383"/>
                    </a:cubicBezTo>
                    <a:cubicBezTo>
                      <a:pt x="19241" y="16383"/>
                      <a:pt x="19145" y="16383"/>
                      <a:pt x="19050" y="16192"/>
                    </a:cubicBezTo>
                    <a:cubicBezTo>
                      <a:pt x="18955" y="16097"/>
                      <a:pt x="18764" y="16002"/>
                      <a:pt x="18669" y="15907"/>
                    </a:cubicBezTo>
                    <a:cubicBezTo>
                      <a:pt x="16383" y="14573"/>
                      <a:pt x="13430" y="12763"/>
                      <a:pt x="10382" y="10954"/>
                    </a:cubicBezTo>
                    <a:cubicBezTo>
                      <a:pt x="7334" y="9144"/>
                      <a:pt x="4381" y="7334"/>
                      <a:pt x="2096" y="6001"/>
                    </a:cubicBezTo>
                    <a:cubicBezTo>
                      <a:pt x="1905" y="6001"/>
                      <a:pt x="1810" y="5810"/>
                      <a:pt x="1619" y="5810"/>
                    </a:cubicBezTo>
                    <a:cubicBezTo>
                      <a:pt x="1429" y="5810"/>
                      <a:pt x="1334" y="5810"/>
                      <a:pt x="1238" y="5525"/>
                    </a:cubicBezTo>
                    <a:cubicBezTo>
                      <a:pt x="1143" y="5143"/>
                      <a:pt x="953" y="4763"/>
                      <a:pt x="857" y="4477"/>
                    </a:cubicBezTo>
                    <a:cubicBezTo>
                      <a:pt x="571" y="3810"/>
                      <a:pt x="476" y="3238"/>
                      <a:pt x="286" y="2667"/>
                    </a:cubicBezTo>
                    <a:cubicBezTo>
                      <a:pt x="95" y="2191"/>
                      <a:pt x="95" y="1714"/>
                      <a:pt x="0" y="1429"/>
                    </a:cubicBezTo>
                    <a:cubicBezTo>
                      <a:pt x="0" y="1143"/>
                      <a:pt x="0" y="953"/>
                      <a:pt x="0" y="953"/>
                    </a:cubicBezTo>
                    <a:cubicBezTo>
                      <a:pt x="0" y="953"/>
                      <a:pt x="191" y="953"/>
                      <a:pt x="476" y="857"/>
                    </a:cubicBezTo>
                    <a:cubicBezTo>
                      <a:pt x="762" y="857"/>
                      <a:pt x="1238" y="667"/>
                      <a:pt x="1714" y="571"/>
                    </a:cubicBezTo>
                    <a:cubicBezTo>
                      <a:pt x="2191" y="476"/>
                      <a:pt x="2858" y="286"/>
                      <a:pt x="3524" y="191"/>
                    </a:cubicBezTo>
                    <a:cubicBezTo>
                      <a:pt x="3905" y="191"/>
                      <a:pt x="4191" y="95"/>
                      <a:pt x="4667" y="0"/>
                    </a:cubicBezTo>
                    <a:cubicBezTo>
                      <a:pt x="4858" y="0"/>
                      <a:pt x="5048" y="0"/>
                      <a:pt x="5144" y="191"/>
                    </a:cubicBezTo>
                    <a:cubicBezTo>
                      <a:pt x="5239" y="286"/>
                      <a:pt x="5429" y="381"/>
                      <a:pt x="5525" y="476"/>
                    </a:cubicBezTo>
                    <a:cubicBezTo>
                      <a:pt x="7811" y="1810"/>
                      <a:pt x="10763" y="3620"/>
                      <a:pt x="13811" y="5429"/>
                    </a:cubicBezTo>
                    <a:cubicBezTo>
                      <a:pt x="16859" y="7239"/>
                      <a:pt x="19812" y="9049"/>
                      <a:pt x="22098" y="10382"/>
                    </a:cubicBezTo>
                    <a:cubicBezTo>
                      <a:pt x="22288" y="10382"/>
                      <a:pt x="22384" y="10573"/>
                      <a:pt x="22574" y="10573"/>
                    </a:cubicBezTo>
                    <a:cubicBezTo>
                      <a:pt x="22765" y="10573"/>
                      <a:pt x="22860" y="10573"/>
                      <a:pt x="22955" y="10858"/>
                    </a:cubicBezTo>
                    <a:cubicBezTo>
                      <a:pt x="23051" y="11239"/>
                      <a:pt x="23241" y="11621"/>
                      <a:pt x="23336" y="11906"/>
                    </a:cubicBezTo>
                    <a:cubicBezTo>
                      <a:pt x="23527" y="12573"/>
                      <a:pt x="23717" y="13240"/>
                      <a:pt x="23908" y="13716"/>
                    </a:cubicBezTo>
                    <a:cubicBezTo>
                      <a:pt x="24098" y="14192"/>
                      <a:pt x="24098" y="14668"/>
                      <a:pt x="24194" y="14954"/>
                    </a:cubicBezTo>
                    <a:cubicBezTo>
                      <a:pt x="24194" y="15240"/>
                      <a:pt x="24194" y="15430"/>
                      <a:pt x="24194" y="1543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6" name="Google Shape;656;p34"/>
              <p:cNvSpPr/>
              <p:nvPr/>
            </p:nvSpPr>
            <p:spPr>
              <a:xfrm>
                <a:off x="6843522" y="2885312"/>
                <a:ext cx="23241" cy="16097"/>
              </a:xfrm>
              <a:custGeom>
                <a:avLst/>
                <a:gdLst/>
                <a:ahLst/>
                <a:cxnLst/>
                <a:rect l="l" t="t" r="r" b="b"/>
                <a:pathLst>
                  <a:path w="23241" h="16097" extrusionOk="0">
                    <a:moveTo>
                      <a:pt x="0" y="1143"/>
                    </a:moveTo>
                    <a:cubicBezTo>
                      <a:pt x="0" y="1143"/>
                      <a:pt x="190" y="1143"/>
                      <a:pt x="476" y="953"/>
                    </a:cubicBezTo>
                    <a:cubicBezTo>
                      <a:pt x="762" y="953"/>
                      <a:pt x="1238" y="762"/>
                      <a:pt x="1714" y="571"/>
                    </a:cubicBezTo>
                    <a:cubicBezTo>
                      <a:pt x="2191" y="476"/>
                      <a:pt x="2857" y="286"/>
                      <a:pt x="3524" y="191"/>
                    </a:cubicBezTo>
                    <a:cubicBezTo>
                      <a:pt x="3905" y="191"/>
                      <a:pt x="4191" y="95"/>
                      <a:pt x="4572" y="0"/>
                    </a:cubicBezTo>
                    <a:cubicBezTo>
                      <a:pt x="4763" y="0"/>
                      <a:pt x="4858" y="0"/>
                      <a:pt x="4953" y="191"/>
                    </a:cubicBezTo>
                    <a:cubicBezTo>
                      <a:pt x="4953" y="286"/>
                      <a:pt x="5239" y="381"/>
                      <a:pt x="5334" y="476"/>
                    </a:cubicBezTo>
                    <a:cubicBezTo>
                      <a:pt x="7525" y="1810"/>
                      <a:pt x="10477" y="3524"/>
                      <a:pt x="13335" y="5334"/>
                    </a:cubicBezTo>
                    <a:cubicBezTo>
                      <a:pt x="16288" y="7049"/>
                      <a:pt x="19145" y="8858"/>
                      <a:pt x="21336" y="10096"/>
                    </a:cubicBezTo>
                    <a:cubicBezTo>
                      <a:pt x="21431" y="10096"/>
                      <a:pt x="21622" y="10287"/>
                      <a:pt x="21717" y="10287"/>
                    </a:cubicBezTo>
                    <a:cubicBezTo>
                      <a:pt x="21907" y="10287"/>
                      <a:pt x="22003" y="10287"/>
                      <a:pt x="22098" y="10573"/>
                    </a:cubicBezTo>
                    <a:cubicBezTo>
                      <a:pt x="22193" y="10954"/>
                      <a:pt x="22288" y="11335"/>
                      <a:pt x="22479" y="11621"/>
                    </a:cubicBezTo>
                    <a:cubicBezTo>
                      <a:pt x="22669" y="12287"/>
                      <a:pt x="22860" y="12859"/>
                      <a:pt x="22955" y="13430"/>
                    </a:cubicBezTo>
                    <a:cubicBezTo>
                      <a:pt x="23050" y="13907"/>
                      <a:pt x="23146" y="14383"/>
                      <a:pt x="23241" y="14669"/>
                    </a:cubicBezTo>
                    <a:cubicBezTo>
                      <a:pt x="23241" y="14954"/>
                      <a:pt x="23241" y="15145"/>
                      <a:pt x="23241" y="15145"/>
                    </a:cubicBezTo>
                    <a:cubicBezTo>
                      <a:pt x="23241" y="15145"/>
                      <a:pt x="23050" y="15145"/>
                      <a:pt x="22765" y="15240"/>
                    </a:cubicBezTo>
                    <a:cubicBezTo>
                      <a:pt x="22479" y="15240"/>
                      <a:pt x="22098" y="15430"/>
                      <a:pt x="21526" y="15526"/>
                    </a:cubicBezTo>
                    <a:cubicBezTo>
                      <a:pt x="21050" y="15621"/>
                      <a:pt x="20383" y="15812"/>
                      <a:pt x="19717" y="15907"/>
                    </a:cubicBezTo>
                    <a:cubicBezTo>
                      <a:pt x="19336" y="15907"/>
                      <a:pt x="19050" y="16002"/>
                      <a:pt x="18669" y="16097"/>
                    </a:cubicBezTo>
                    <a:cubicBezTo>
                      <a:pt x="18479" y="16097"/>
                      <a:pt x="18288" y="16097"/>
                      <a:pt x="18288" y="15907"/>
                    </a:cubicBezTo>
                    <a:cubicBezTo>
                      <a:pt x="18193" y="15812"/>
                      <a:pt x="18002" y="15716"/>
                      <a:pt x="17907" y="15621"/>
                    </a:cubicBezTo>
                    <a:cubicBezTo>
                      <a:pt x="15716" y="14288"/>
                      <a:pt x="12763" y="12573"/>
                      <a:pt x="9906" y="10763"/>
                    </a:cubicBezTo>
                    <a:cubicBezTo>
                      <a:pt x="6953" y="9049"/>
                      <a:pt x="4096" y="7239"/>
                      <a:pt x="1905" y="6001"/>
                    </a:cubicBezTo>
                    <a:cubicBezTo>
                      <a:pt x="1810" y="6001"/>
                      <a:pt x="1619" y="5810"/>
                      <a:pt x="1524" y="5810"/>
                    </a:cubicBezTo>
                    <a:cubicBezTo>
                      <a:pt x="1333" y="5810"/>
                      <a:pt x="1238" y="5810"/>
                      <a:pt x="1143" y="5525"/>
                    </a:cubicBezTo>
                    <a:cubicBezTo>
                      <a:pt x="1048" y="5144"/>
                      <a:pt x="952" y="4858"/>
                      <a:pt x="762" y="4477"/>
                    </a:cubicBezTo>
                    <a:cubicBezTo>
                      <a:pt x="571" y="3810"/>
                      <a:pt x="381" y="3238"/>
                      <a:pt x="286" y="2667"/>
                    </a:cubicBezTo>
                    <a:cubicBezTo>
                      <a:pt x="190" y="2191"/>
                      <a:pt x="95" y="1715"/>
                      <a:pt x="0" y="1429"/>
                    </a:cubicBezTo>
                    <a:cubicBezTo>
                      <a:pt x="0" y="1143"/>
                      <a:pt x="0" y="953"/>
                      <a:pt x="0" y="95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57" name="Google Shape;657;p34"/>
            <p:cNvGrpSpPr/>
            <p:nvPr/>
          </p:nvGrpSpPr>
          <p:grpSpPr>
            <a:xfrm>
              <a:off x="8039380" y="3680625"/>
              <a:ext cx="242059" cy="310595"/>
              <a:chOff x="6666547" y="2739866"/>
              <a:chExt cx="126090" cy="161829"/>
            </a:xfrm>
          </p:grpSpPr>
          <p:sp>
            <p:nvSpPr>
              <p:cNvPr id="658" name="Google Shape;658;p34"/>
              <p:cNvSpPr/>
              <p:nvPr/>
            </p:nvSpPr>
            <p:spPr>
              <a:xfrm>
                <a:off x="6689026" y="2824257"/>
                <a:ext cx="17240" cy="9239"/>
              </a:xfrm>
              <a:custGeom>
                <a:avLst/>
                <a:gdLst/>
                <a:ahLst/>
                <a:cxnLst/>
                <a:rect l="l" t="t" r="r" b="b"/>
                <a:pathLst>
                  <a:path w="17240" h="9239" extrusionOk="0">
                    <a:moveTo>
                      <a:pt x="0" y="667"/>
                    </a:moveTo>
                    <a:cubicBezTo>
                      <a:pt x="0" y="667"/>
                      <a:pt x="381" y="476"/>
                      <a:pt x="1048" y="381"/>
                    </a:cubicBezTo>
                    <a:cubicBezTo>
                      <a:pt x="1333" y="381"/>
                      <a:pt x="1810" y="191"/>
                      <a:pt x="2191" y="95"/>
                    </a:cubicBezTo>
                    <a:cubicBezTo>
                      <a:pt x="2381" y="95"/>
                      <a:pt x="2667" y="95"/>
                      <a:pt x="2857" y="0"/>
                    </a:cubicBezTo>
                    <a:cubicBezTo>
                      <a:pt x="2953" y="0"/>
                      <a:pt x="3048" y="0"/>
                      <a:pt x="3143" y="95"/>
                    </a:cubicBezTo>
                    <a:cubicBezTo>
                      <a:pt x="3143" y="95"/>
                      <a:pt x="3334" y="191"/>
                      <a:pt x="3429" y="286"/>
                    </a:cubicBezTo>
                    <a:cubicBezTo>
                      <a:pt x="5048" y="1048"/>
                      <a:pt x="7144" y="2000"/>
                      <a:pt x="9334" y="3048"/>
                    </a:cubicBezTo>
                    <a:cubicBezTo>
                      <a:pt x="11525" y="4096"/>
                      <a:pt x="13621" y="5048"/>
                      <a:pt x="15240" y="5810"/>
                    </a:cubicBezTo>
                    <a:cubicBezTo>
                      <a:pt x="15240" y="5810"/>
                      <a:pt x="15430" y="5906"/>
                      <a:pt x="15526" y="5906"/>
                    </a:cubicBezTo>
                    <a:cubicBezTo>
                      <a:pt x="15621" y="5906"/>
                      <a:pt x="15716" y="5906"/>
                      <a:pt x="15812" y="6096"/>
                    </a:cubicBezTo>
                    <a:cubicBezTo>
                      <a:pt x="15907" y="6287"/>
                      <a:pt x="16097" y="6477"/>
                      <a:pt x="16192" y="6668"/>
                    </a:cubicBezTo>
                    <a:cubicBezTo>
                      <a:pt x="16383" y="7049"/>
                      <a:pt x="16573" y="7429"/>
                      <a:pt x="16764" y="7715"/>
                    </a:cubicBezTo>
                    <a:cubicBezTo>
                      <a:pt x="17050" y="8287"/>
                      <a:pt x="17240" y="8668"/>
                      <a:pt x="17240" y="8668"/>
                    </a:cubicBezTo>
                    <a:cubicBezTo>
                      <a:pt x="17240" y="8668"/>
                      <a:pt x="16859" y="8763"/>
                      <a:pt x="16192" y="8954"/>
                    </a:cubicBezTo>
                    <a:cubicBezTo>
                      <a:pt x="15907" y="8954"/>
                      <a:pt x="15430" y="9144"/>
                      <a:pt x="15049" y="9144"/>
                    </a:cubicBezTo>
                    <a:cubicBezTo>
                      <a:pt x="14859" y="9144"/>
                      <a:pt x="14573" y="9144"/>
                      <a:pt x="14383" y="9239"/>
                    </a:cubicBezTo>
                    <a:cubicBezTo>
                      <a:pt x="14288" y="9239"/>
                      <a:pt x="14192" y="9239"/>
                      <a:pt x="14097" y="9239"/>
                    </a:cubicBezTo>
                    <a:cubicBezTo>
                      <a:pt x="14097" y="9239"/>
                      <a:pt x="13906" y="9144"/>
                      <a:pt x="13811" y="9049"/>
                    </a:cubicBezTo>
                    <a:cubicBezTo>
                      <a:pt x="12192" y="8287"/>
                      <a:pt x="10096" y="7334"/>
                      <a:pt x="7906" y="6287"/>
                    </a:cubicBezTo>
                    <a:cubicBezTo>
                      <a:pt x="5715" y="5334"/>
                      <a:pt x="3620" y="4286"/>
                      <a:pt x="2000" y="3524"/>
                    </a:cubicBezTo>
                    <a:cubicBezTo>
                      <a:pt x="1905" y="3524"/>
                      <a:pt x="1810" y="3429"/>
                      <a:pt x="1714" y="3429"/>
                    </a:cubicBezTo>
                    <a:cubicBezTo>
                      <a:pt x="1619" y="3429"/>
                      <a:pt x="1524" y="3429"/>
                      <a:pt x="1429" y="3239"/>
                    </a:cubicBezTo>
                    <a:cubicBezTo>
                      <a:pt x="1333" y="3048"/>
                      <a:pt x="1143" y="2858"/>
                      <a:pt x="1048" y="2667"/>
                    </a:cubicBezTo>
                    <a:cubicBezTo>
                      <a:pt x="857" y="2286"/>
                      <a:pt x="667" y="1905"/>
                      <a:pt x="476" y="1619"/>
                    </a:cubicBezTo>
                    <a:cubicBezTo>
                      <a:pt x="190" y="1048"/>
                      <a:pt x="0" y="667"/>
                      <a:pt x="0" y="66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9" name="Google Shape;659;p34"/>
              <p:cNvSpPr/>
              <p:nvPr/>
            </p:nvSpPr>
            <p:spPr>
              <a:xfrm>
                <a:off x="6677596" y="2824733"/>
                <a:ext cx="10477" cy="12001"/>
              </a:xfrm>
              <a:custGeom>
                <a:avLst/>
                <a:gdLst/>
                <a:ahLst/>
                <a:cxnLst/>
                <a:rect l="l" t="t" r="r" b="b"/>
                <a:pathLst>
                  <a:path w="10477" h="12001" extrusionOk="0">
                    <a:moveTo>
                      <a:pt x="10478" y="0"/>
                    </a:moveTo>
                    <a:cubicBezTo>
                      <a:pt x="10478" y="0"/>
                      <a:pt x="10478" y="0"/>
                      <a:pt x="10478" y="286"/>
                    </a:cubicBezTo>
                    <a:cubicBezTo>
                      <a:pt x="10478" y="476"/>
                      <a:pt x="10478" y="667"/>
                      <a:pt x="10478" y="1048"/>
                    </a:cubicBezTo>
                    <a:cubicBezTo>
                      <a:pt x="10478" y="1333"/>
                      <a:pt x="10478" y="1715"/>
                      <a:pt x="10478" y="2096"/>
                    </a:cubicBezTo>
                    <a:lnTo>
                      <a:pt x="10478" y="2762"/>
                    </a:lnTo>
                    <a:cubicBezTo>
                      <a:pt x="10478" y="2762"/>
                      <a:pt x="10478" y="2953"/>
                      <a:pt x="10287" y="2953"/>
                    </a:cubicBezTo>
                    <a:cubicBezTo>
                      <a:pt x="10287" y="2953"/>
                      <a:pt x="10192" y="3048"/>
                      <a:pt x="10096" y="3143"/>
                    </a:cubicBezTo>
                    <a:cubicBezTo>
                      <a:pt x="9144" y="4286"/>
                      <a:pt x="7811" y="5810"/>
                      <a:pt x="6572" y="7334"/>
                    </a:cubicBezTo>
                    <a:cubicBezTo>
                      <a:pt x="5239" y="8858"/>
                      <a:pt x="4001" y="10382"/>
                      <a:pt x="3048" y="11430"/>
                    </a:cubicBezTo>
                    <a:cubicBezTo>
                      <a:pt x="3048" y="11430"/>
                      <a:pt x="2953" y="11525"/>
                      <a:pt x="2857" y="11621"/>
                    </a:cubicBezTo>
                    <a:cubicBezTo>
                      <a:pt x="2857" y="11621"/>
                      <a:pt x="2857" y="11811"/>
                      <a:pt x="2667" y="11811"/>
                    </a:cubicBezTo>
                    <a:cubicBezTo>
                      <a:pt x="2477" y="11811"/>
                      <a:pt x="2286" y="11811"/>
                      <a:pt x="2000" y="11906"/>
                    </a:cubicBezTo>
                    <a:cubicBezTo>
                      <a:pt x="1619" y="11906"/>
                      <a:pt x="1238" y="12002"/>
                      <a:pt x="953" y="12002"/>
                    </a:cubicBezTo>
                    <a:cubicBezTo>
                      <a:pt x="667" y="12002"/>
                      <a:pt x="381" y="12002"/>
                      <a:pt x="286" y="12002"/>
                    </a:cubicBezTo>
                    <a:cubicBezTo>
                      <a:pt x="95" y="12002"/>
                      <a:pt x="0" y="12002"/>
                      <a:pt x="0" y="12002"/>
                    </a:cubicBezTo>
                    <a:cubicBezTo>
                      <a:pt x="0" y="12002"/>
                      <a:pt x="0" y="12002"/>
                      <a:pt x="0" y="11716"/>
                    </a:cubicBezTo>
                    <a:cubicBezTo>
                      <a:pt x="0" y="11525"/>
                      <a:pt x="0" y="11335"/>
                      <a:pt x="0" y="11049"/>
                    </a:cubicBezTo>
                    <a:cubicBezTo>
                      <a:pt x="0" y="10763"/>
                      <a:pt x="0" y="10382"/>
                      <a:pt x="0" y="10001"/>
                    </a:cubicBezTo>
                    <a:lnTo>
                      <a:pt x="0" y="9334"/>
                    </a:lnTo>
                    <a:cubicBezTo>
                      <a:pt x="0" y="9334"/>
                      <a:pt x="0" y="9144"/>
                      <a:pt x="95" y="9144"/>
                    </a:cubicBezTo>
                    <a:cubicBezTo>
                      <a:pt x="95" y="9144"/>
                      <a:pt x="190" y="9049"/>
                      <a:pt x="286" y="8954"/>
                    </a:cubicBezTo>
                    <a:cubicBezTo>
                      <a:pt x="1238" y="7811"/>
                      <a:pt x="2572" y="6287"/>
                      <a:pt x="3810" y="4858"/>
                    </a:cubicBezTo>
                    <a:cubicBezTo>
                      <a:pt x="5048" y="3334"/>
                      <a:pt x="6382" y="1810"/>
                      <a:pt x="7334" y="762"/>
                    </a:cubicBezTo>
                    <a:cubicBezTo>
                      <a:pt x="7334" y="762"/>
                      <a:pt x="7429" y="667"/>
                      <a:pt x="7525" y="571"/>
                    </a:cubicBezTo>
                    <a:cubicBezTo>
                      <a:pt x="7525" y="571"/>
                      <a:pt x="7525" y="381"/>
                      <a:pt x="7715" y="381"/>
                    </a:cubicBezTo>
                    <a:cubicBezTo>
                      <a:pt x="7906" y="381"/>
                      <a:pt x="8096" y="381"/>
                      <a:pt x="8382" y="286"/>
                    </a:cubicBezTo>
                    <a:cubicBezTo>
                      <a:pt x="8763" y="286"/>
                      <a:pt x="9144" y="191"/>
                      <a:pt x="9430" y="191"/>
                    </a:cubicBezTo>
                    <a:cubicBezTo>
                      <a:pt x="9715" y="191"/>
                      <a:pt x="10001" y="191"/>
                      <a:pt x="10192" y="191"/>
                    </a:cubicBezTo>
                    <a:cubicBezTo>
                      <a:pt x="10382" y="191"/>
                      <a:pt x="10478" y="191"/>
                      <a:pt x="10478" y="19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0" name="Google Shape;660;p34"/>
              <p:cNvSpPr/>
              <p:nvPr/>
            </p:nvSpPr>
            <p:spPr>
              <a:xfrm>
                <a:off x="6666642" y="2836735"/>
                <a:ext cx="11144" cy="11810"/>
              </a:xfrm>
              <a:custGeom>
                <a:avLst/>
                <a:gdLst/>
                <a:ahLst/>
                <a:cxnLst/>
                <a:rect l="l" t="t" r="r" b="b"/>
                <a:pathLst>
                  <a:path w="11144" h="11810" extrusionOk="0">
                    <a:moveTo>
                      <a:pt x="11144" y="0"/>
                    </a:moveTo>
                    <a:cubicBezTo>
                      <a:pt x="11144" y="0"/>
                      <a:pt x="11144" y="0"/>
                      <a:pt x="11144" y="286"/>
                    </a:cubicBezTo>
                    <a:cubicBezTo>
                      <a:pt x="11144" y="476"/>
                      <a:pt x="11144" y="762"/>
                      <a:pt x="11144" y="1048"/>
                    </a:cubicBezTo>
                    <a:cubicBezTo>
                      <a:pt x="11144" y="1333"/>
                      <a:pt x="11144" y="1714"/>
                      <a:pt x="11144" y="2095"/>
                    </a:cubicBezTo>
                    <a:cubicBezTo>
                      <a:pt x="11144" y="2286"/>
                      <a:pt x="11144" y="2476"/>
                      <a:pt x="11144" y="2762"/>
                    </a:cubicBezTo>
                    <a:cubicBezTo>
                      <a:pt x="11144" y="2857"/>
                      <a:pt x="11144" y="2953"/>
                      <a:pt x="10954" y="2953"/>
                    </a:cubicBezTo>
                    <a:cubicBezTo>
                      <a:pt x="10954" y="2953"/>
                      <a:pt x="10858" y="3048"/>
                      <a:pt x="10763" y="3143"/>
                    </a:cubicBezTo>
                    <a:cubicBezTo>
                      <a:pt x="9715" y="4286"/>
                      <a:pt x="8287" y="5715"/>
                      <a:pt x="6953" y="7239"/>
                    </a:cubicBezTo>
                    <a:cubicBezTo>
                      <a:pt x="5524" y="8763"/>
                      <a:pt x="4191" y="10192"/>
                      <a:pt x="3143" y="11335"/>
                    </a:cubicBezTo>
                    <a:cubicBezTo>
                      <a:pt x="3143" y="11335"/>
                      <a:pt x="3048" y="11430"/>
                      <a:pt x="2953" y="11525"/>
                    </a:cubicBezTo>
                    <a:cubicBezTo>
                      <a:pt x="2953" y="11620"/>
                      <a:pt x="2953" y="11716"/>
                      <a:pt x="2762" y="11716"/>
                    </a:cubicBezTo>
                    <a:cubicBezTo>
                      <a:pt x="2572" y="11716"/>
                      <a:pt x="2286" y="11716"/>
                      <a:pt x="2096" y="11716"/>
                    </a:cubicBezTo>
                    <a:cubicBezTo>
                      <a:pt x="1714" y="11716"/>
                      <a:pt x="1333" y="11716"/>
                      <a:pt x="1048" y="11811"/>
                    </a:cubicBezTo>
                    <a:cubicBezTo>
                      <a:pt x="762" y="11811"/>
                      <a:pt x="476" y="11811"/>
                      <a:pt x="286" y="11811"/>
                    </a:cubicBezTo>
                    <a:cubicBezTo>
                      <a:pt x="95" y="11811"/>
                      <a:pt x="0" y="11811"/>
                      <a:pt x="0" y="11811"/>
                    </a:cubicBezTo>
                    <a:cubicBezTo>
                      <a:pt x="0" y="11811"/>
                      <a:pt x="0" y="11811"/>
                      <a:pt x="0" y="11525"/>
                    </a:cubicBezTo>
                    <a:cubicBezTo>
                      <a:pt x="0" y="11335"/>
                      <a:pt x="0" y="11144"/>
                      <a:pt x="0" y="10763"/>
                    </a:cubicBezTo>
                    <a:cubicBezTo>
                      <a:pt x="0" y="10477"/>
                      <a:pt x="0" y="10096"/>
                      <a:pt x="0" y="9715"/>
                    </a:cubicBezTo>
                    <a:cubicBezTo>
                      <a:pt x="0" y="9525"/>
                      <a:pt x="0" y="9334"/>
                      <a:pt x="0" y="9049"/>
                    </a:cubicBezTo>
                    <a:cubicBezTo>
                      <a:pt x="0" y="8953"/>
                      <a:pt x="0" y="8858"/>
                      <a:pt x="190" y="8858"/>
                    </a:cubicBezTo>
                    <a:cubicBezTo>
                      <a:pt x="190" y="8858"/>
                      <a:pt x="286" y="8763"/>
                      <a:pt x="381" y="8668"/>
                    </a:cubicBezTo>
                    <a:cubicBezTo>
                      <a:pt x="1429" y="7525"/>
                      <a:pt x="2857" y="6096"/>
                      <a:pt x="4191" y="4572"/>
                    </a:cubicBezTo>
                    <a:cubicBezTo>
                      <a:pt x="5620" y="3048"/>
                      <a:pt x="6953" y="1619"/>
                      <a:pt x="8001" y="476"/>
                    </a:cubicBezTo>
                    <a:cubicBezTo>
                      <a:pt x="8001" y="476"/>
                      <a:pt x="8096" y="381"/>
                      <a:pt x="8191" y="286"/>
                    </a:cubicBezTo>
                    <a:cubicBezTo>
                      <a:pt x="8191" y="286"/>
                      <a:pt x="8191" y="95"/>
                      <a:pt x="8382" y="95"/>
                    </a:cubicBezTo>
                    <a:cubicBezTo>
                      <a:pt x="8572" y="95"/>
                      <a:pt x="8858" y="95"/>
                      <a:pt x="9049" y="95"/>
                    </a:cubicBezTo>
                    <a:cubicBezTo>
                      <a:pt x="9430" y="95"/>
                      <a:pt x="9811" y="95"/>
                      <a:pt x="10096" y="0"/>
                    </a:cubicBezTo>
                    <a:cubicBezTo>
                      <a:pt x="10382" y="0"/>
                      <a:pt x="10668" y="0"/>
                      <a:pt x="10858" y="0"/>
                    </a:cubicBezTo>
                    <a:cubicBezTo>
                      <a:pt x="11049" y="0"/>
                      <a:pt x="11144" y="0"/>
                      <a:pt x="11144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1" name="Google Shape;661;p34"/>
              <p:cNvSpPr/>
              <p:nvPr/>
            </p:nvSpPr>
            <p:spPr>
              <a:xfrm>
                <a:off x="6666547" y="2848546"/>
                <a:ext cx="21431" cy="11334"/>
              </a:xfrm>
              <a:custGeom>
                <a:avLst/>
                <a:gdLst/>
                <a:ahLst/>
                <a:cxnLst/>
                <a:rect l="l" t="t" r="r" b="b"/>
                <a:pathLst>
                  <a:path w="21431" h="11334" extrusionOk="0">
                    <a:moveTo>
                      <a:pt x="95" y="191"/>
                    </a:moveTo>
                    <a:cubicBezTo>
                      <a:pt x="95" y="191"/>
                      <a:pt x="571" y="191"/>
                      <a:pt x="1334" y="0"/>
                    </a:cubicBezTo>
                    <a:cubicBezTo>
                      <a:pt x="1714" y="0"/>
                      <a:pt x="2191" y="0"/>
                      <a:pt x="2667" y="0"/>
                    </a:cubicBezTo>
                    <a:cubicBezTo>
                      <a:pt x="2953" y="0"/>
                      <a:pt x="3238" y="0"/>
                      <a:pt x="3524" y="0"/>
                    </a:cubicBezTo>
                    <a:cubicBezTo>
                      <a:pt x="3715" y="0"/>
                      <a:pt x="3810" y="0"/>
                      <a:pt x="3905" y="191"/>
                    </a:cubicBezTo>
                    <a:cubicBezTo>
                      <a:pt x="4001" y="191"/>
                      <a:pt x="4191" y="286"/>
                      <a:pt x="4286" y="381"/>
                    </a:cubicBezTo>
                    <a:cubicBezTo>
                      <a:pt x="6287" y="1429"/>
                      <a:pt x="8954" y="2762"/>
                      <a:pt x="11621" y="4191"/>
                    </a:cubicBezTo>
                    <a:cubicBezTo>
                      <a:pt x="14288" y="5525"/>
                      <a:pt x="16954" y="6953"/>
                      <a:pt x="18955" y="8001"/>
                    </a:cubicBezTo>
                    <a:cubicBezTo>
                      <a:pt x="19050" y="8001"/>
                      <a:pt x="19241" y="8096"/>
                      <a:pt x="19336" y="8192"/>
                    </a:cubicBezTo>
                    <a:cubicBezTo>
                      <a:pt x="19431" y="8192"/>
                      <a:pt x="19621" y="8192"/>
                      <a:pt x="19621" y="8382"/>
                    </a:cubicBezTo>
                    <a:cubicBezTo>
                      <a:pt x="19812" y="8668"/>
                      <a:pt x="19907" y="8858"/>
                      <a:pt x="20098" y="9049"/>
                    </a:cubicBezTo>
                    <a:cubicBezTo>
                      <a:pt x="20384" y="9430"/>
                      <a:pt x="20669" y="9906"/>
                      <a:pt x="20860" y="10192"/>
                    </a:cubicBezTo>
                    <a:cubicBezTo>
                      <a:pt x="21241" y="10858"/>
                      <a:pt x="21431" y="11240"/>
                      <a:pt x="21431" y="11240"/>
                    </a:cubicBezTo>
                    <a:cubicBezTo>
                      <a:pt x="21431" y="11240"/>
                      <a:pt x="20955" y="11240"/>
                      <a:pt x="20193" y="11335"/>
                    </a:cubicBezTo>
                    <a:cubicBezTo>
                      <a:pt x="19812" y="11335"/>
                      <a:pt x="19336" y="11335"/>
                      <a:pt x="18860" y="11335"/>
                    </a:cubicBezTo>
                    <a:cubicBezTo>
                      <a:pt x="18574" y="11335"/>
                      <a:pt x="18288" y="11335"/>
                      <a:pt x="18002" y="11335"/>
                    </a:cubicBezTo>
                    <a:cubicBezTo>
                      <a:pt x="17812" y="11335"/>
                      <a:pt x="17717" y="11335"/>
                      <a:pt x="17621" y="11240"/>
                    </a:cubicBezTo>
                    <a:cubicBezTo>
                      <a:pt x="17526" y="11240"/>
                      <a:pt x="17431" y="11144"/>
                      <a:pt x="17240" y="11049"/>
                    </a:cubicBezTo>
                    <a:cubicBezTo>
                      <a:pt x="15240" y="10001"/>
                      <a:pt x="12573" y="8668"/>
                      <a:pt x="9906" y="7239"/>
                    </a:cubicBezTo>
                    <a:cubicBezTo>
                      <a:pt x="7239" y="5905"/>
                      <a:pt x="4572" y="4477"/>
                      <a:pt x="2572" y="3429"/>
                    </a:cubicBezTo>
                    <a:cubicBezTo>
                      <a:pt x="2477" y="3429"/>
                      <a:pt x="2286" y="3334"/>
                      <a:pt x="2191" y="3238"/>
                    </a:cubicBezTo>
                    <a:cubicBezTo>
                      <a:pt x="2096" y="3238"/>
                      <a:pt x="1905" y="3238"/>
                      <a:pt x="1810" y="3048"/>
                    </a:cubicBezTo>
                    <a:cubicBezTo>
                      <a:pt x="1619" y="2762"/>
                      <a:pt x="1524" y="2572"/>
                      <a:pt x="1334" y="2381"/>
                    </a:cubicBezTo>
                    <a:cubicBezTo>
                      <a:pt x="1048" y="2000"/>
                      <a:pt x="857" y="1524"/>
                      <a:pt x="571" y="1238"/>
                    </a:cubicBezTo>
                    <a:cubicBezTo>
                      <a:pt x="191" y="571"/>
                      <a:pt x="0" y="95"/>
                      <a:pt x="0" y="95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2" name="Google Shape;662;p34"/>
              <p:cNvSpPr/>
              <p:nvPr/>
            </p:nvSpPr>
            <p:spPr>
              <a:xfrm>
                <a:off x="6687883" y="2847308"/>
                <a:ext cx="10763" cy="12382"/>
              </a:xfrm>
              <a:custGeom>
                <a:avLst/>
                <a:gdLst/>
                <a:ahLst/>
                <a:cxnLst/>
                <a:rect l="l" t="t" r="r" b="b"/>
                <a:pathLst>
                  <a:path w="10763" h="12382" extrusionOk="0">
                    <a:moveTo>
                      <a:pt x="0" y="12383"/>
                    </a:moveTo>
                    <a:cubicBezTo>
                      <a:pt x="0" y="12383"/>
                      <a:pt x="0" y="12383"/>
                      <a:pt x="0" y="12097"/>
                    </a:cubicBezTo>
                    <a:cubicBezTo>
                      <a:pt x="0" y="11906"/>
                      <a:pt x="0" y="11621"/>
                      <a:pt x="0" y="11335"/>
                    </a:cubicBezTo>
                    <a:cubicBezTo>
                      <a:pt x="0" y="11049"/>
                      <a:pt x="0" y="10668"/>
                      <a:pt x="0" y="10287"/>
                    </a:cubicBezTo>
                    <a:cubicBezTo>
                      <a:pt x="0" y="10097"/>
                      <a:pt x="0" y="9906"/>
                      <a:pt x="0" y="9620"/>
                    </a:cubicBezTo>
                    <a:cubicBezTo>
                      <a:pt x="0" y="9525"/>
                      <a:pt x="0" y="9430"/>
                      <a:pt x="190" y="9430"/>
                    </a:cubicBezTo>
                    <a:cubicBezTo>
                      <a:pt x="190" y="9430"/>
                      <a:pt x="286" y="9335"/>
                      <a:pt x="381" y="9239"/>
                    </a:cubicBezTo>
                    <a:cubicBezTo>
                      <a:pt x="1333" y="8096"/>
                      <a:pt x="2667" y="6477"/>
                      <a:pt x="4000" y="4953"/>
                    </a:cubicBezTo>
                    <a:cubicBezTo>
                      <a:pt x="5334" y="3429"/>
                      <a:pt x="6572" y="1810"/>
                      <a:pt x="7620" y="667"/>
                    </a:cubicBezTo>
                    <a:cubicBezTo>
                      <a:pt x="7620" y="667"/>
                      <a:pt x="7715" y="572"/>
                      <a:pt x="7810" y="476"/>
                    </a:cubicBezTo>
                    <a:cubicBezTo>
                      <a:pt x="7810" y="381"/>
                      <a:pt x="7810" y="286"/>
                      <a:pt x="8001" y="286"/>
                    </a:cubicBezTo>
                    <a:cubicBezTo>
                      <a:pt x="8191" y="286"/>
                      <a:pt x="8382" y="286"/>
                      <a:pt x="8667" y="191"/>
                    </a:cubicBezTo>
                    <a:cubicBezTo>
                      <a:pt x="9049" y="191"/>
                      <a:pt x="9430" y="95"/>
                      <a:pt x="9715" y="0"/>
                    </a:cubicBezTo>
                    <a:cubicBezTo>
                      <a:pt x="10001" y="0"/>
                      <a:pt x="10287" y="0"/>
                      <a:pt x="10477" y="0"/>
                    </a:cubicBezTo>
                    <a:cubicBezTo>
                      <a:pt x="10668" y="0"/>
                      <a:pt x="10763" y="0"/>
                      <a:pt x="10763" y="0"/>
                    </a:cubicBezTo>
                    <a:cubicBezTo>
                      <a:pt x="10763" y="0"/>
                      <a:pt x="10763" y="0"/>
                      <a:pt x="10763" y="286"/>
                    </a:cubicBezTo>
                    <a:cubicBezTo>
                      <a:pt x="10763" y="476"/>
                      <a:pt x="10763" y="667"/>
                      <a:pt x="10763" y="1048"/>
                    </a:cubicBezTo>
                    <a:cubicBezTo>
                      <a:pt x="10763" y="1334"/>
                      <a:pt x="10763" y="1715"/>
                      <a:pt x="10763" y="2096"/>
                    </a:cubicBezTo>
                    <a:lnTo>
                      <a:pt x="10763" y="2762"/>
                    </a:lnTo>
                    <a:cubicBezTo>
                      <a:pt x="10763" y="2762"/>
                      <a:pt x="10763" y="2953"/>
                      <a:pt x="10668" y="2953"/>
                    </a:cubicBezTo>
                    <a:cubicBezTo>
                      <a:pt x="10668" y="2953"/>
                      <a:pt x="10573" y="3048"/>
                      <a:pt x="10477" y="3143"/>
                    </a:cubicBezTo>
                    <a:cubicBezTo>
                      <a:pt x="9525" y="4286"/>
                      <a:pt x="8191" y="5906"/>
                      <a:pt x="6858" y="7430"/>
                    </a:cubicBezTo>
                    <a:cubicBezTo>
                      <a:pt x="5524" y="8954"/>
                      <a:pt x="4286" y="10573"/>
                      <a:pt x="3238" y="11716"/>
                    </a:cubicBezTo>
                    <a:cubicBezTo>
                      <a:pt x="3238" y="11716"/>
                      <a:pt x="3143" y="11811"/>
                      <a:pt x="3048" y="11906"/>
                    </a:cubicBezTo>
                    <a:cubicBezTo>
                      <a:pt x="3048" y="11906"/>
                      <a:pt x="3048" y="12097"/>
                      <a:pt x="2857" y="12097"/>
                    </a:cubicBezTo>
                    <a:cubicBezTo>
                      <a:pt x="2667" y="12097"/>
                      <a:pt x="2476" y="12097"/>
                      <a:pt x="2191" y="12192"/>
                    </a:cubicBezTo>
                    <a:cubicBezTo>
                      <a:pt x="1809" y="12192"/>
                      <a:pt x="1429" y="12287"/>
                      <a:pt x="1143" y="12383"/>
                    </a:cubicBezTo>
                    <a:cubicBezTo>
                      <a:pt x="857" y="12383"/>
                      <a:pt x="571" y="12383"/>
                      <a:pt x="381" y="12383"/>
                    </a:cubicBezTo>
                    <a:cubicBezTo>
                      <a:pt x="190" y="12383"/>
                      <a:pt x="95" y="12383"/>
                      <a:pt x="95" y="1238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3" name="Google Shape;663;p34"/>
              <p:cNvSpPr/>
              <p:nvPr/>
            </p:nvSpPr>
            <p:spPr>
              <a:xfrm>
                <a:off x="6677691" y="2836354"/>
                <a:ext cx="20574" cy="11144"/>
              </a:xfrm>
              <a:custGeom>
                <a:avLst/>
                <a:gdLst/>
                <a:ahLst/>
                <a:cxnLst/>
                <a:rect l="l" t="t" r="r" b="b"/>
                <a:pathLst>
                  <a:path w="20574" h="11144" extrusionOk="0">
                    <a:moveTo>
                      <a:pt x="20574" y="10858"/>
                    </a:moveTo>
                    <a:cubicBezTo>
                      <a:pt x="20574" y="10858"/>
                      <a:pt x="20098" y="10858"/>
                      <a:pt x="19336" y="11049"/>
                    </a:cubicBezTo>
                    <a:cubicBezTo>
                      <a:pt x="18955" y="11049"/>
                      <a:pt x="18479" y="11049"/>
                      <a:pt x="18002" y="11144"/>
                    </a:cubicBezTo>
                    <a:cubicBezTo>
                      <a:pt x="17716" y="11144"/>
                      <a:pt x="17526" y="11144"/>
                      <a:pt x="17240" y="11144"/>
                    </a:cubicBezTo>
                    <a:cubicBezTo>
                      <a:pt x="17050" y="11144"/>
                      <a:pt x="16954" y="11144"/>
                      <a:pt x="16859" y="10954"/>
                    </a:cubicBezTo>
                    <a:cubicBezTo>
                      <a:pt x="16859" y="10954"/>
                      <a:pt x="16669" y="10858"/>
                      <a:pt x="16478" y="10763"/>
                    </a:cubicBezTo>
                    <a:cubicBezTo>
                      <a:pt x="14573" y="9811"/>
                      <a:pt x="12001" y="8477"/>
                      <a:pt x="9430" y="7144"/>
                    </a:cubicBezTo>
                    <a:cubicBezTo>
                      <a:pt x="6858" y="5810"/>
                      <a:pt x="4286" y="4477"/>
                      <a:pt x="2381" y="3524"/>
                    </a:cubicBezTo>
                    <a:cubicBezTo>
                      <a:pt x="2286" y="3524"/>
                      <a:pt x="2096" y="3429"/>
                      <a:pt x="2000" y="3334"/>
                    </a:cubicBezTo>
                    <a:cubicBezTo>
                      <a:pt x="1905" y="3334"/>
                      <a:pt x="1714" y="3334"/>
                      <a:pt x="1714" y="3143"/>
                    </a:cubicBezTo>
                    <a:cubicBezTo>
                      <a:pt x="1524" y="2953"/>
                      <a:pt x="1429" y="2667"/>
                      <a:pt x="1238" y="2476"/>
                    </a:cubicBezTo>
                    <a:cubicBezTo>
                      <a:pt x="953" y="2096"/>
                      <a:pt x="762" y="1619"/>
                      <a:pt x="571" y="1333"/>
                    </a:cubicBezTo>
                    <a:cubicBezTo>
                      <a:pt x="190" y="667"/>
                      <a:pt x="0" y="286"/>
                      <a:pt x="0" y="286"/>
                    </a:cubicBezTo>
                    <a:cubicBezTo>
                      <a:pt x="0" y="286"/>
                      <a:pt x="476" y="286"/>
                      <a:pt x="1238" y="95"/>
                    </a:cubicBezTo>
                    <a:cubicBezTo>
                      <a:pt x="1619" y="95"/>
                      <a:pt x="2096" y="95"/>
                      <a:pt x="2572" y="0"/>
                    </a:cubicBezTo>
                    <a:cubicBezTo>
                      <a:pt x="2857" y="0"/>
                      <a:pt x="3048" y="0"/>
                      <a:pt x="3334" y="0"/>
                    </a:cubicBezTo>
                    <a:cubicBezTo>
                      <a:pt x="3524" y="0"/>
                      <a:pt x="3620" y="0"/>
                      <a:pt x="3715" y="95"/>
                    </a:cubicBezTo>
                    <a:cubicBezTo>
                      <a:pt x="3810" y="95"/>
                      <a:pt x="3905" y="191"/>
                      <a:pt x="4096" y="286"/>
                    </a:cubicBezTo>
                    <a:cubicBezTo>
                      <a:pt x="6001" y="1238"/>
                      <a:pt x="8572" y="2572"/>
                      <a:pt x="11144" y="3905"/>
                    </a:cubicBezTo>
                    <a:cubicBezTo>
                      <a:pt x="13716" y="5239"/>
                      <a:pt x="16288" y="6477"/>
                      <a:pt x="18193" y="7525"/>
                    </a:cubicBezTo>
                    <a:cubicBezTo>
                      <a:pt x="18288" y="7525"/>
                      <a:pt x="18383" y="7620"/>
                      <a:pt x="18574" y="7715"/>
                    </a:cubicBezTo>
                    <a:cubicBezTo>
                      <a:pt x="18669" y="7715"/>
                      <a:pt x="18859" y="7715"/>
                      <a:pt x="18859" y="7906"/>
                    </a:cubicBezTo>
                    <a:cubicBezTo>
                      <a:pt x="19050" y="8096"/>
                      <a:pt x="19145" y="8382"/>
                      <a:pt x="19336" y="8572"/>
                    </a:cubicBezTo>
                    <a:cubicBezTo>
                      <a:pt x="19621" y="8954"/>
                      <a:pt x="19812" y="9430"/>
                      <a:pt x="20003" y="9716"/>
                    </a:cubicBezTo>
                    <a:cubicBezTo>
                      <a:pt x="20383" y="10382"/>
                      <a:pt x="20574" y="10763"/>
                      <a:pt x="20574" y="1076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4" name="Google Shape;664;p34"/>
              <p:cNvSpPr/>
              <p:nvPr/>
            </p:nvSpPr>
            <p:spPr>
              <a:xfrm>
                <a:off x="6708933" y="2837021"/>
                <a:ext cx="10096" cy="11810"/>
              </a:xfrm>
              <a:custGeom>
                <a:avLst/>
                <a:gdLst/>
                <a:ahLst/>
                <a:cxnLst/>
                <a:rect l="l" t="t" r="r" b="b"/>
                <a:pathLst>
                  <a:path w="10096" h="11810" extrusionOk="0">
                    <a:moveTo>
                      <a:pt x="0" y="11811"/>
                    </a:moveTo>
                    <a:cubicBezTo>
                      <a:pt x="0" y="11811"/>
                      <a:pt x="0" y="11811"/>
                      <a:pt x="0" y="11525"/>
                    </a:cubicBezTo>
                    <a:cubicBezTo>
                      <a:pt x="0" y="11335"/>
                      <a:pt x="0" y="11144"/>
                      <a:pt x="0" y="10858"/>
                    </a:cubicBezTo>
                    <a:cubicBezTo>
                      <a:pt x="0" y="10573"/>
                      <a:pt x="0" y="10192"/>
                      <a:pt x="0" y="9811"/>
                    </a:cubicBezTo>
                    <a:cubicBezTo>
                      <a:pt x="0" y="9620"/>
                      <a:pt x="0" y="9430"/>
                      <a:pt x="0" y="9239"/>
                    </a:cubicBezTo>
                    <a:cubicBezTo>
                      <a:pt x="0" y="9144"/>
                      <a:pt x="0" y="9049"/>
                      <a:pt x="95" y="9049"/>
                    </a:cubicBezTo>
                    <a:cubicBezTo>
                      <a:pt x="95" y="9049"/>
                      <a:pt x="190" y="8953"/>
                      <a:pt x="286" y="8858"/>
                    </a:cubicBezTo>
                    <a:cubicBezTo>
                      <a:pt x="1238" y="7715"/>
                      <a:pt x="2476" y="6286"/>
                      <a:pt x="3715" y="4763"/>
                    </a:cubicBezTo>
                    <a:cubicBezTo>
                      <a:pt x="4953" y="3238"/>
                      <a:pt x="6191" y="1810"/>
                      <a:pt x="7144" y="667"/>
                    </a:cubicBezTo>
                    <a:cubicBezTo>
                      <a:pt x="7144" y="667"/>
                      <a:pt x="7239" y="571"/>
                      <a:pt x="7334" y="476"/>
                    </a:cubicBezTo>
                    <a:cubicBezTo>
                      <a:pt x="7334" y="476"/>
                      <a:pt x="7334" y="286"/>
                      <a:pt x="7525" y="286"/>
                    </a:cubicBezTo>
                    <a:cubicBezTo>
                      <a:pt x="7715" y="286"/>
                      <a:pt x="7906" y="286"/>
                      <a:pt x="8096" y="190"/>
                    </a:cubicBezTo>
                    <a:cubicBezTo>
                      <a:pt x="8477" y="190"/>
                      <a:pt x="8858" y="95"/>
                      <a:pt x="9144" y="0"/>
                    </a:cubicBezTo>
                    <a:cubicBezTo>
                      <a:pt x="9430" y="0"/>
                      <a:pt x="9715" y="0"/>
                      <a:pt x="9811" y="0"/>
                    </a:cubicBezTo>
                    <a:cubicBezTo>
                      <a:pt x="10001" y="0"/>
                      <a:pt x="10096" y="0"/>
                      <a:pt x="10096" y="0"/>
                    </a:cubicBezTo>
                    <a:cubicBezTo>
                      <a:pt x="10096" y="0"/>
                      <a:pt x="10096" y="0"/>
                      <a:pt x="10096" y="286"/>
                    </a:cubicBezTo>
                    <a:cubicBezTo>
                      <a:pt x="10096" y="476"/>
                      <a:pt x="10096" y="667"/>
                      <a:pt x="10096" y="952"/>
                    </a:cubicBezTo>
                    <a:cubicBezTo>
                      <a:pt x="10096" y="1238"/>
                      <a:pt x="10096" y="1619"/>
                      <a:pt x="10096" y="2000"/>
                    </a:cubicBezTo>
                    <a:cubicBezTo>
                      <a:pt x="10096" y="2191"/>
                      <a:pt x="10096" y="2381"/>
                      <a:pt x="10096" y="2572"/>
                    </a:cubicBezTo>
                    <a:cubicBezTo>
                      <a:pt x="10096" y="2667"/>
                      <a:pt x="10096" y="2762"/>
                      <a:pt x="10001" y="2762"/>
                    </a:cubicBezTo>
                    <a:cubicBezTo>
                      <a:pt x="10001" y="2762"/>
                      <a:pt x="9906" y="2857"/>
                      <a:pt x="9811" y="2953"/>
                    </a:cubicBezTo>
                    <a:cubicBezTo>
                      <a:pt x="8858" y="4096"/>
                      <a:pt x="7620" y="5524"/>
                      <a:pt x="6382" y="7048"/>
                    </a:cubicBezTo>
                    <a:cubicBezTo>
                      <a:pt x="5144" y="8572"/>
                      <a:pt x="3905" y="10001"/>
                      <a:pt x="2953" y="11144"/>
                    </a:cubicBezTo>
                    <a:cubicBezTo>
                      <a:pt x="2953" y="11144"/>
                      <a:pt x="2857" y="11239"/>
                      <a:pt x="2762" y="11335"/>
                    </a:cubicBezTo>
                    <a:cubicBezTo>
                      <a:pt x="2762" y="11335"/>
                      <a:pt x="2762" y="11525"/>
                      <a:pt x="2572" y="11525"/>
                    </a:cubicBezTo>
                    <a:cubicBezTo>
                      <a:pt x="2381" y="11525"/>
                      <a:pt x="2191" y="11525"/>
                      <a:pt x="2000" y="11621"/>
                    </a:cubicBezTo>
                    <a:cubicBezTo>
                      <a:pt x="1619" y="11621"/>
                      <a:pt x="1238" y="11716"/>
                      <a:pt x="953" y="11716"/>
                    </a:cubicBezTo>
                    <a:cubicBezTo>
                      <a:pt x="667" y="11716"/>
                      <a:pt x="381" y="11716"/>
                      <a:pt x="286" y="11716"/>
                    </a:cubicBezTo>
                    <a:cubicBezTo>
                      <a:pt x="95" y="11716"/>
                      <a:pt x="0" y="11716"/>
                      <a:pt x="0" y="11716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5" name="Google Shape;665;p34"/>
              <p:cNvSpPr/>
              <p:nvPr/>
            </p:nvSpPr>
            <p:spPr>
              <a:xfrm>
                <a:off x="6719887" y="2836545"/>
                <a:ext cx="16859" cy="10001"/>
              </a:xfrm>
              <a:custGeom>
                <a:avLst/>
                <a:gdLst/>
                <a:ahLst/>
                <a:cxnLst/>
                <a:rect l="l" t="t" r="r" b="b"/>
                <a:pathLst>
                  <a:path w="16859" h="10001" extrusionOk="0">
                    <a:moveTo>
                      <a:pt x="95" y="381"/>
                    </a:moveTo>
                    <a:cubicBezTo>
                      <a:pt x="95" y="381"/>
                      <a:pt x="476" y="286"/>
                      <a:pt x="1143" y="191"/>
                    </a:cubicBezTo>
                    <a:cubicBezTo>
                      <a:pt x="1524" y="191"/>
                      <a:pt x="1905" y="95"/>
                      <a:pt x="2286" y="0"/>
                    </a:cubicBezTo>
                    <a:cubicBezTo>
                      <a:pt x="2477" y="0"/>
                      <a:pt x="2762" y="0"/>
                      <a:pt x="2953" y="0"/>
                    </a:cubicBezTo>
                    <a:cubicBezTo>
                      <a:pt x="3048" y="0"/>
                      <a:pt x="3143" y="0"/>
                      <a:pt x="3238" y="95"/>
                    </a:cubicBezTo>
                    <a:cubicBezTo>
                      <a:pt x="3238" y="95"/>
                      <a:pt x="3429" y="191"/>
                      <a:pt x="3524" y="286"/>
                    </a:cubicBezTo>
                    <a:cubicBezTo>
                      <a:pt x="5144" y="1143"/>
                      <a:pt x="7239" y="2286"/>
                      <a:pt x="9335" y="3429"/>
                    </a:cubicBezTo>
                    <a:cubicBezTo>
                      <a:pt x="11430" y="4572"/>
                      <a:pt x="13621" y="5715"/>
                      <a:pt x="15145" y="6572"/>
                    </a:cubicBezTo>
                    <a:cubicBezTo>
                      <a:pt x="15240" y="6572"/>
                      <a:pt x="15335" y="6667"/>
                      <a:pt x="15430" y="6667"/>
                    </a:cubicBezTo>
                    <a:cubicBezTo>
                      <a:pt x="15526" y="6667"/>
                      <a:pt x="15621" y="6667"/>
                      <a:pt x="15716" y="6858"/>
                    </a:cubicBezTo>
                    <a:cubicBezTo>
                      <a:pt x="15812" y="7048"/>
                      <a:pt x="15907" y="7334"/>
                      <a:pt x="16002" y="7525"/>
                    </a:cubicBezTo>
                    <a:cubicBezTo>
                      <a:pt x="16193" y="7906"/>
                      <a:pt x="16383" y="8287"/>
                      <a:pt x="16478" y="8572"/>
                    </a:cubicBezTo>
                    <a:cubicBezTo>
                      <a:pt x="16764" y="9144"/>
                      <a:pt x="16859" y="9620"/>
                      <a:pt x="16859" y="9620"/>
                    </a:cubicBezTo>
                    <a:cubicBezTo>
                      <a:pt x="16859" y="9620"/>
                      <a:pt x="16478" y="9716"/>
                      <a:pt x="15812" y="9811"/>
                    </a:cubicBezTo>
                    <a:cubicBezTo>
                      <a:pt x="15526" y="9811"/>
                      <a:pt x="15049" y="9906"/>
                      <a:pt x="14669" y="10001"/>
                    </a:cubicBezTo>
                    <a:cubicBezTo>
                      <a:pt x="14478" y="10001"/>
                      <a:pt x="14192" y="10001"/>
                      <a:pt x="14002" y="10001"/>
                    </a:cubicBezTo>
                    <a:cubicBezTo>
                      <a:pt x="13906" y="10001"/>
                      <a:pt x="13811" y="10001"/>
                      <a:pt x="13716" y="9906"/>
                    </a:cubicBezTo>
                    <a:cubicBezTo>
                      <a:pt x="13716" y="9906"/>
                      <a:pt x="13526" y="9811"/>
                      <a:pt x="13430" y="9716"/>
                    </a:cubicBezTo>
                    <a:cubicBezTo>
                      <a:pt x="11811" y="8858"/>
                      <a:pt x="9715" y="7715"/>
                      <a:pt x="7620" y="6572"/>
                    </a:cubicBezTo>
                    <a:cubicBezTo>
                      <a:pt x="5524" y="5429"/>
                      <a:pt x="3334" y="4286"/>
                      <a:pt x="1810" y="3429"/>
                    </a:cubicBezTo>
                    <a:cubicBezTo>
                      <a:pt x="1714" y="3429"/>
                      <a:pt x="1619" y="3334"/>
                      <a:pt x="1524" y="3334"/>
                    </a:cubicBezTo>
                    <a:cubicBezTo>
                      <a:pt x="1429" y="3334"/>
                      <a:pt x="1334" y="3334"/>
                      <a:pt x="1238" y="3143"/>
                    </a:cubicBezTo>
                    <a:cubicBezTo>
                      <a:pt x="1143" y="2953"/>
                      <a:pt x="1048" y="2667"/>
                      <a:pt x="857" y="2476"/>
                    </a:cubicBezTo>
                    <a:cubicBezTo>
                      <a:pt x="667" y="2096"/>
                      <a:pt x="476" y="1714"/>
                      <a:pt x="381" y="1429"/>
                    </a:cubicBezTo>
                    <a:cubicBezTo>
                      <a:pt x="95" y="857"/>
                      <a:pt x="0" y="381"/>
                      <a:pt x="0" y="38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6" name="Google Shape;666;p34"/>
              <p:cNvSpPr/>
              <p:nvPr/>
            </p:nvSpPr>
            <p:spPr>
              <a:xfrm>
                <a:off x="6727031" y="2846546"/>
                <a:ext cx="10763" cy="12954"/>
              </a:xfrm>
              <a:custGeom>
                <a:avLst/>
                <a:gdLst/>
                <a:ahLst/>
                <a:cxnLst/>
                <a:rect l="l" t="t" r="r" b="b"/>
                <a:pathLst>
                  <a:path w="10763" h="12954" extrusionOk="0">
                    <a:moveTo>
                      <a:pt x="10763" y="95"/>
                    </a:moveTo>
                    <a:cubicBezTo>
                      <a:pt x="10763" y="95"/>
                      <a:pt x="10763" y="95"/>
                      <a:pt x="10763" y="381"/>
                    </a:cubicBezTo>
                    <a:cubicBezTo>
                      <a:pt x="10763" y="571"/>
                      <a:pt x="10763" y="857"/>
                      <a:pt x="10763" y="1143"/>
                    </a:cubicBezTo>
                    <a:cubicBezTo>
                      <a:pt x="10763" y="1429"/>
                      <a:pt x="10763" y="1810"/>
                      <a:pt x="10763" y="2191"/>
                    </a:cubicBezTo>
                    <a:cubicBezTo>
                      <a:pt x="10763" y="2381"/>
                      <a:pt x="10763" y="2572"/>
                      <a:pt x="10763" y="2857"/>
                    </a:cubicBezTo>
                    <a:cubicBezTo>
                      <a:pt x="10763" y="2953"/>
                      <a:pt x="10763" y="3048"/>
                      <a:pt x="10573" y="3048"/>
                    </a:cubicBezTo>
                    <a:cubicBezTo>
                      <a:pt x="10573" y="3048"/>
                      <a:pt x="10478" y="3143"/>
                      <a:pt x="10382" y="3238"/>
                    </a:cubicBezTo>
                    <a:cubicBezTo>
                      <a:pt x="9430" y="4477"/>
                      <a:pt x="8096" y="6096"/>
                      <a:pt x="6763" y="7715"/>
                    </a:cubicBezTo>
                    <a:cubicBezTo>
                      <a:pt x="5429" y="9334"/>
                      <a:pt x="4096" y="10954"/>
                      <a:pt x="3143" y="12192"/>
                    </a:cubicBezTo>
                    <a:cubicBezTo>
                      <a:pt x="3143" y="12192"/>
                      <a:pt x="3048" y="12287"/>
                      <a:pt x="2953" y="12382"/>
                    </a:cubicBezTo>
                    <a:cubicBezTo>
                      <a:pt x="2953" y="12478"/>
                      <a:pt x="2953" y="12573"/>
                      <a:pt x="2762" y="12573"/>
                    </a:cubicBezTo>
                    <a:cubicBezTo>
                      <a:pt x="2572" y="12573"/>
                      <a:pt x="2286" y="12668"/>
                      <a:pt x="2096" y="12668"/>
                    </a:cubicBezTo>
                    <a:cubicBezTo>
                      <a:pt x="1714" y="12763"/>
                      <a:pt x="1334" y="12859"/>
                      <a:pt x="1048" y="12859"/>
                    </a:cubicBezTo>
                    <a:cubicBezTo>
                      <a:pt x="762" y="12859"/>
                      <a:pt x="476" y="12859"/>
                      <a:pt x="286" y="12954"/>
                    </a:cubicBezTo>
                    <a:cubicBezTo>
                      <a:pt x="95" y="12954"/>
                      <a:pt x="0" y="12954"/>
                      <a:pt x="0" y="12954"/>
                    </a:cubicBezTo>
                    <a:cubicBezTo>
                      <a:pt x="0" y="12954"/>
                      <a:pt x="0" y="12954"/>
                      <a:pt x="0" y="12668"/>
                    </a:cubicBezTo>
                    <a:cubicBezTo>
                      <a:pt x="0" y="12478"/>
                      <a:pt x="0" y="12192"/>
                      <a:pt x="0" y="11906"/>
                    </a:cubicBezTo>
                    <a:cubicBezTo>
                      <a:pt x="0" y="11621"/>
                      <a:pt x="0" y="11239"/>
                      <a:pt x="0" y="10858"/>
                    </a:cubicBezTo>
                    <a:lnTo>
                      <a:pt x="0" y="10192"/>
                    </a:lnTo>
                    <a:cubicBezTo>
                      <a:pt x="0" y="10192"/>
                      <a:pt x="0" y="10001"/>
                      <a:pt x="95" y="9906"/>
                    </a:cubicBezTo>
                    <a:cubicBezTo>
                      <a:pt x="95" y="9906"/>
                      <a:pt x="190" y="9811"/>
                      <a:pt x="286" y="9715"/>
                    </a:cubicBezTo>
                    <a:cubicBezTo>
                      <a:pt x="1238" y="8477"/>
                      <a:pt x="2572" y="6858"/>
                      <a:pt x="3905" y="5239"/>
                    </a:cubicBezTo>
                    <a:cubicBezTo>
                      <a:pt x="5239" y="3619"/>
                      <a:pt x="6572" y="2000"/>
                      <a:pt x="7525" y="762"/>
                    </a:cubicBezTo>
                    <a:cubicBezTo>
                      <a:pt x="7525" y="762"/>
                      <a:pt x="7620" y="667"/>
                      <a:pt x="7715" y="571"/>
                    </a:cubicBezTo>
                    <a:cubicBezTo>
                      <a:pt x="7715" y="476"/>
                      <a:pt x="7715" y="381"/>
                      <a:pt x="7906" y="381"/>
                    </a:cubicBezTo>
                    <a:cubicBezTo>
                      <a:pt x="8096" y="381"/>
                      <a:pt x="8382" y="286"/>
                      <a:pt x="8572" y="190"/>
                    </a:cubicBezTo>
                    <a:cubicBezTo>
                      <a:pt x="8954" y="190"/>
                      <a:pt x="9335" y="0"/>
                      <a:pt x="9620" y="0"/>
                    </a:cubicBezTo>
                    <a:cubicBezTo>
                      <a:pt x="9906" y="0"/>
                      <a:pt x="10192" y="0"/>
                      <a:pt x="10382" y="0"/>
                    </a:cubicBezTo>
                    <a:cubicBezTo>
                      <a:pt x="10573" y="0"/>
                      <a:pt x="10668" y="0"/>
                      <a:pt x="10668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7" name="Google Shape;667;p34"/>
              <p:cNvSpPr/>
              <p:nvPr/>
            </p:nvSpPr>
            <p:spPr>
              <a:xfrm>
                <a:off x="6709028" y="2848451"/>
                <a:ext cx="18192" cy="11334"/>
              </a:xfrm>
              <a:custGeom>
                <a:avLst/>
                <a:gdLst/>
                <a:ahLst/>
                <a:cxnLst/>
                <a:rect l="l" t="t" r="r" b="b"/>
                <a:pathLst>
                  <a:path w="18192" h="11334" extrusionOk="0">
                    <a:moveTo>
                      <a:pt x="18193" y="11239"/>
                    </a:moveTo>
                    <a:cubicBezTo>
                      <a:pt x="18193" y="11239"/>
                      <a:pt x="17717" y="11239"/>
                      <a:pt x="17050" y="11335"/>
                    </a:cubicBezTo>
                    <a:cubicBezTo>
                      <a:pt x="16669" y="11335"/>
                      <a:pt x="16288" y="11335"/>
                      <a:pt x="15812" y="11335"/>
                    </a:cubicBezTo>
                    <a:cubicBezTo>
                      <a:pt x="15526" y="11335"/>
                      <a:pt x="15335" y="11335"/>
                      <a:pt x="15050" y="11335"/>
                    </a:cubicBezTo>
                    <a:cubicBezTo>
                      <a:pt x="14954" y="11335"/>
                      <a:pt x="14859" y="11335"/>
                      <a:pt x="14764" y="11144"/>
                    </a:cubicBezTo>
                    <a:cubicBezTo>
                      <a:pt x="14764" y="11144"/>
                      <a:pt x="14574" y="11049"/>
                      <a:pt x="14478" y="10954"/>
                    </a:cubicBezTo>
                    <a:cubicBezTo>
                      <a:pt x="12764" y="9906"/>
                      <a:pt x="10478" y="8572"/>
                      <a:pt x="8192" y="7144"/>
                    </a:cubicBezTo>
                    <a:cubicBezTo>
                      <a:pt x="5906" y="5810"/>
                      <a:pt x="3620" y="4381"/>
                      <a:pt x="1905" y="3334"/>
                    </a:cubicBezTo>
                    <a:cubicBezTo>
                      <a:pt x="1810" y="3334"/>
                      <a:pt x="1715" y="3238"/>
                      <a:pt x="1619" y="3143"/>
                    </a:cubicBezTo>
                    <a:cubicBezTo>
                      <a:pt x="1524" y="3143"/>
                      <a:pt x="1429" y="3143"/>
                      <a:pt x="1334" y="2953"/>
                    </a:cubicBezTo>
                    <a:cubicBezTo>
                      <a:pt x="1238" y="2762"/>
                      <a:pt x="1143" y="2476"/>
                      <a:pt x="953" y="2286"/>
                    </a:cubicBezTo>
                    <a:cubicBezTo>
                      <a:pt x="762" y="1905"/>
                      <a:pt x="572" y="1429"/>
                      <a:pt x="381" y="1143"/>
                    </a:cubicBezTo>
                    <a:cubicBezTo>
                      <a:pt x="95" y="476"/>
                      <a:pt x="0" y="95"/>
                      <a:pt x="0" y="95"/>
                    </a:cubicBezTo>
                    <a:cubicBezTo>
                      <a:pt x="0" y="95"/>
                      <a:pt x="476" y="95"/>
                      <a:pt x="1143" y="0"/>
                    </a:cubicBezTo>
                    <a:cubicBezTo>
                      <a:pt x="1524" y="0"/>
                      <a:pt x="1905" y="0"/>
                      <a:pt x="2381" y="0"/>
                    </a:cubicBezTo>
                    <a:cubicBezTo>
                      <a:pt x="2667" y="0"/>
                      <a:pt x="2858" y="0"/>
                      <a:pt x="3143" y="0"/>
                    </a:cubicBezTo>
                    <a:cubicBezTo>
                      <a:pt x="3239" y="0"/>
                      <a:pt x="3429" y="0"/>
                      <a:pt x="3429" y="95"/>
                    </a:cubicBezTo>
                    <a:cubicBezTo>
                      <a:pt x="3429" y="95"/>
                      <a:pt x="3620" y="191"/>
                      <a:pt x="3715" y="286"/>
                    </a:cubicBezTo>
                    <a:cubicBezTo>
                      <a:pt x="5429" y="1333"/>
                      <a:pt x="7716" y="2667"/>
                      <a:pt x="10001" y="4096"/>
                    </a:cubicBezTo>
                    <a:cubicBezTo>
                      <a:pt x="12287" y="5429"/>
                      <a:pt x="14574" y="6858"/>
                      <a:pt x="16288" y="7906"/>
                    </a:cubicBezTo>
                    <a:cubicBezTo>
                      <a:pt x="16383" y="7906"/>
                      <a:pt x="16478" y="8001"/>
                      <a:pt x="16574" y="8096"/>
                    </a:cubicBezTo>
                    <a:cubicBezTo>
                      <a:pt x="16669" y="8096"/>
                      <a:pt x="16764" y="8096"/>
                      <a:pt x="16859" y="8287"/>
                    </a:cubicBezTo>
                    <a:cubicBezTo>
                      <a:pt x="16955" y="8477"/>
                      <a:pt x="17145" y="8763"/>
                      <a:pt x="17241" y="8954"/>
                    </a:cubicBezTo>
                    <a:cubicBezTo>
                      <a:pt x="17431" y="9334"/>
                      <a:pt x="17621" y="9811"/>
                      <a:pt x="17812" y="10096"/>
                    </a:cubicBezTo>
                    <a:cubicBezTo>
                      <a:pt x="18098" y="10763"/>
                      <a:pt x="18193" y="11144"/>
                      <a:pt x="18193" y="11144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8" name="Google Shape;668;p34"/>
              <p:cNvSpPr/>
              <p:nvPr/>
            </p:nvSpPr>
            <p:spPr>
              <a:xfrm>
                <a:off x="6715220" y="2859690"/>
                <a:ext cx="12001" cy="14382"/>
              </a:xfrm>
              <a:custGeom>
                <a:avLst/>
                <a:gdLst/>
                <a:ahLst/>
                <a:cxnLst/>
                <a:rect l="l" t="t" r="r" b="b"/>
                <a:pathLst>
                  <a:path w="12001" h="14382" extrusionOk="0">
                    <a:moveTo>
                      <a:pt x="12001" y="0"/>
                    </a:moveTo>
                    <a:cubicBezTo>
                      <a:pt x="12001" y="0"/>
                      <a:pt x="12001" y="381"/>
                      <a:pt x="12001" y="1048"/>
                    </a:cubicBezTo>
                    <a:cubicBezTo>
                      <a:pt x="12001" y="1333"/>
                      <a:pt x="12001" y="1810"/>
                      <a:pt x="12001" y="2191"/>
                    </a:cubicBezTo>
                    <a:cubicBezTo>
                      <a:pt x="12001" y="2381"/>
                      <a:pt x="12001" y="2667"/>
                      <a:pt x="12001" y="2858"/>
                    </a:cubicBezTo>
                    <a:cubicBezTo>
                      <a:pt x="12001" y="2953"/>
                      <a:pt x="12001" y="3048"/>
                      <a:pt x="11811" y="3143"/>
                    </a:cubicBezTo>
                    <a:cubicBezTo>
                      <a:pt x="11811" y="3143"/>
                      <a:pt x="11621" y="3334"/>
                      <a:pt x="11621" y="3334"/>
                    </a:cubicBezTo>
                    <a:cubicBezTo>
                      <a:pt x="10477" y="4667"/>
                      <a:pt x="8954" y="6477"/>
                      <a:pt x="7525" y="8287"/>
                    </a:cubicBezTo>
                    <a:cubicBezTo>
                      <a:pt x="6001" y="10096"/>
                      <a:pt x="4477" y="11906"/>
                      <a:pt x="3334" y="13240"/>
                    </a:cubicBezTo>
                    <a:cubicBezTo>
                      <a:pt x="3334" y="13240"/>
                      <a:pt x="3143" y="13430"/>
                      <a:pt x="3143" y="13525"/>
                    </a:cubicBezTo>
                    <a:cubicBezTo>
                      <a:pt x="3143" y="13621"/>
                      <a:pt x="3048" y="13716"/>
                      <a:pt x="2857" y="13716"/>
                    </a:cubicBezTo>
                    <a:cubicBezTo>
                      <a:pt x="2572" y="13716"/>
                      <a:pt x="2381" y="13811"/>
                      <a:pt x="2191" y="13907"/>
                    </a:cubicBezTo>
                    <a:cubicBezTo>
                      <a:pt x="1810" y="14002"/>
                      <a:pt x="1333" y="14097"/>
                      <a:pt x="1048" y="14192"/>
                    </a:cubicBezTo>
                    <a:cubicBezTo>
                      <a:pt x="381" y="14288"/>
                      <a:pt x="0" y="14383"/>
                      <a:pt x="0" y="14383"/>
                    </a:cubicBezTo>
                    <a:cubicBezTo>
                      <a:pt x="0" y="14383"/>
                      <a:pt x="0" y="14002"/>
                      <a:pt x="0" y="13335"/>
                    </a:cubicBezTo>
                    <a:cubicBezTo>
                      <a:pt x="0" y="13049"/>
                      <a:pt x="0" y="12573"/>
                      <a:pt x="0" y="12192"/>
                    </a:cubicBezTo>
                    <a:cubicBezTo>
                      <a:pt x="0" y="12002"/>
                      <a:pt x="0" y="11716"/>
                      <a:pt x="0" y="11525"/>
                    </a:cubicBezTo>
                    <a:cubicBezTo>
                      <a:pt x="0" y="11430"/>
                      <a:pt x="0" y="11335"/>
                      <a:pt x="190" y="11240"/>
                    </a:cubicBezTo>
                    <a:cubicBezTo>
                      <a:pt x="190" y="11240"/>
                      <a:pt x="381" y="11049"/>
                      <a:pt x="381" y="11049"/>
                    </a:cubicBezTo>
                    <a:cubicBezTo>
                      <a:pt x="1524" y="9716"/>
                      <a:pt x="3048" y="7906"/>
                      <a:pt x="4477" y="6096"/>
                    </a:cubicBezTo>
                    <a:cubicBezTo>
                      <a:pt x="6001" y="4286"/>
                      <a:pt x="7525" y="2477"/>
                      <a:pt x="8572" y="1143"/>
                    </a:cubicBezTo>
                    <a:cubicBezTo>
                      <a:pt x="8572" y="1143"/>
                      <a:pt x="8763" y="953"/>
                      <a:pt x="8763" y="857"/>
                    </a:cubicBezTo>
                    <a:cubicBezTo>
                      <a:pt x="8763" y="762"/>
                      <a:pt x="8858" y="667"/>
                      <a:pt x="8954" y="667"/>
                    </a:cubicBezTo>
                    <a:cubicBezTo>
                      <a:pt x="9239" y="667"/>
                      <a:pt x="9430" y="571"/>
                      <a:pt x="9620" y="476"/>
                    </a:cubicBezTo>
                    <a:cubicBezTo>
                      <a:pt x="10001" y="381"/>
                      <a:pt x="10477" y="286"/>
                      <a:pt x="10763" y="191"/>
                    </a:cubicBezTo>
                    <a:cubicBezTo>
                      <a:pt x="11430" y="95"/>
                      <a:pt x="11811" y="0"/>
                      <a:pt x="1181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9" name="Google Shape;669;p34"/>
              <p:cNvSpPr/>
              <p:nvPr/>
            </p:nvSpPr>
            <p:spPr>
              <a:xfrm>
                <a:off x="6698360" y="2864929"/>
                <a:ext cx="16859" cy="9715"/>
              </a:xfrm>
              <a:custGeom>
                <a:avLst/>
                <a:gdLst/>
                <a:ahLst/>
                <a:cxnLst/>
                <a:rect l="l" t="t" r="r" b="b"/>
                <a:pathLst>
                  <a:path w="16859" h="9715" extrusionOk="0">
                    <a:moveTo>
                      <a:pt x="16859" y="9144"/>
                    </a:moveTo>
                    <a:cubicBezTo>
                      <a:pt x="16859" y="9144"/>
                      <a:pt x="16478" y="9239"/>
                      <a:pt x="15812" y="9430"/>
                    </a:cubicBezTo>
                    <a:cubicBezTo>
                      <a:pt x="15526" y="9430"/>
                      <a:pt x="15050" y="9620"/>
                      <a:pt x="14669" y="9620"/>
                    </a:cubicBezTo>
                    <a:cubicBezTo>
                      <a:pt x="14478" y="9620"/>
                      <a:pt x="14192" y="9620"/>
                      <a:pt x="14002" y="9716"/>
                    </a:cubicBezTo>
                    <a:cubicBezTo>
                      <a:pt x="13907" y="9716"/>
                      <a:pt x="13811" y="9716"/>
                      <a:pt x="13716" y="9620"/>
                    </a:cubicBezTo>
                    <a:cubicBezTo>
                      <a:pt x="13716" y="9620"/>
                      <a:pt x="13526" y="9525"/>
                      <a:pt x="13430" y="9430"/>
                    </a:cubicBezTo>
                    <a:cubicBezTo>
                      <a:pt x="11811" y="8668"/>
                      <a:pt x="9716" y="7620"/>
                      <a:pt x="7620" y="6477"/>
                    </a:cubicBezTo>
                    <a:cubicBezTo>
                      <a:pt x="5525" y="5429"/>
                      <a:pt x="3334" y="4382"/>
                      <a:pt x="1810" y="3524"/>
                    </a:cubicBezTo>
                    <a:cubicBezTo>
                      <a:pt x="1715" y="3524"/>
                      <a:pt x="1619" y="3429"/>
                      <a:pt x="1524" y="3429"/>
                    </a:cubicBezTo>
                    <a:cubicBezTo>
                      <a:pt x="1429" y="3429"/>
                      <a:pt x="1334" y="3429"/>
                      <a:pt x="1238" y="3238"/>
                    </a:cubicBezTo>
                    <a:cubicBezTo>
                      <a:pt x="1143" y="3048"/>
                      <a:pt x="1048" y="2858"/>
                      <a:pt x="857" y="2572"/>
                    </a:cubicBezTo>
                    <a:cubicBezTo>
                      <a:pt x="667" y="2191"/>
                      <a:pt x="476" y="1810"/>
                      <a:pt x="381" y="1524"/>
                    </a:cubicBezTo>
                    <a:cubicBezTo>
                      <a:pt x="95" y="953"/>
                      <a:pt x="0" y="571"/>
                      <a:pt x="0" y="571"/>
                    </a:cubicBezTo>
                    <a:cubicBezTo>
                      <a:pt x="0" y="571"/>
                      <a:pt x="381" y="476"/>
                      <a:pt x="1048" y="286"/>
                    </a:cubicBezTo>
                    <a:cubicBezTo>
                      <a:pt x="1429" y="286"/>
                      <a:pt x="1810" y="95"/>
                      <a:pt x="2191" y="95"/>
                    </a:cubicBezTo>
                    <a:cubicBezTo>
                      <a:pt x="2381" y="95"/>
                      <a:pt x="2667" y="95"/>
                      <a:pt x="2858" y="0"/>
                    </a:cubicBezTo>
                    <a:cubicBezTo>
                      <a:pt x="2953" y="0"/>
                      <a:pt x="3048" y="0"/>
                      <a:pt x="3143" y="95"/>
                    </a:cubicBezTo>
                    <a:cubicBezTo>
                      <a:pt x="3143" y="95"/>
                      <a:pt x="3334" y="191"/>
                      <a:pt x="3429" y="286"/>
                    </a:cubicBezTo>
                    <a:cubicBezTo>
                      <a:pt x="5048" y="1048"/>
                      <a:pt x="7144" y="2191"/>
                      <a:pt x="9239" y="3238"/>
                    </a:cubicBezTo>
                    <a:cubicBezTo>
                      <a:pt x="11335" y="4286"/>
                      <a:pt x="13430" y="5334"/>
                      <a:pt x="15050" y="6191"/>
                    </a:cubicBezTo>
                    <a:cubicBezTo>
                      <a:pt x="15145" y="6191"/>
                      <a:pt x="15240" y="6287"/>
                      <a:pt x="15335" y="6287"/>
                    </a:cubicBezTo>
                    <a:cubicBezTo>
                      <a:pt x="15430" y="6287"/>
                      <a:pt x="15526" y="6287"/>
                      <a:pt x="15621" y="6477"/>
                    </a:cubicBezTo>
                    <a:cubicBezTo>
                      <a:pt x="15716" y="6667"/>
                      <a:pt x="15812" y="6858"/>
                      <a:pt x="16002" y="7049"/>
                    </a:cubicBezTo>
                    <a:cubicBezTo>
                      <a:pt x="16193" y="7429"/>
                      <a:pt x="16383" y="7811"/>
                      <a:pt x="16478" y="8096"/>
                    </a:cubicBezTo>
                    <a:cubicBezTo>
                      <a:pt x="16764" y="8668"/>
                      <a:pt x="16859" y="9049"/>
                      <a:pt x="16859" y="9049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0" name="Google Shape;670;p34"/>
              <p:cNvSpPr/>
              <p:nvPr/>
            </p:nvSpPr>
            <p:spPr>
              <a:xfrm>
                <a:off x="6691122" y="2879407"/>
                <a:ext cx="37909" cy="22288"/>
              </a:xfrm>
              <a:custGeom>
                <a:avLst/>
                <a:gdLst/>
                <a:ahLst/>
                <a:cxnLst/>
                <a:rect l="l" t="t" r="r" b="b"/>
                <a:pathLst>
                  <a:path w="37909" h="22288" extrusionOk="0">
                    <a:moveTo>
                      <a:pt x="3143" y="0"/>
                    </a:moveTo>
                    <a:lnTo>
                      <a:pt x="0" y="2858"/>
                    </a:lnTo>
                    <a:lnTo>
                      <a:pt x="34957" y="22288"/>
                    </a:lnTo>
                    <a:lnTo>
                      <a:pt x="37909" y="18859"/>
                    </a:lnTo>
                    <a:lnTo>
                      <a:pt x="3143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1" name="Google Shape;671;p34"/>
              <p:cNvSpPr/>
              <p:nvPr/>
            </p:nvSpPr>
            <p:spPr>
              <a:xfrm>
                <a:off x="6757521" y="2739866"/>
                <a:ext cx="35116" cy="32861"/>
              </a:xfrm>
              <a:custGeom>
                <a:avLst/>
                <a:gdLst/>
                <a:ahLst/>
                <a:cxnLst/>
                <a:rect l="l" t="t" r="r" b="b"/>
                <a:pathLst>
                  <a:path w="35116" h="32861" extrusionOk="0">
                    <a:moveTo>
                      <a:pt x="275" y="32861"/>
                    </a:moveTo>
                    <a:lnTo>
                      <a:pt x="275" y="31052"/>
                    </a:lnTo>
                    <a:cubicBezTo>
                      <a:pt x="-11" y="28670"/>
                      <a:pt x="-1058" y="7334"/>
                      <a:pt x="4276" y="1619"/>
                    </a:cubicBezTo>
                    <a:cubicBezTo>
                      <a:pt x="5323" y="572"/>
                      <a:pt x="6562" y="0"/>
                      <a:pt x="7895" y="0"/>
                    </a:cubicBezTo>
                    <a:cubicBezTo>
                      <a:pt x="10372" y="0"/>
                      <a:pt x="12943" y="1810"/>
                      <a:pt x="15896" y="5715"/>
                    </a:cubicBezTo>
                    <a:cubicBezTo>
                      <a:pt x="16658" y="6668"/>
                      <a:pt x="17610" y="9144"/>
                      <a:pt x="18277" y="10858"/>
                    </a:cubicBezTo>
                    <a:cubicBezTo>
                      <a:pt x="19325" y="10668"/>
                      <a:pt x="20849" y="10478"/>
                      <a:pt x="22564" y="10478"/>
                    </a:cubicBezTo>
                    <a:cubicBezTo>
                      <a:pt x="28945" y="10478"/>
                      <a:pt x="33232" y="13335"/>
                      <a:pt x="34851" y="18574"/>
                    </a:cubicBezTo>
                    <a:cubicBezTo>
                      <a:pt x="35422" y="20383"/>
                      <a:pt x="35041" y="22098"/>
                      <a:pt x="33993" y="23622"/>
                    </a:cubicBezTo>
                    <a:cubicBezTo>
                      <a:pt x="28850" y="30956"/>
                      <a:pt x="4847" y="32576"/>
                      <a:pt x="2085" y="32671"/>
                    </a:cubicBezTo>
                    <a:lnTo>
                      <a:pt x="275" y="32671"/>
                    </a:lnTo>
                    <a:close/>
                    <a:moveTo>
                      <a:pt x="7895" y="3620"/>
                    </a:moveTo>
                    <a:cubicBezTo>
                      <a:pt x="7895" y="3620"/>
                      <a:pt x="7324" y="3620"/>
                      <a:pt x="6943" y="4096"/>
                    </a:cubicBezTo>
                    <a:cubicBezTo>
                      <a:pt x="3990" y="7239"/>
                      <a:pt x="3418" y="20288"/>
                      <a:pt x="3704" y="28956"/>
                    </a:cubicBezTo>
                    <a:cubicBezTo>
                      <a:pt x="13419" y="28194"/>
                      <a:pt x="28088" y="25718"/>
                      <a:pt x="30946" y="21527"/>
                    </a:cubicBezTo>
                    <a:cubicBezTo>
                      <a:pt x="31422" y="20860"/>
                      <a:pt x="31517" y="20288"/>
                      <a:pt x="31327" y="19622"/>
                    </a:cubicBezTo>
                    <a:cubicBezTo>
                      <a:pt x="30184" y="15907"/>
                      <a:pt x="27326" y="14097"/>
                      <a:pt x="22564" y="14097"/>
                    </a:cubicBezTo>
                    <a:cubicBezTo>
                      <a:pt x="19801" y="14097"/>
                      <a:pt x="17706" y="14764"/>
                      <a:pt x="17610" y="14764"/>
                    </a:cubicBezTo>
                    <a:lnTo>
                      <a:pt x="15991" y="15240"/>
                    </a:lnTo>
                    <a:lnTo>
                      <a:pt x="15420" y="13621"/>
                    </a:lnTo>
                    <a:cubicBezTo>
                      <a:pt x="14658" y="11335"/>
                      <a:pt x="13515" y="8573"/>
                      <a:pt x="13039" y="8001"/>
                    </a:cubicBezTo>
                    <a:cubicBezTo>
                      <a:pt x="9991" y="4096"/>
                      <a:pt x="8467" y="3715"/>
                      <a:pt x="7895" y="3715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97" name="Google Shape;697;p34"/>
            <p:cNvGrpSpPr/>
            <p:nvPr/>
          </p:nvGrpSpPr>
          <p:grpSpPr>
            <a:xfrm>
              <a:off x="7617533" y="4221747"/>
              <a:ext cx="691562" cy="453084"/>
              <a:chOff x="3671887" y="2518875"/>
              <a:chExt cx="1646576" cy="1079030"/>
            </a:xfrm>
          </p:grpSpPr>
          <p:sp>
            <p:nvSpPr>
              <p:cNvPr id="698" name="Google Shape;698;p34"/>
              <p:cNvSpPr/>
              <p:nvPr/>
            </p:nvSpPr>
            <p:spPr>
              <a:xfrm>
                <a:off x="3864661" y="2551090"/>
                <a:ext cx="1352112" cy="1032514"/>
              </a:xfrm>
              <a:custGeom>
                <a:avLst/>
                <a:gdLst/>
                <a:ahLst/>
                <a:cxnLst/>
                <a:rect l="l" t="t" r="r" b="b"/>
                <a:pathLst>
                  <a:path w="295867" h="225933" extrusionOk="0">
                    <a:moveTo>
                      <a:pt x="111273" y="0"/>
                    </a:moveTo>
                    <a:lnTo>
                      <a:pt x="295868" y="73723"/>
                    </a:lnTo>
                    <a:lnTo>
                      <a:pt x="181187" y="225933"/>
                    </a:lnTo>
                    <a:lnTo>
                      <a:pt x="2593" y="131731"/>
                    </a:lnTo>
                    <a:cubicBezTo>
                      <a:pt x="2593" y="131731"/>
                      <a:pt x="-26649" y="53530"/>
                      <a:pt x="11127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9" name="Google Shape;699;p34"/>
              <p:cNvSpPr/>
              <p:nvPr/>
            </p:nvSpPr>
            <p:spPr>
              <a:xfrm>
                <a:off x="3971421" y="2665593"/>
                <a:ext cx="1172676" cy="880159"/>
              </a:xfrm>
              <a:custGeom>
                <a:avLst/>
                <a:gdLst/>
                <a:ahLst/>
                <a:cxnLst/>
                <a:rect l="l" t="t" r="r" b="b"/>
                <a:pathLst>
                  <a:path w="256603" h="192595" extrusionOk="0">
                    <a:moveTo>
                      <a:pt x="9525" y="31433"/>
                    </a:moveTo>
                    <a:lnTo>
                      <a:pt x="0" y="87916"/>
                    </a:lnTo>
                    <a:lnTo>
                      <a:pt x="61532" y="150114"/>
                    </a:lnTo>
                    <a:lnTo>
                      <a:pt x="142208" y="192596"/>
                    </a:lnTo>
                    <a:lnTo>
                      <a:pt x="256604" y="41815"/>
                    </a:lnTo>
                    <a:lnTo>
                      <a:pt x="162496" y="0"/>
                    </a:lnTo>
                    <a:lnTo>
                      <a:pt x="9525" y="31433"/>
                    </a:lnTo>
                    <a:close/>
                  </a:path>
                </a:pathLst>
              </a:custGeom>
              <a:solidFill>
                <a:srgbClr val="FFFFFF">
                  <a:alpha val="15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0" name="Google Shape;700;p34"/>
              <p:cNvSpPr/>
              <p:nvPr/>
            </p:nvSpPr>
            <p:spPr>
              <a:xfrm>
                <a:off x="3963587" y="2648179"/>
                <a:ext cx="430069" cy="480558"/>
              </a:xfrm>
              <a:custGeom>
                <a:avLst/>
                <a:gdLst/>
                <a:ahLst/>
                <a:cxnLst/>
                <a:rect l="l" t="t" r="r" b="b"/>
                <a:pathLst>
                  <a:path w="94107" h="105155" extrusionOk="0">
                    <a:moveTo>
                      <a:pt x="24384" y="105156"/>
                    </a:moveTo>
                    <a:cubicBezTo>
                      <a:pt x="24384" y="105156"/>
                      <a:pt x="17812" y="31623"/>
                      <a:pt x="94107" y="14859"/>
                    </a:cubicBezTo>
                    <a:lnTo>
                      <a:pt x="59150" y="0"/>
                    </a:lnTo>
                    <a:cubicBezTo>
                      <a:pt x="59150" y="0"/>
                      <a:pt x="2191" y="26765"/>
                      <a:pt x="0" y="90868"/>
                    </a:cubicBezTo>
                    <a:lnTo>
                      <a:pt x="24384" y="105156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1" name="Google Shape;701;p34"/>
              <p:cNvSpPr/>
              <p:nvPr/>
            </p:nvSpPr>
            <p:spPr>
              <a:xfrm>
                <a:off x="4135993" y="2727413"/>
                <a:ext cx="430069" cy="480563"/>
              </a:xfrm>
              <a:custGeom>
                <a:avLst/>
                <a:gdLst/>
                <a:ahLst/>
                <a:cxnLst/>
                <a:rect l="l" t="t" r="r" b="b"/>
                <a:pathLst>
                  <a:path w="94107" h="105156" extrusionOk="0">
                    <a:moveTo>
                      <a:pt x="24384" y="105156"/>
                    </a:moveTo>
                    <a:cubicBezTo>
                      <a:pt x="24384" y="105156"/>
                      <a:pt x="17812" y="31623"/>
                      <a:pt x="94107" y="14859"/>
                    </a:cubicBezTo>
                    <a:lnTo>
                      <a:pt x="59150" y="0"/>
                    </a:lnTo>
                    <a:cubicBezTo>
                      <a:pt x="59150" y="0"/>
                      <a:pt x="2191" y="26765"/>
                      <a:pt x="0" y="90869"/>
                    </a:cubicBezTo>
                    <a:lnTo>
                      <a:pt x="24289" y="105156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2" name="Google Shape;702;p34"/>
              <p:cNvSpPr/>
              <p:nvPr/>
            </p:nvSpPr>
            <p:spPr>
              <a:xfrm>
                <a:off x="4325813" y="2827116"/>
                <a:ext cx="430069" cy="480558"/>
              </a:xfrm>
              <a:custGeom>
                <a:avLst/>
                <a:gdLst/>
                <a:ahLst/>
                <a:cxnLst/>
                <a:rect l="l" t="t" r="r" b="b"/>
                <a:pathLst>
                  <a:path w="94107" h="105155" extrusionOk="0">
                    <a:moveTo>
                      <a:pt x="24384" y="105156"/>
                    </a:moveTo>
                    <a:cubicBezTo>
                      <a:pt x="24384" y="105156"/>
                      <a:pt x="17812" y="31623"/>
                      <a:pt x="94107" y="14859"/>
                    </a:cubicBezTo>
                    <a:lnTo>
                      <a:pt x="59150" y="0"/>
                    </a:lnTo>
                    <a:cubicBezTo>
                      <a:pt x="59150" y="0"/>
                      <a:pt x="2191" y="26765"/>
                      <a:pt x="0" y="90868"/>
                    </a:cubicBezTo>
                    <a:lnTo>
                      <a:pt x="24384" y="105156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3" name="Google Shape;703;p34"/>
              <p:cNvSpPr/>
              <p:nvPr/>
            </p:nvSpPr>
            <p:spPr>
              <a:xfrm>
                <a:off x="4535078" y="2846387"/>
                <a:ext cx="783385" cy="751518"/>
              </a:xfrm>
              <a:custGeom>
                <a:avLst/>
                <a:gdLst/>
                <a:ahLst/>
                <a:cxnLst/>
                <a:rect l="l" t="t" r="r" b="b"/>
                <a:pathLst>
                  <a:path w="171419" h="164446" extrusionOk="0">
                    <a:moveTo>
                      <a:pt x="160243" y="19120"/>
                    </a:moveTo>
                    <a:cubicBezTo>
                      <a:pt x="183579" y="48172"/>
                      <a:pt x="169197" y="99988"/>
                      <a:pt x="128048" y="134849"/>
                    </a:cubicBezTo>
                    <a:cubicBezTo>
                      <a:pt x="86900" y="169711"/>
                      <a:pt x="34513" y="174473"/>
                      <a:pt x="11177" y="145422"/>
                    </a:cubicBezTo>
                    <a:cubicBezTo>
                      <a:pt x="-12160" y="116371"/>
                      <a:pt x="2223" y="64555"/>
                      <a:pt x="43371" y="29598"/>
                    </a:cubicBezTo>
                    <a:cubicBezTo>
                      <a:pt x="84519" y="-5264"/>
                      <a:pt x="136811" y="-10026"/>
                      <a:pt x="160243" y="1902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4" name="Google Shape;704;p34"/>
              <p:cNvSpPr/>
              <p:nvPr/>
            </p:nvSpPr>
            <p:spPr>
              <a:xfrm>
                <a:off x="3694527" y="2518875"/>
                <a:ext cx="1446474" cy="542806"/>
              </a:xfrm>
              <a:custGeom>
                <a:avLst/>
                <a:gdLst/>
                <a:ahLst/>
                <a:cxnLst/>
                <a:rect l="l" t="t" r="r" b="b"/>
                <a:pathLst>
                  <a:path w="316515" h="118776" extrusionOk="0">
                    <a:moveTo>
                      <a:pt x="316516" y="70104"/>
                    </a:moveTo>
                    <a:lnTo>
                      <a:pt x="163544" y="0"/>
                    </a:lnTo>
                    <a:cubicBezTo>
                      <a:pt x="163544" y="0"/>
                      <a:pt x="121539" y="24289"/>
                      <a:pt x="56197" y="33623"/>
                    </a:cubicBezTo>
                    <a:cubicBezTo>
                      <a:pt x="29432" y="37433"/>
                      <a:pt x="0" y="49339"/>
                      <a:pt x="0" y="49339"/>
                    </a:cubicBezTo>
                    <a:lnTo>
                      <a:pt x="105918" y="118777"/>
                    </a:lnTo>
                    <a:lnTo>
                      <a:pt x="174117" y="100108"/>
                    </a:lnTo>
                    <a:lnTo>
                      <a:pt x="233172" y="66294"/>
                    </a:lnTo>
                    <a:lnTo>
                      <a:pt x="263652" y="60674"/>
                    </a:lnTo>
                    <a:lnTo>
                      <a:pt x="316325" y="70104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5" name="Google Shape;705;p34"/>
              <p:cNvSpPr/>
              <p:nvPr/>
            </p:nvSpPr>
            <p:spPr>
              <a:xfrm>
                <a:off x="4179095" y="2790047"/>
                <a:ext cx="1062548" cy="290835"/>
              </a:xfrm>
              <a:custGeom>
                <a:avLst/>
                <a:gdLst/>
                <a:ahLst/>
                <a:cxnLst/>
                <a:rect l="l" t="t" r="r" b="b"/>
                <a:pathLst>
                  <a:path w="232505" h="63640" extrusionOk="0">
                    <a:moveTo>
                      <a:pt x="204406" y="12396"/>
                    </a:moveTo>
                    <a:cubicBezTo>
                      <a:pt x="204406" y="12396"/>
                      <a:pt x="151924" y="-1892"/>
                      <a:pt x="110966" y="21445"/>
                    </a:cubicBezTo>
                    <a:cubicBezTo>
                      <a:pt x="70009" y="44876"/>
                      <a:pt x="36195" y="55925"/>
                      <a:pt x="0" y="63641"/>
                    </a:cubicBezTo>
                    <a:lnTo>
                      <a:pt x="0" y="57830"/>
                    </a:lnTo>
                    <a:cubicBezTo>
                      <a:pt x="0" y="57830"/>
                      <a:pt x="55816" y="48400"/>
                      <a:pt x="106013" y="16968"/>
                    </a:cubicBezTo>
                    <a:cubicBezTo>
                      <a:pt x="148018" y="-9321"/>
                      <a:pt x="199072" y="-3987"/>
                      <a:pt x="232505" y="25541"/>
                    </a:cubicBezTo>
                    <a:cubicBezTo>
                      <a:pt x="221932" y="18587"/>
                      <a:pt x="204406" y="12396"/>
                      <a:pt x="204406" y="1239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6" name="Google Shape;706;p34"/>
              <p:cNvSpPr/>
              <p:nvPr/>
            </p:nvSpPr>
            <p:spPr>
              <a:xfrm>
                <a:off x="3671887" y="2744833"/>
                <a:ext cx="506680" cy="336480"/>
              </a:xfrm>
              <a:custGeom>
                <a:avLst/>
                <a:gdLst/>
                <a:ahLst/>
                <a:cxnLst/>
                <a:rect l="l" t="t" r="r" b="b"/>
                <a:pathLst>
                  <a:path w="110871" h="73628" extrusionOk="0">
                    <a:moveTo>
                      <a:pt x="4953" y="0"/>
                    </a:moveTo>
                    <a:lnTo>
                      <a:pt x="110871" y="67818"/>
                    </a:lnTo>
                    <a:lnTo>
                      <a:pt x="110871" y="73628"/>
                    </a:lnTo>
                    <a:lnTo>
                      <a:pt x="0" y="7620"/>
                    </a:lnTo>
                    <a:lnTo>
                      <a:pt x="495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7" name="Google Shape;707;p34"/>
              <p:cNvSpPr/>
              <p:nvPr/>
            </p:nvSpPr>
            <p:spPr>
              <a:xfrm>
                <a:off x="4577683" y="2888251"/>
                <a:ext cx="697318" cy="668678"/>
              </a:xfrm>
              <a:custGeom>
                <a:avLst/>
                <a:gdLst/>
                <a:ahLst/>
                <a:cxnLst/>
                <a:rect l="l" t="t" r="r" b="b"/>
                <a:pathLst>
                  <a:path w="152586" h="146319" extrusionOk="0">
                    <a:moveTo>
                      <a:pt x="142635" y="16914"/>
                    </a:moveTo>
                    <a:cubicBezTo>
                      <a:pt x="163399" y="42727"/>
                      <a:pt x="150636" y="88923"/>
                      <a:pt x="113965" y="119975"/>
                    </a:cubicBezTo>
                    <a:cubicBezTo>
                      <a:pt x="77389" y="151026"/>
                      <a:pt x="30811" y="155217"/>
                      <a:pt x="9951" y="129405"/>
                    </a:cubicBezTo>
                    <a:cubicBezTo>
                      <a:pt x="-10813" y="103592"/>
                      <a:pt x="1950" y="57396"/>
                      <a:pt x="38622" y="26344"/>
                    </a:cubicBezTo>
                    <a:cubicBezTo>
                      <a:pt x="75293" y="-4707"/>
                      <a:pt x="121775" y="-8898"/>
                      <a:pt x="142635" y="16914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8" name="Google Shape;708;p34"/>
              <p:cNvSpPr/>
              <p:nvPr/>
            </p:nvSpPr>
            <p:spPr>
              <a:xfrm>
                <a:off x="4619827" y="2903911"/>
                <a:ext cx="613125" cy="495927"/>
              </a:xfrm>
              <a:custGeom>
                <a:avLst/>
                <a:gdLst/>
                <a:ahLst/>
                <a:cxnLst/>
                <a:rect l="l" t="t" r="r" b="b"/>
                <a:pathLst>
                  <a:path w="134163" h="108518" extrusionOk="0">
                    <a:moveTo>
                      <a:pt x="10144" y="108137"/>
                    </a:moveTo>
                    <a:cubicBezTo>
                      <a:pt x="10716" y="106232"/>
                      <a:pt x="11383" y="104327"/>
                      <a:pt x="12145" y="102422"/>
                    </a:cubicBezTo>
                    <a:cubicBezTo>
                      <a:pt x="12526" y="101470"/>
                      <a:pt x="12906" y="100517"/>
                      <a:pt x="13383" y="99565"/>
                    </a:cubicBezTo>
                    <a:cubicBezTo>
                      <a:pt x="13859" y="98612"/>
                      <a:pt x="14240" y="97660"/>
                      <a:pt x="14716" y="96707"/>
                    </a:cubicBezTo>
                    <a:cubicBezTo>
                      <a:pt x="14716" y="96707"/>
                      <a:pt x="14716" y="96707"/>
                      <a:pt x="14716" y="96707"/>
                    </a:cubicBezTo>
                    <a:cubicBezTo>
                      <a:pt x="15193" y="95755"/>
                      <a:pt x="15669" y="94898"/>
                      <a:pt x="16145" y="93945"/>
                    </a:cubicBezTo>
                    <a:cubicBezTo>
                      <a:pt x="16145" y="93945"/>
                      <a:pt x="16145" y="93945"/>
                      <a:pt x="16145" y="93945"/>
                    </a:cubicBezTo>
                    <a:cubicBezTo>
                      <a:pt x="16621" y="92993"/>
                      <a:pt x="17193" y="92135"/>
                      <a:pt x="17764" y="91183"/>
                    </a:cubicBezTo>
                    <a:cubicBezTo>
                      <a:pt x="17764" y="91183"/>
                      <a:pt x="17764" y="91183"/>
                      <a:pt x="17764" y="91088"/>
                    </a:cubicBezTo>
                    <a:cubicBezTo>
                      <a:pt x="18336" y="90230"/>
                      <a:pt x="18907" y="89278"/>
                      <a:pt x="19479" y="88421"/>
                    </a:cubicBezTo>
                    <a:cubicBezTo>
                      <a:pt x="19479" y="88421"/>
                      <a:pt x="19479" y="88421"/>
                      <a:pt x="19479" y="88325"/>
                    </a:cubicBezTo>
                    <a:cubicBezTo>
                      <a:pt x="20050" y="87468"/>
                      <a:pt x="20622" y="86516"/>
                      <a:pt x="21289" y="85658"/>
                    </a:cubicBezTo>
                    <a:cubicBezTo>
                      <a:pt x="21289" y="85658"/>
                      <a:pt x="21289" y="85563"/>
                      <a:pt x="21384" y="85468"/>
                    </a:cubicBezTo>
                    <a:cubicBezTo>
                      <a:pt x="22051" y="84611"/>
                      <a:pt x="22622" y="83753"/>
                      <a:pt x="23289" y="82896"/>
                    </a:cubicBezTo>
                    <a:cubicBezTo>
                      <a:pt x="23289" y="82896"/>
                      <a:pt x="23289" y="82801"/>
                      <a:pt x="23384" y="82706"/>
                    </a:cubicBezTo>
                    <a:cubicBezTo>
                      <a:pt x="24051" y="81848"/>
                      <a:pt x="24718" y="80991"/>
                      <a:pt x="25385" y="80134"/>
                    </a:cubicBezTo>
                    <a:cubicBezTo>
                      <a:pt x="25385" y="80134"/>
                      <a:pt x="25385" y="80039"/>
                      <a:pt x="25575" y="79943"/>
                    </a:cubicBezTo>
                    <a:cubicBezTo>
                      <a:pt x="26242" y="79086"/>
                      <a:pt x="27004" y="78229"/>
                      <a:pt x="27670" y="77467"/>
                    </a:cubicBezTo>
                    <a:cubicBezTo>
                      <a:pt x="27670" y="77467"/>
                      <a:pt x="27766" y="77372"/>
                      <a:pt x="27861" y="77276"/>
                    </a:cubicBezTo>
                    <a:cubicBezTo>
                      <a:pt x="28623" y="76419"/>
                      <a:pt x="29385" y="75657"/>
                      <a:pt x="30147" y="74800"/>
                    </a:cubicBezTo>
                    <a:cubicBezTo>
                      <a:pt x="30147" y="74800"/>
                      <a:pt x="30242" y="74705"/>
                      <a:pt x="30337" y="74609"/>
                    </a:cubicBezTo>
                    <a:cubicBezTo>
                      <a:pt x="31099" y="73752"/>
                      <a:pt x="31956" y="72990"/>
                      <a:pt x="32719" y="72133"/>
                    </a:cubicBezTo>
                    <a:cubicBezTo>
                      <a:pt x="32719" y="72133"/>
                      <a:pt x="32719" y="72133"/>
                      <a:pt x="32814" y="72038"/>
                    </a:cubicBezTo>
                    <a:cubicBezTo>
                      <a:pt x="33671" y="71180"/>
                      <a:pt x="34528" y="70418"/>
                      <a:pt x="35386" y="69656"/>
                    </a:cubicBezTo>
                    <a:cubicBezTo>
                      <a:pt x="35386" y="69656"/>
                      <a:pt x="35386" y="69656"/>
                      <a:pt x="35481" y="69561"/>
                    </a:cubicBezTo>
                    <a:cubicBezTo>
                      <a:pt x="36338" y="68799"/>
                      <a:pt x="37291" y="67942"/>
                      <a:pt x="38148" y="67180"/>
                    </a:cubicBezTo>
                    <a:lnTo>
                      <a:pt x="38148" y="67180"/>
                    </a:lnTo>
                    <a:cubicBezTo>
                      <a:pt x="39100" y="66323"/>
                      <a:pt x="40053" y="65561"/>
                      <a:pt x="41005" y="64799"/>
                    </a:cubicBezTo>
                    <a:cubicBezTo>
                      <a:pt x="41958" y="64037"/>
                      <a:pt x="42910" y="63275"/>
                      <a:pt x="43958" y="62513"/>
                    </a:cubicBezTo>
                    <a:cubicBezTo>
                      <a:pt x="43958" y="62513"/>
                      <a:pt x="43958" y="62513"/>
                      <a:pt x="43958" y="62513"/>
                    </a:cubicBezTo>
                    <a:cubicBezTo>
                      <a:pt x="44911" y="61846"/>
                      <a:pt x="45863" y="61084"/>
                      <a:pt x="46911" y="60417"/>
                    </a:cubicBezTo>
                    <a:cubicBezTo>
                      <a:pt x="46911" y="60417"/>
                      <a:pt x="46911" y="60417"/>
                      <a:pt x="47006" y="60322"/>
                    </a:cubicBezTo>
                    <a:cubicBezTo>
                      <a:pt x="47959" y="59655"/>
                      <a:pt x="48911" y="58988"/>
                      <a:pt x="49864" y="58417"/>
                    </a:cubicBezTo>
                    <a:cubicBezTo>
                      <a:pt x="49864" y="58417"/>
                      <a:pt x="49959" y="58417"/>
                      <a:pt x="50054" y="58322"/>
                    </a:cubicBezTo>
                    <a:cubicBezTo>
                      <a:pt x="51006" y="57750"/>
                      <a:pt x="51959" y="57083"/>
                      <a:pt x="52912" y="56512"/>
                    </a:cubicBezTo>
                    <a:cubicBezTo>
                      <a:pt x="52912" y="56512"/>
                      <a:pt x="53102" y="56417"/>
                      <a:pt x="53102" y="56321"/>
                    </a:cubicBezTo>
                    <a:cubicBezTo>
                      <a:pt x="54055" y="55750"/>
                      <a:pt x="55007" y="55178"/>
                      <a:pt x="55960" y="54702"/>
                    </a:cubicBezTo>
                    <a:cubicBezTo>
                      <a:pt x="55960" y="54702"/>
                      <a:pt x="56150" y="54607"/>
                      <a:pt x="56245" y="54512"/>
                    </a:cubicBezTo>
                    <a:cubicBezTo>
                      <a:pt x="57198" y="53940"/>
                      <a:pt x="58150" y="53464"/>
                      <a:pt x="59103" y="52988"/>
                    </a:cubicBezTo>
                    <a:cubicBezTo>
                      <a:pt x="59103" y="52988"/>
                      <a:pt x="59293" y="52892"/>
                      <a:pt x="59389" y="52797"/>
                    </a:cubicBezTo>
                    <a:cubicBezTo>
                      <a:pt x="60341" y="52321"/>
                      <a:pt x="61294" y="51845"/>
                      <a:pt x="62246" y="51368"/>
                    </a:cubicBezTo>
                    <a:cubicBezTo>
                      <a:pt x="62341" y="51368"/>
                      <a:pt x="62437" y="51273"/>
                      <a:pt x="62532" y="51178"/>
                    </a:cubicBezTo>
                    <a:cubicBezTo>
                      <a:pt x="63485" y="50702"/>
                      <a:pt x="64437" y="50321"/>
                      <a:pt x="65389" y="49940"/>
                    </a:cubicBezTo>
                    <a:cubicBezTo>
                      <a:pt x="65485" y="49940"/>
                      <a:pt x="65580" y="49844"/>
                      <a:pt x="65770" y="49749"/>
                    </a:cubicBezTo>
                    <a:cubicBezTo>
                      <a:pt x="66723" y="49368"/>
                      <a:pt x="67675" y="48987"/>
                      <a:pt x="68628" y="48606"/>
                    </a:cubicBezTo>
                    <a:cubicBezTo>
                      <a:pt x="68723" y="48606"/>
                      <a:pt x="68818" y="48606"/>
                      <a:pt x="69009" y="48511"/>
                    </a:cubicBezTo>
                    <a:cubicBezTo>
                      <a:pt x="69961" y="48130"/>
                      <a:pt x="70914" y="47844"/>
                      <a:pt x="71866" y="47463"/>
                    </a:cubicBezTo>
                    <a:cubicBezTo>
                      <a:pt x="71962" y="47463"/>
                      <a:pt x="72057" y="47463"/>
                      <a:pt x="72247" y="47368"/>
                    </a:cubicBezTo>
                    <a:cubicBezTo>
                      <a:pt x="73200" y="47082"/>
                      <a:pt x="74152" y="46701"/>
                      <a:pt x="75105" y="46415"/>
                    </a:cubicBezTo>
                    <a:cubicBezTo>
                      <a:pt x="75200" y="46415"/>
                      <a:pt x="75295" y="46415"/>
                      <a:pt x="75486" y="46320"/>
                    </a:cubicBezTo>
                    <a:cubicBezTo>
                      <a:pt x="76438" y="46034"/>
                      <a:pt x="77391" y="45749"/>
                      <a:pt x="78343" y="45558"/>
                    </a:cubicBezTo>
                    <a:cubicBezTo>
                      <a:pt x="78439" y="45558"/>
                      <a:pt x="78534" y="45558"/>
                      <a:pt x="78724" y="45558"/>
                    </a:cubicBezTo>
                    <a:cubicBezTo>
                      <a:pt x="79677" y="45272"/>
                      <a:pt x="80629" y="45082"/>
                      <a:pt x="81582" y="44891"/>
                    </a:cubicBezTo>
                    <a:cubicBezTo>
                      <a:pt x="81677" y="44891"/>
                      <a:pt x="81772" y="44891"/>
                      <a:pt x="81868" y="44891"/>
                    </a:cubicBezTo>
                    <a:cubicBezTo>
                      <a:pt x="82820" y="44701"/>
                      <a:pt x="83773" y="44510"/>
                      <a:pt x="84725" y="44320"/>
                    </a:cubicBezTo>
                    <a:cubicBezTo>
                      <a:pt x="84725" y="44320"/>
                      <a:pt x="84916" y="44320"/>
                      <a:pt x="85011" y="44320"/>
                    </a:cubicBezTo>
                    <a:cubicBezTo>
                      <a:pt x="85963" y="44129"/>
                      <a:pt x="86916" y="44034"/>
                      <a:pt x="87868" y="43844"/>
                    </a:cubicBezTo>
                    <a:cubicBezTo>
                      <a:pt x="87868" y="43844"/>
                      <a:pt x="88059" y="43844"/>
                      <a:pt x="88154" y="43844"/>
                    </a:cubicBezTo>
                    <a:cubicBezTo>
                      <a:pt x="89106" y="43748"/>
                      <a:pt x="90059" y="43558"/>
                      <a:pt x="91012" y="43463"/>
                    </a:cubicBezTo>
                    <a:cubicBezTo>
                      <a:pt x="91012" y="43463"/>
                      <a:pt x="91202" y="43463"/>
                      <a:pt x="91202" y="43463"/>
                    </a:cubicBezTo>
                    <a:cubicBezTo>
                      <a:pt x="92155" y="43463"/>
                      <a:pt x="93107" y="43272"/>
                      <a:pt x="94060" y="43272"/>
                    </a:cubicBezTo>
                    <a:cubicBezTo>
                      <a:pt x="94060" y="43272"/>
                      <a:pt x="94155" y="43272"/>
                      <a:pt x="94250" y="43272"/>
                    </a:cubicBezTo>
                    <a:cubicBezTo>
                      <a:pt x="95203" y="43272"/>
                      <a:pt x="96155" y="43272"/>
                      <a:pt x="97108" y="43177"/>
                    </a:cubicBezTo>
                    <a:lnTo>
                      <a:pt x="97298" y="43177"/>
                    </a:lnTo>
                    <a:cubicBezTo>
                      <a:pt x="98251" y="43177"/>
                      <a:pt x="99203" y="43177"/>
                      <a:pt x="100156" y="43177"/>
                    </a:cubicBezTo>
                    <a:cubicBezTo>
                      <a:pt x="100156" y="43177"/>
                      <a:pt x="100156" y="43177"/>
                      <a:pt x="100251" y="43177"/>
                    </a:cubicBezTo>
                    <a:cubicBezTo>
                      <a:pt x="101203" y="43177"/>
                      <a:pt x="102156" y="43177"/>
                      <a:pt x="103013" y="43367"/>
                    </a:cubicBezTo>
                    <a:cubicBezTo>
                      <a:pt x="103013" y="43367"/>
                      <a:pt x="103013" y="43367"/>
                      <a:pt x="103013" y="43367"/>
                    </a:cubicBezTo>
                    <a:cubicBezTo>
                      <a:pt x="114443" y="44320"/>
                      <a:pt x="124444" y="48511"/>
                      <a:pt x="131493" y="55940"/>
                    </a:cubicBezTo>
                    <a:cubicBezTo>
                      <a:pt x="136351" y="40224"/>
                      <a:pt x="134731" y="24889"/>
                      <a:pt x="125397" y="14030"/>
                    </a:cubicBezTo>
                    <a:cubicBezTo>
                      <a:pt x="107109" y="-7401"/>
                      <a:pt x="66151" y="-3877"/>
                      <a:pt x="33957" y="21841"/>
                    </a:cubicBezTo>
                    <a:cubicBezTo>
                      <a:pt x="1762" y="47558"/>
                      <a:pt x="-9572" y="85849"/>
                      <a:pt x="8811" y="107280"/>
                    </a:cubicBezTo>
                    <a:cubicBezTo>
                      <a:pt x="9192" y="107661"/>
                      <a:pt x="9573" y="108137"/>
                      <a:pt x="9859" y="108518"/>
                    </a:cubicBezTo>
                    <a:close/>
                  </a:path>
                </a:pathLst>
              </a:custGeom>
              <a:solidFill>
                <a:srgbClr val="FFFFFF">
                  <a:alpha val="15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25" name="Google Shape;603;p34">
            <a:extLst>
              <a:ext uri="{FF2B5EF4-FFF2-40B4-BE49-F238E27FC236}">
                <a16:creationId xmlns:a16="http://schemas.microsoft.com/office/drawing/2014/main" id="{402766C7-94BF-E27F-C5A8-6EF638DECA1F}"/>
              </a:ext>
            </a:extLst>
          </p:cNvPr>
          <p:cNvSpPr txBox="1">
            <a:spLocks/>
          </p:cNvSpPr>
          <p:nvPr/>
        </p:nvSpPr>
        <p:spPr>
          <a:xfrm>
            <a:off x="5189397" y="2701415"/>
            <a:ext cx="2565641" cy="572699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Inter"/>
              <a:buNone/>
              <a:defRPr sz="1800" b="1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Inter"/>
              <a:buNone/>
              <a:defRPr sz="3000" b="1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Inter"/>
              <a:buNone/>
              <a:defRPr sz="3000" b="1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Inter"/>
              <a:buNone/>
              <a:defRPr sz="3000" b="1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Inter"/>
              <a:buNone/>
              <a:defRPr sz="3000" b="1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Inter"/>
              <a:buNone/>
              <a:defRPr sz="3000" b="1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Inter"/>
              <a:buNone/>
              <a:defRPr sz="3000" b="1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Inter"/>
              <a:buNone/>
              <a:defRPr sz="3000" b="1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Inter"/>
              <a:buNone/>
              <a:defRPr sz="3000" b="1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r>
              <a:rPr lang="en-US" dirty="0"/>
              <a:t>Regression</a:t>
            </a:r>
          </a:p>
        </p:txBody>
      </p:sp>
    </p:spTree>
    <p:extLst>
      <p:ext uri="{BB962C8B-B14F-4D97-AF65-F5344CB8AC3E}">
        <p14:creationId xmlns:p14="http://schemas.microsoft.com/office/powerpoint/2010/main" val="20033148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2" name="Google Shape;1042;p38"/>
          <p:cNvSpPr txBox="1">
            <a:spLocks noGrp="1"/>
          </p:cNvSpPr>
          <p:nvPr>
            <p:ph type="title"/>
          </p:nvPr>
        </p:nvSpPr>
        <p:spPr>
          <a:xfrm>
            <a:off x="357264" y="170978"/>
            <a:ext cx="77040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/>
              <a:t>Previous Results of Classification Task</a:t>
            </a:r>
            <a:endParaRPr sz="280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6D3320AC-1D0C-8CAD-B285-DC3996B37A6B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1530506" y="941133"/>
            <a:ext cx="2047336" cy="1770698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92A22B5B-EA86-D1C3-12A9-6E1A3B3EE357}"/>
              </a:ext>
            </a:extLst>
          </p:cNvPr>
          <p:cNvPicPr>
            <a:picLocks/>
          </p:cNvPicPr>
          <p:nvPr/>
        </p:nvPicPr>
        <p:blipFill rotWithShape="1">
          <a:blip r:embed="rId4"/>
          <a:srcRect t="2477"/>
          <a:stretch/>
        </p:blipFill>
        <p:spPr>
          <a:xfrm>
            <a:off x="3874707" y="941133"/>
            <a:ext cx="2047336" cy="1770698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87EDFAB6-82E6-42FA-814D-460A13850303}"/>
              </a:ext>
            </a:extLst>
          </p:cNvPr>
          <p:cNvPicPr>
            <a:picLocks/>
          </p:cNvPicPr>
          <p:nvPr/>
        </p:nvPicPr>
        <p:blipFill rotWithShape="1">
          <a:blip r:embed="rId5"/>
          <a:srcRect t="3011"/>
          <a:stretch/>
        </p:blipFill>
        <p:spPr>
          <a:xfrm>
            <a:off x="6218908" y="941133"/>
            <a:ext cx="2047336" cy="1770698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475DE4F8-AD09-34E8-95FA-30A4EC63B596}"/>
              </a:ext>
            </a:extLst>
          </p:cNvPr>
          <p:cNvPicPr>
            <a:picLocks/>
          </p:cNvPicPr>
          <p:nvPr/>
        </p:nvPicPr>
        <p:blipFill rotWithShape="1">
          <a:blip r:embed="rId6"/>
          <a:srcRect l="2208" r="2687"/>
          <a:stretch/>
        </p:blipFill>
        <p:spPr>
          <a:xfrm>
            <a:off x="3874707" y="3045312"/>
            <a:ext cx="2047336" cy="1770698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7C49B81B-B114-5402-9AD9-F5AA15F01547}"/>
              </a:ext>
            </a:extLst>
          </p:cNvPr>
          <p:cNvPicPr>
            <a:picLocks/>
          </p:cNvPicPr>
          <p:nvPr/>
        </p:nvPicPr>
        <p:blipFill>
          <a:blip r:embed="rId7"/>
          <a:stretch>
            <a:fillRect/>
          </a:stretch>
        </p:blipFill>
        <p:spPr>
          <a:xfrm>
            <a:off x="1530506" y="3045312"/>
            <a:ext cx="2047336" cy="1770698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5B8CC4BE-D614-1FA5-2AC0-6BA50CE767A5}"/>
              </a:ext>
            </a:extLst>
          </p:cNvPr>
          <p:cNvPicPr>
            <a:picLocks/>
          </p:cNvPicPr>
          <p:nvPr/>
        </p:nvPicPr>
        <p:blipFill rotWithShape="1">
          <a:blip r:embed="rId8"/>
          <a:srcRect t="1602" r="4653"/>
          <a:stretch/>
        </p:blipFill>
        <p:spPr>
          <a:xfrm>
            <a:off x="6218908" y="3045312"/>
            <a:ext cx="2053411" cy="1770698"/>
          </a:xfrm>
          <a:prstGeom prst="rect">
            <a:avLst/>
          </a:prstGeom>
        </p:spPr>
      </p:pic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2AC9804F-79E3-A580-93DE-3C10E044AC14}"/>
              </a:ext>
            </a:extLst>
          </p:cNvPr>
          <p:cNvCxnSpPr>
            <a:cxnSpLocks/>
          </p:cNvCxnSpPr>
          <p:nvPr/>
        </p:nvCxnSpPr>
        <p:spPr>
          <a:xfrm>
            <a:off x="5064468" y="4977445"/>
            <a:ext cx="252005" cy="0"/>
          </a:xfrm>
          <a:prstGeom prst="line">
            <a:avLst/>
          </a:prstGeom>
          <a:ln w="190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F4A8E9ED-A0F3-3207-5165-559B417BEEA9}"/>
              </a:ext>
            </a:extLst>
          </p:cNvPr>
          <p:cNvCxnSpPr>
            <a:cxnSpLocks/>
          </p:cNvCxnSpPr>
          <p:nvPr/>
        </p:nvCxnSpPr>
        <p:spPr>
          <a:xfrm>
            <a:off x="6961278" y="4977445"/>
            <a:ext cx="252005" cy="0"/>
          </a:xfrm>
          <a:prstGeom prst="line">
            <a:avLst/>
          </a:prstGeom>
          <a:ln w="1905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4F8E2D94-1926-43D4-A56B-2ED2FE7ECFFD}"/>
              </a:ext>
            </a:extLst>
          </p:cNvPr>
          <p:cNvCxnSpPr>
            <a:cxnSpLocks/>
          </p:cNvCxnSpPr>
          <p:nvPr/>
        </p:nvCxnSpPr>
        <p:spPr>
          <a:xfrm>
            <a:off x="3021090" y="4977445"/>
            <a:ext cx="252005" cy="0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D07D0A11-3152-FF34-E4A9-AFCF0C48963C}"/>
              </a:ext>
            </a:extLst>
          </p:cNvPr>
          <p:cNvCxnSpPr>
            <a:cxnSpLocks/>
          </p:cNvCxnSpPr>
          <p:nvPr/>
        </p:nvCxnSpPr>
        <p:spPr>
          <a:xfrm>
            <a:off x="791980" y="4977445"/>
            <a:ext cx="252005" cy="0"/>
          </a:xfrm>
          <a:prstGeom prst="line">
            <a:avLst/>
          </a:prstGeom>
          <a:ln w="19050">
            <a:solidFill>
              <a:schemeClr val="bg1">
                <a:lumMod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Google Shape;596;p33">
            <a:extLst>
              <a:ext uri="{FF2B5EF4-FFF2-40B4-BE49-F238E27FC236}">
                <a16:creationId xmlns:a16="http://schemas.microsoft.com/office/drawing/2014/main" id="{C24DB5C1-DF50-56A2-0266-87FA8B4B97CC}"/>
              </a:ext>
            </a:extLst>
          </p:cNvPr>
          <p:cNvSpPr txBox="1"/>
          <p:nvPr/>
        </p:nvSpPr>
        <p:spPr>
          <a:xfrm>
            <a:off x="5175875" y="4864081"/>
            <a:ext cx="1775900" cy="2267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dirty="0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rPr>
              <a:t>Arterial-pressure-only input </a:t>
            </a:r>
          </a:p>
        </p:txBody>
      </p:sp>
      <p:sp>
        <p:nvSpPr>
          <p:cNvPr id="39" name="Google Shape;596;p33">
            <a:extLst>
              <a:ext uri="{FF2B5EF4-FFF2-40B4-BE49-F238E27FC236}">
                <a16:creationId xmlns:a16="http://schemas.microsoft.com/office/drawing/2014/main" id="{5C46B7FC-3765-C0A4-71BB-4CE4310C666E}"/>
              </a:ext>
            </a:extLst>
          </p:cNvPr>
          <p:cNvSpPr txBox="1"/>
          <p:nvPr/>
        </p:nvSpPr>
        <p:spPr>
          <a:xfrm>
            <a:off x="842413" y="4864081"/>
            <a:ext cx="2198782" cy="2267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dirty="0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rPr>
              <a:t>Photoplethysmography-only input </a:t>
            </a:r>
          </a:p>
        </p:txBody>
      </p:sp>
      <p:sp>
        <p:nvSpPr>
          <p:cNvPr id="40" name="Google Shape;596;p33">
            <a:extLst>
              <a:ext uri="{FF2B5EF4-FFF2-40B4-BE49-F238E27FC236}">
                <a16:creationId xmlns:a16="http://schemas.microsoft.com/office/drawing/2014/main" id="{ADBCD2D8-8D6F-B24B-D2EB-F451CF083AD0}"/>
              </a:ext>
            </a:extLst>
          </p:cNvPr>
          <p:cNvSpPr txBox="1"/>
          <p:nvPr/>
        </p:nvSpPr>
        <p:spPr>
          <a:xfrm>
            <a:off x="3038137" y="4864081"/>
            <a:ext cx="2122265" cy="2267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dirty="0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rPr>
              <a:t>Noninvasive multichannel input </a:t>
            </a:r>
          </a:p>
        </p:txBody>
      </p:sp>
      <p:sp>
        <p:nvSpPr>
          <p:cNvPr id="42" name="Google Shape;596;p33">
            <a:extLst>
              <a:ext uri="{FF2B5EF4-FFF2-40B4-BE49-F238E27FC236}">
                <a16:creationId xmlns:a16="http://schemas.microsoft.com/office/drawing/2014/main" id="{621ED3BA-9156-5800-C201-6936D68EA1A6}"/>
              </a:ext>
            </a:extLst>
          </p:cNvPr>
          <p:cNvSpPr txBox="1"/>
          <p:nvPr/>
        </p:nvSpPr>
        <p:spPr>
          <a:xfrm>
            <a:off x="7183675" y="4864081"/>
            <a:ext cx="1775900" cy="2267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800" dirty="0">
                <a:solidFill>
                  <a:schemeClr val="dk1"/>
                </a:solidFill>
                <a:latin typeface="Work Sans"/>
              </a:rPr>
              <a:t>Invasive multichannel input </a:t>
            </a:r>
          </a:p>
        </p:txBody>
      </p:sp>
      <p:sp>
        <p:nvSpPr>
          <p:cNvPr id="44" name="Google Shape;1043;p38">
            <a:extLst>
              <a:ext uri="{FF2B5EF4-FFF2-40B4-BE49-F238E27FC236}">
                <a16:creationId xmlns:a16="http://schemas.microsoft.com/office/drawing/2014/main" id="{A031F9AF-6DF2-6250-5827-2CAB404235D2}"/>
              </a:ext>
            </a:extLst>
          </p:cNvPr>
          <p:cNvSpPr txBox="1">
            <a:spLocks/>
          </p:cNvSpPr>
          <p:nvPr/>
        </p:nvSpPr>
        <p:spPr>
          <a:xfrm>
            <a:off x="576416" y="2603971"/>
            <a:ext cx="2289600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1800" b="1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marL="0" indent="0"/>
            <a:r>
              <a:rPr lang="en-US" sz="1600" dirty="0"/>
              <a:t>Transformer</a:t>
            </a:r>
          </a:p>
        </p:txBody>
      </p:sp>
      <p:sp>
        <p:nvSpPr>
          <p:cNvPr id="45" name="Google Shape;1043;p38">
            <a:extLst>
              <a:ext uri="{FF2B5EF4-FFF2-40B4-BE49-F238E27FC236}">
                <a16:creationId xmlns:a16="http://schemas.microsoft.com/office/drawing/2014/main" id="{4BAA6691-6B9D-A9EC-D77D-D99C4554486A}"/>
              </a:ext>
            </a:extLst>
          </p:cNvPr>
          <p:cNvSpPr txBox="1">
            <a:spLocks/>
          </p:cNvSpPr>
          <p:nvPr/>
        </p:nvSpPr>
        <p:spPr>
          <a:xfrm>
            <a:off x="576416" y="555705"/>
            <a:ext cx="2289600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1800" b="1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marL="0" indent="0"/>
            <a:r>
              <a:rPr lang="en-US" sz="1600" dirty="0"/>
              <a:t>CNN</a:t>
            </a:r>
          </a:p>
        </p:txBody>
      </p:sp>
    </p:spTree>
    <p:extLst>
      <p:ext uri="{BB962C8B-B14F-4D97-AF65-F5344CB8AC3E}">
        <p14:creationId xmlns:p14="http://schemas.microsoft.com/office/powerpoint/2010/main" val="25345946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2" name="Google Shape;1042;p38"/>
          <p:cNvSpPr txBox="1">
            <a:spLocks noGrp="1"/>
          </p:cNvSpPr>
          <p:nvPr>
            <p:ph type="title"/>
          </p:nvPr>
        </p:nvSpPr>
        <p:spPr>
          <a:xfrm>
            <a:off x="357264" y="170978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/>
              <a:t>Previous Results of Regression Task</a:t>
            </a:r>
            <a:endParaRPr sz="2800" dirty="0"/>
          </a:p>
        </p:txBody>
      </p:sp>
      <p:sp>
        <p:nvSpPr>
          <p:cNvPr id="15" name="Google Shape;1043;p38">
            <a:extLst>
              <a:ext uri="{FF2B5EF4-FFF2-40B4-BE49-F238E27FC236}">
                <a16:creationId xmlns:a16="http://schemas.microsoft.com/office/drawing/2014/main" id="{96FE3FC8-554C-151E-CC0B-767D097E8519}"/>
              </a:ext>
            </a:extLst>
          </p:cNvPr>
          <p:cNvSpPr txBox="1">
            <a:spLocks/>
          </p:cNvSpPr>
          <p:nvPr/>
        </p:nvSpPr>
        <p:spPr>
          <a:xfrm>
            <a:off x="576416" y="2603971"/>
            <a:ext cx="2289600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1800" b="1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marL="0" indent="0"/>
            <a:r>
              <a:rPr lang="en-US" sz="1600" dirty="0"/>
              <a:t>Transformer</a:t>
            </a:r>
          </a:p>
        </p:txBody>
      </p:sp>
      <p:sp>
        <p:nvSpPr>
          <p:cNvPr id="25" name="Google Shape;1043;p38">
            <a:extLst>
              <a:ext uri="{FF2B5EF4-FFF2-40B4-BE49-F238E27FC236}">
                <a16:creationId xmlns:a16="http://schemas.microsoft.com/office/drawing/2014/main" id="{A679F2C1-7548-B01A-C4A9-6C6A2FA0EF81}"/>
              </a:ext>
            </a:extLst>
          </p:cNvPr>
          <p:cNvSpPr txBox="1">
            <a:spLocks/>
          </p:cNvSpPr>
          <p:nvPr/>
        </p:nvSpPr>
        <p:spPr>
          <a:xfrm>
            <a:off x="576416" y="555705"/>
            <a:ext cx="2289600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1800" b="1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marL="0" indent="0"/>
            <a:r>
              <a:rPr lang="en-US" sz="1600" dirty="0"/>
              <a:t>CNN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39D0E96-1302-125B-1094-D7CD20251306}"/>
              </a:ext>
            </a:extLst>
          </p:cNvPr>
          <p:cNvPicPr>
            <a:picLocks/>
          </p:cNvPicPr>
          <p:nvPr/>
        </p:nvPicPr>
        <p:blipFill rotWithShape="1">
          <a:blip r:embed="rId3"/>
          <a:srcRect t="2143" b="5959"/>
          <a:stretch/>
        </p:blipFill>
        <p:spPr>
          <a:xfrm>
            <a:off x="1198631" y="971362"/>
            <a:ext cx="2379600" cy="18000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13EFED7-FF2F-A14F-D8B3-F86D793C8343}"/>
              </a:ext>
            </a:extLst>
          </p:cNvPr>
          <p:cNvPicPr>
            <a:picLocks/>
          </p:cNvPicPr>
          <p:nvPr/>
        </p:nvPicPr>
        <p:blipFill>
          <a:blip r:embed="rId4"/>
          <a:stretch>
            <a:fillRect/>
          </a:stretch>
        </p:blipFill>
        <p:spPr>
          <a:xfrm>
            <a:off x="3746238" y="971362"/>
            <a:ext cx="2379600" cy="1800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DB5FA1C-3BF1-A752-21C1-AFFB923FA7D7}"/>
              </a:ext>
            </a:extLst>
          </p:cNvPr>
          <p:cNvPicPr>
            <a:picLocks/>
          </p:cNvPicPr>
          <p:nvPr/>
        </p:nvPicPr>
        <p:blipFill>
          <a:blip r:embed="rId5"/>
          <a:stretch>
            <a:fillRect/>
          </a:stretch>
        </p:blipFill>
        <p:spPr>
          <a:xfrm>
            <a:off x="6293845" y="971362"/>
            <a:ext cx="2379600" cy="1800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AE628D8-56B5-9403-378F-14BCA6E74E17}"/>
              </a:ext>
            </a:extLst>
          </p:cNvPr>
          <p:cNvPicPr>
            <a:picLocks/>
          </p:cNvPicPr>
          <p:nvPr/>
        </p:nvPicPr>
        <p:blipFill>
          <a:blip r:embed="rId6"/>
          <a:stretch>
            <a:fillRect/>
          </a:stretch>
        </p:blipFill>
        <p:spPr>
          <a:xfrm>
            <a:off x="1198631" y="3059502"/>
            <a:ext cx="2379600" cy="1800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18345D5-9EDE-DD8D-6114-54FC383DE155}"/>
              </a:ext>
            </a:extLst>
          </p:cNvPr>
          <p:cNvPicPr>
            <a:picLocks/>
          </p:cNvPicPr>
          <p:nvPr/>
        </p:nvPicPr>
        <p:blipFill>
          <a:blip r:embed="rId7"/>
          <a:stretch>
            <a:fillRect/>
          </a:stretch>
        </p:blipFill>
        <p:spPr>
          <a:xfrm>
            <a:off x="3746238" y="3059502"/>
            <a:ext cx="2379600" cy="1800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E9E6016-3CEE-8F32-AC87-C93BFFAD4843}"/>
              </a:ext>
            </a:extLst>
          </p:cNvPr>
          <p:cNvPicPr>
            <a:picLocks/>
          </p:cNvPicPr>
          <p:nvPr/>
        </p:nvPicPr>
        <p:blipFill>
          <a:blip r:embed="rId8"/>
          <a:stretch>
            <a:fillRect/>
          </a:stretch>
        </p:blipFill>
        <p:spPr>
          <a:xfrm>
            <a:off x="6293845" y="3059502"/>
            <a:ext cx="2379600" cy="1800000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950A938-B2CA-B788-DB01-91F030A1CCFB}"/>
              </a:ext>
            </a:extLst>
          </p:cNvPr>
          <p:cNvCxnSpPr>
            <a:cxnSpLocks/>
          </p:cNvCxnSpPr>
          <p:nvPr/>
        </p:nvCxnSpPr>
        <p:spPr>
          <a:xfrm>
            <a:off x="5064468" y="4977445"/>
            <a:ext cx="252005" cy="0"/>
          </a:xfrm>
          <a:prstGeom prst="line">
            <a:avLst/>
          </a:prstGeom>
          <a:ln w="190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B6BD6FB-7DC7-4F9E-0A1D-CE1F95263C65}"/>
              </a:ext>
            </a:extLst>
          </p:cNvPr>
          <p:cNvCxnSpPr>
            <a:cxnSpLocks/>
          </p:cNvCxnSpPr>
          <p:nvPr/>
        </p:nvCxnSpPr>
        <p:spPr>
          <a:xfrm>
            <a:off x="6961278" y="4977445"/>
            <a:ext cx="252005" cy="0"/>
          </a:xfrm>
          <a:prstGeom prst="line">
            <a:avLst/>
          </a:prstGeom>
          <a:ln w="1905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011FB02-C0CB-EA71-D737-42EA972B9F6C}"/>
              </a:ext>
            </a:extLst>
          </p:cNvPr>
          <p:cNvCxnSpPr>
            <a:cxnSpLocks/>
          </p:cNvCxnSpPr>
          <p:nvPr/>
        </p:nvCxnSpPr>
        <p:spPr>
          <a:xfrm>
            <a:off x="3021090" y="4977445"/>
            <a:ext cx="252005" cy="0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730D2FB-8DC8-871C-D0CA-EA06C5E2B39C}"/>
              </a:ext>
            </a:extLst>
          </p:cNvPr>
          <p:cNvCxnSpPr>
            <a:cxnSpLocks/>
          </p:cNvCxnSpPr>
          <p:nvPr/>
        </p:nvCxnSpPr>
        <p:spPr>
          <a:xfrm>
            <a:off x="791980" y="4977445"/>
            <a:ext cx="252005" cy="0"/>
          </a:xfrm>
          <a:prstGeom prst="line">
            <a:avLst/>
          </a:prstGeom>
          <a:ln w="19050">
            <a:solidFill>
              <a:schemeClr val="bg1">
                <a:lumMod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Google Shape;596;p33">
            <a:extLst>
              <a:ext uri="{FF2B5EF4-FFF2-40B4-BE49-F238E27FC236}">
                <a16:creationId xmlns:a16="http://schemas.microsoft.com/office/drawing/2014/main" id="{FDCA888F-4287-9453-1171-86FCD4CB4723}"/>
              </a:ext>
            </a:extLst>
          </p:cNvPr>
          <p:cNvSpPr txBox="1"/>
          <p:nvPr/>
        </p:nvSpPr>
        <p:spPr>
          <a:xfrm>
            <a:off x="5175875" y="4864081"/>
            <a:ext cx="1775900" cy="2267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dirty="0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rPr>
              <a:t>Arterial-pressure-only input </a:t>
            </a:r>
          </a:p>
        </p:txBody>
      </p:sp>
      <p:sp>
        <p:nvSpPr>
          <p:cNvPr id="13" name="Google Shape;596;p33">
            <a:extLst>
              <a:ext uri="{FF2B5EF4-FFF2-40B4-BE49-F238E27FC236}">
                <a16:creationId xmlns:a16="http://schemas.microsoft.com/office/drawing/2014/main" id="{AC884950-98FB-6062-7CEB-C25D8D9A42FC}"/>
              </a:ext>
            </a:extLst>
          </p:cNvPr>
          <p:cNvSpPr txBox="1"/>
          <p:nvPr/>
        </p:nvSpPr>
        <p:spPr>
          <a:xfrm>
            <a:off x="842413" y="4864081"/>
            <a:ext cx="2198782" cy="2267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dirty="0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rPr>
              <a:t>Photoplethysmography-only input </a:t>
            </a:r>
          </a:p>
        </p:txBody>
      </p:sp>
      <p:sp>
        <p:nvSpPr>
          <p:cNvPr id="14" name="Google Shape;596;p33">
            <a:extLst>
              <a:ext uri="{FF2B5EF4-FFF2-40B4-BE49-F238E27FC236}">
                <a16:creationId xmlns:a16="http://schemas.microsoft.com/office/drawing/2014/main" id="{E626471F-12E9-F52F-2447-5908C20E1714}"/>
              </a:ext>
            </a:extLst>
          </p:cNvPr>
          <p:cNvSpPr txBox="1"/>
          <p:nvPr/>
        </p:nvSpPr>
        <p:spPr>
          <a:xfrm>
            <a:off x="3038137" y="4864081"/>
            <a:ext cx="2122265" cy="2267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dirty="0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rPr>
              <a:t>Noninvasive multichannel input </a:t>
            </a:r>
          </a:p>
        </p:txBody>
      </p:sp>
      <p:sp>
        <p:nvSpPr>
          <p:cNvPr id="19" name="Google Shape;596;p33">
            <a:extLst>
              <a:ext uri="{FF2B5EF4-FFF2-40B4-BE49-F238E27FC236}">
                <a16:creationId xmlns:a16="http://schemas.microsoft.com/office/drawing/2014/main" id="{3ABDA097-6F94-B839-5664-594B414CD4EB}"/>
              </a:ext>
            </a:extLst>
          </p:cNvPr>
          <p:cNvSpPr txBox="1"/>
          <p:nvPr/>
        </p:nvSpPr>
        <p:spPr>
          <a:xfrm>
            <a:off x="7183675" y="4864081"/>
            <a:ext cx="1775900" cy="2267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800" dirty="0">
                <a:solidFill>
                  <a:schemeClr val="dk1"/>
                </a:solidFill>
                <a:latin typeface="Work Sans"/>
              </a:rPr>
              <a:t>Invasive multichannel input </a:t>
            </a:r>
          </a:p>
        </p:txBody>
      </p:sp>
    </p:spTree>
    <p:extLst>
      <p:ext uri="{BB962C8B-B14F-4D97-AF65-F5344CB8AC3E}">
        <p14:creationId xmlns:p14="http://schemas.microsoft.com/office/powerpoint/2010/main" val="36722314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0" name="Google Shape;1220;p4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Adjustments</a:t>
            </a:r>
            <a:endParaRPr dirty="0"/>
          </a:p>
        </p:txBody>
      </p:sp>
      <p:sp>
        <p:nvSpPr>
          <p:cNvPr id="1236" name="Google Shape;1236;p46"/>
          <p:cNvSpPr/>
          <p:nvPr/>
        </p:nvSpPr>
        <p:spPr>
          <a:xfrm>
            <a:off x="1480088" y="1906547"/>
            <a:ext cx="906274" cy="274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30 sec</a:t>
            </a:r>
            <a:endParaRPr b="1" dirty="0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1237" name="Google Shape;1237;p46"/>
          <p:cNvSpPr/>
          <p:nvPr/>
        </p:nvSpPr>
        <p:spPr>
          <a:xfrm>
            <a:off x="5302446" y="1906547"/>
            <a:ext cx="3191649" cy="274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Hypotensive event</a:t>
            </a:r>
            <a:endParaRPr b="1" dirty="0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cxnSp>
        <p:nvCxnSpPr>
          <p:cNvPr id="1240" name="Google Shape;1240;p46"/>
          <p:cNvCxnSpPr>
            <a:cxnSpLocks/>
            <a:stCxn id="1236" idx="3"/>
            <a:endCxn id="1237" idx="1"/>
          </p:cNvCxnSpPr>
          <p:nvPr/>
        </p:nvCxnSpPr>
        <p:spPr>
          <a:xfrm>
            <a:off x="2386362" y="2043647"/>
            <a:ext cx="2916084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</p:cxnSp>
      <p:sp>
        <p:nvSpPr>
          <p:cNvPr id="2" name="Google Shape;1043;p38">
            <a:extLst>
              <a:ext uri="{FF2B5EF4-FFF2-40B4-BE49-F238E27FC236}">
                <a16:creationId xmlns:a16="http://schemas.microsoft.com/office/drawing/2014/main" id="{87158080-093F-33D4-7F6E-283B6F5A4A8B}"/>
              </a:ext>
            </a:extLst>
          </p:cNvPr>
          <p:cNvSpPr txBox="1">
            <a:spLocks/>
          </p:cNvSpPr>
          <p:nvPr/>
        </p:nvSpPr>
        <p:spPr>
          <a:xfrm>
            <a:off x="905249" y="1257019"/>
            <a:ext cx="3666751" cy="3613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1800" b="1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marL="0" indent="0"/>
            <a:r>
              <a:rPr lang="en-US" sz="1600" dirty="0"/>
              <a:t>Extended preprocessing time</a:t>
            </a:r>
          </a:p>
        </p:txBody>
      </p:sp>
      <p:sp>
        <p:nvSpPr>
          <p:cNvPr id="6" name="Google Shape;596;p33">
            <a:extLst>
              <a:ext uri="{FF2B5EF4-FFF2-40B4-BE49-F238E27FC236}">
                <a16:creationId xmlns:a16="http://schemas.microsoft.com/office/drawing/2014/main" id="{61855671-B645-AAB4-C5C2-4627AFBB7E46}"/>
              </a:ext>
            </a:extLst>
          </p:cNvPr>
          <p:cNvSpPr txBox="1"/>
          <p:nvPr/>
        </p:nvSpPr>
        <p:spPr>
          <a:xfrm>
            <a:off x="2911599" y="1740285"/>
            <a:ext cx="1713300" cy="3325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rPr>
              <a:t>N mins</a:t>
            </a:r>
            <a:endParaRPr sz="1600" b="1" u="sng" dirty="0">
              <a:solidFill>
                <a:schemeClr val="dk1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7" name="Google Shape;1043;p38">
            <a:extLst>
              <a:ext uri="{FF2B5EF4-FFF2-40B4-BE49-F238E27FC236}">
                <a16:creationId xmlns:a16="http://schemas.microsoft.com/office/drawing/2014/main" id="{1D18C9EC-C2C2-11F3-CE26-C611D28267E4}"/>
              </a:ext>
            </a:extLst>
          </p:cNvPr>
          <p:cNvSpPr txBox="1">
            <a:spLocks/>
          </p:cNvSpPr>
          <p:nvPr/>
        </p:nvSpPr>
        <p:spPr>
          <a:xfrm>
            <a:off x="905249" y="2570628"/>
            <a:ext cx="3666751" cy="3613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1800" b="1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marL="0" indent="0"/>
            <a:r>
              <a:rPr lang="en-US" sz="1600" dirty="0"/>
              <a:t>Optimization</a:t>
            </a:r>
          </a:p>
        </p:txBody>
      </p:sp>
      <p:sp>
        <p:nvSpPr>
          <p:cNvPr id="10" name="Google Shape;839;p36">
            <a:extLst>
              <a:ext uri="{FF2B5EF4-FFF2-40B4-BE49-F238E27FC236}">
                <a16:creationId xmlns:a16="http://schemas.microsoft.com/office/drawing/2014/main" id="{9231D95B-D080-AF12-EE9E-DEA509FA2791}"/>
              </a:ext>
            </a:extLst>
          </p:cNvPr>
          <p:cNvSpPr txBox="1">
            <a:spLocks/>
          </p:cNvSpPr>
          <p:nvPr/>
        </p:nvSpPr>
        <p:spPr>
          <a:xfrm>
            <a:off x="905249" y="2764758"/>
            <a:ext cx="7347934" cy="166886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7200" indent="-317500">
              <a:spcBef>
                <a:spcPts val="1000"/>
              </a:spcBef>
              <a:buClr>
                <a:schemeClr val="dk1"/>
              </a:buClr>
              <a:buSzPts val="1400"/>
              <a:buFont typeface="Arial"/>
              <a:buChar char="■"/>
            </a:pPr>
            <a:r>
              <a:rPr lang="en-US" dirty="0">
                <a:solidFill>
                  <a:schemeClr val="dk1"/>
                </a:solidFill>
              </a:rPr>
              <a:t>Add dropout layers, setting some neurons' values to 0 to prevent overfitting</a:t>
            </a:r>
          </a:p>
          <a:p>
            <a:pPr marL="457200" indent="-317500">
              <a:spcBef>
                <a:spcPts val="1000"/>
              </a:spcBef>
              <a:buClr>
                <a:schemeClr val="dk1"/>
              </a:buClr>
              <a:buSzPts val="1400"/>
              <a:buFont typeface="Arial"/>
              <a:buChar char="■"/>
            </a:pPr>
            <a:r>
              <a:rPr lang="en-US" dirty="0">
                <a:solidFill>
                  <a:schemeClr val="dk1"/>
                </a:solidFill>
              </a:rPr>
              <a:t>Data standardization</a:t>
            </a:r>
          </a:p>
          <a:p>
            <a:pPr marL="457200" indent="-317500">
              <a:spcBef>
                <a:spcPts val="1000"/>
              </a:spcBef>
              <a:buClr>
                <a:schemeClr val="dk1"/>
              </a:buClr>
              <a:buSzPts val="1400"/>
              <a:buFont typeface="Arial"/>
              <a:buChar char="■"/>
            </a:pPr>
            <a:r>
              <a:rPr lang="en-US">
                <a:solidFill>
                  <a:schemeClr val="dk1"/>
                </a:solidFill>
              </a:rPr>
              <a:t>L2 normalization, add weight decay to loss function</a:t>
            </a:r>
            <a:endParaRPr lang="en-US" dirty="0">
              <a:solidFill>
                <a:schemeClr val="dk1"/>
              </a:solidFill>
            </a:endParaRPr>
          </a:p>
          <a:p>
            <a:pPr marL="457200" indent="-317500">
              <a:spcBef>
                <a:spcPts val="1000"/>
              </a:spcBef>
              <a:buClr>
                <a:schemeClr val="dk1"/>
              </a:buClr>
              <a:buSzPts val="1400"/>
              <a:buFont typeface="Arial"/>
              <a:buChar char="■"/>
            </a:pPr>
            <a:r>
              <a:rPr lang="en-US" dirty="0">
                <a:solidFill>
                  <a:schemeClr val="dk1"/>
                </a:solidFill>
              </a:rPr>
              <a:t>Learning rate scheduling</a:t>
            </a:r>
          </a:p>
        </p:txBody>
      </p:sp>
      <p:sp>
        <p:nvSpPr>
          <p:cNvPr id="3" name="Google Shape;596;p33">
            <a:extLst>
              <a:ext uri="{FF2B5EF4-FFF2-40B4-BE49-F238E27FC236}">
                <a16:creationId xmlns:a16="http://schemas.microsoft.com/office/drawing/2014/main" id="{DC8F87A2-AEB8-EAA4-80EB-96597A1CD205}"/>
              </a:ext>
            </a:extLst>
          </p:cNvPr>
          <p:cNvSpPr txBox="1"/>
          <p:nvPr/>
        </p:nvSpPr>
        <p:spPr>
          <a:xfrm>
            <a:off x="768572" y="1627915"/>
            <a:ext cx="2329306" cy="3325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rPr>
              <a:t>Input: Noted as “Hypo”</a:t>
            </a:r>
            <a:endParaRPr sz="1200" dirty="0">
              <a:solidFill>
                <a:schemeClr val="dk1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</p:spTree>
    <p:extLst>
      <p:ext uri="{BB962C8B-B14F-4D97-AF65-F5344CB8AC3E}">
        <p14:creationId xmlns:p14="http://schemas.microsoft.com/office/powerpoint/2010/main" val="20909683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2" name="Google Shape;1042;p38"/>
          <p:cNvSpPr txBox="1">
            <a:spLocks noGrp="1"/>
          </p:cNvSpPr>
          <p:nvPr>
            <p:ph type="title"/>
          </p:nvPr>
        </p:nvSpPr>
        <p:spPr>
          <a:xfrm>
            <a:off x="357264" y="170978"/>
            <a:ext cx="7849666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/>
              <a:t>20, 25, 30min Results of Classification Task</a:t>
            </a:r>
            <a:endParaRPr sz="2800" dirty="0"/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2AC9804F-79E3-A580-93DE-3C10E044AC14}"/>
              </a:ext>
            </a:extLst>
          </p:cNvPr>
          <p:cNvCxnSpPr>
            <a:cxnSpLocks/>
          </p:cNvCxnSpPr>
          <p:nvPr/>
        </p:nvCxnSpPr>
        <p:spPr>
          <a:xfrm>
            <a:off x="5064468" y="4977445"/>
            <a:ext cx="252005" cy="0"/>
          </a:xfrm>
          <a:prstGeom prst="line">
            <a:avLst/>
          </a:prstGeom>
          <a:ln w="190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F4A8E9ED-A0F3-3207-5165-559B417BEEA9}"/>
              </a:ext>
            </a:extLst>
          </p:cNvPr>
          <p:cNvCxnSpPr>
            <a:cxnSpLocks/>
          </p:cNvCxnSpPr>
          <p:nvPr/>
        </p:nvCxnSpPr>
        <p:spPr>
          <a:xfrm>
            <a:off x="6961278" y="4977445"/>
            <a:ext cx="252005" cy="0"/>
          </a:xfrm>
          <a:prstGeom prst="line">
            <a:avLst/>
          </a:prstGeom>
          <a:ln w="1905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4F8E2D94-1926-43D4-A56B-2ED2FE7ECFFD}"/>
              </a:ext>
            </a:extLst>
          </p:cNvPr>
          <p:cNvCxnSpPr>
            <a:cxnSpLocks/>
          </p:cNvCxnSpPr>
          <p:nvPr/>
        </p:nvCxnSpPr>
        <p:spPr>
          <a:xfrm>
            <a:off x="3021090" y="4977445"/>
            <a:ext cx="252005" cy="0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D07D0A11-3152-FF34-E4A9-AFCF0C48963C}"/>
              </a:ext>
            </a:extLst>
          </p:cNvPr>
          <p:cNvCxnSpPr>
            <a:cxnSpLocks/>
          </p:cNvCxnSpPr>
          <p:nvPr/>
        </p:nvCxnSpPr>
        <p:spPr>
          <a:xfrm>
            <a:off x="791980" y="4977445"/>
            <a:ext cx="252005" cy="0"/>
          </a:xfrm>
          <a:prstGeom prst="line">
            <a:avLst/>
          </a:prstGeom>
          <a:ln w="19050">
            <a:solidFill>
              <a:schemeClr val="bg1">
                <a:lumMod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Google Shape;596;p33">
            <a:extLst>
              <a:ext uri="{FF2B5EF4-FFF2-40B4-BE49-F238E27FC236}">
                <a16:creationId xmlns:a16="http://schemas.microsoft.com/office/drawing/2014/main" id="{C24DB5C1-DF50-56A2-0266-87FA8B4B97CC}"/>
              </a:ext>
            </a:extLst>
          </p:cNvPr>
          <p:cNvSpPr txBox="1"/>
          <p:nvPr/>
        </p:nvSpPr>
        <p:spPr>
          <a:xfrm>
            <a:off x="5175875" y="4864081"/>
            <a:ext cx="1775900" cy="2267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dirty="0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rPr>
              <a:t>Arterial-pressure-only input </a:t>
            </a:r>
          </a:p>
        </p:txBody>
      </p:sp>
      <p:sp>
        <p:nvSpPr>
          <p:cNvPr id="39" name="Google Shape;596;p33">
            <a:extLst>
              <a:ext uri="{FF2B5EF4-FFF2-40B4-BE49-F238E27FC236}">
                <a16:creationId xmlns:a16="http://schemas.microsoft.com/office/drawing/2014/main" id="{5C46B7FC-3765-C0A4-71BB-4CE4310C666E}"/>
              </a:ext>
            </a:extLst>
          </p:cNvPr>
          <p:cNvSpPr txBox="1"/>
          <p:nvPr/>
        </p:nvSpPr>
        <p:spPr>
          <a:xfrm>
            <a:off x="842413" y="4864081"/>
            <a:ext cx="2198782" cy="2267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dirty="0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rPr>
              <a:t>Photoplethysmography-only input </a:t>
            </a:r>
          </a:p>
        </p:txBody>
      </p:sp>
      <p:sp>
        <p:nvSpPr>
          <p:cNvPr id="40" name="Google Shape;596;p33">
            <a:extLst>
              <a:ext uri="{FF2B5EF4-FFF2-40B4-BE49-F238E27FC236}">
                <a16:creationId xmlns:a16="http://schemas.microsoft.com/office/drawing/2014/main" id="{ADBCD2D8-8D6F-B24B-D2EB-F451CF083AD0}"/>
              </a:ext>
            </a:extLst>
          </p:cNvPr>
          <p:cNvSpPr txBox="1"/>
          <p:nvPr/>
        </p:nvSpPr>
        <p:spPr>
          <a:xfrm>
            <a:off x="3038137" y="4864081"/>
            <a:ext cx="2122265" cy="2267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dirty="0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rPr>
              <a:t>Noninvasive multichannel input </a:t>
            </a:r>
          </a:p>
        </p:txBody>
      </p:sp>
      <p:sp>
        <p:nvSpPr>
          <p:cNvPr id="42" name="Google Shape;596;p33">
            <a:extLst>
              <a:ext uri="{FF2B5EF4-FFF2-40B4-BE49-F238E27FC236}">
                <a16:creationId xmlns:a16="http://schemas.microsoft.com/office/drawing/2014/main" id="{621ED3BA-9156-5800-C201-6936D68EA1A6}"/>
              </a:ext>
            </a:extLst>
          </p:cNvPr>
          <p:cNvSpPr txBox="1"/>
          <p:nvPr/>
        </p:nvSpPr>
        <p:spPr>
          <a:xfrm>
            <a:off x="7183675" y="4864081"/>
            <a:ext cx="1775900" cy="2267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800" dirty="0">
                <a:solidFill>
                  <a:schemeClr val="dk1"/>
                </a:solidFill>
                <a:latin typeface="Work Sans"/>
              </a:rPr>
              <a:t>Invasive multichannel input </a:t>
            </a:r>
          </a:p>
        </p:txBody>
      </p:sp>
      <p:sp>
        <p:nvSpPr>
          <p:cNvPr id="44" name="Google Shape;1043;p38">
            <a:extLst>
              <a:ext uri="{FF2B5EF4-FFF2-40B4-BE49-F238E27FC236}">
                <a16:creationId xmlns:a16="http://schemas.microsoft.com/office/drawing/2014/main" id="{A031F9AF-6DF2-6250-5827-2CAB404235D2}"/>
              </a:ext>
            </a:extLst>
          </p:cNvPr>
          <p:cNvSpPr txBox="1">
            <a:spLocks/>
          </p:cNvSpPr>
          <p:nvPr/>
        </p:nvSpPr>
        <p:spPr>
          <a:xfrm>
            <a:off x="576416" y="2603971"/>
            <a:ext cx="2289600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1800" b="1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marL="0" indent="0"/>
            <a:r>
              <a:rPr lang="en-US" sz="1600" dirty="0"/>
              <a:t>Transformer</a:t>
            </a:r>
          </a:p>
        </p:txBody>
      </p:sp>
      <p:sp>
        <p:nvSpPr>
          <p:cNvPr id="45" name="Google Shape;1043;p38">
            <a:extLst>
              <a:ext uri="{FF2B5EF4-FFF2-40B4-BE49-F238E27FC236}">
                <a16:creationId xmlns:a16="http://schemas.microsoft.com/office/drawing/2014/main" id="{4BAA6691-6B9D-A9EC-D77D-D99C4554486A}"/>
              </a:ext>
            </a:extLst>
          </p:cNvPr>
          <p:cNvSpPr txBox="1">
            <a:spLocks/>
          </p:cNvSpPr>
          <p:nvPr/>
        </p:nvSpPr>
        <p:spPr>
          <a:xfrm>
            <a:off x="590393" y="700491"/>
            <a:ext cx="2289600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1800" b="1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marL="0" indent="0"/>
            <a:r>
              <a:rPr lang="en-US" sz="1600" dirty="0"/>
              <a:t>CNN</a:t>
            </a:r>
          </a:p>
        </p:txBody>
      </p:sp>
      <p:pic>
        <p:nvPicPr>
          <p:cNvPr id="2" name="圖片 3">
            <a:extLst>
              <a:ext uri="{FF2B5EF4-FFF2-40B4-BE49-F238E27FC236}">
                <a16:creationId xmlns:a16="http://schemas.microsoft.com/office/drawing/2014/main" id="{56B9FDE6-1BC9-C139-CE20-F647877122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1713" y="934726"/>
            <a:ext cx="1822597" cy="1818678"/>
          </a:xfrm>
          <a:prstGeom prst="rect">
            <a:avLst/>
          </a:prstGeom>
        </p:spPr>
      </p:pic>
      <p:pic>
        <p:nvPicPr>
          <p:cNvPr id="3" name="圖片 4">
            <a:extLst>
              <a:ext uri="{FF2B5EF4-FFF2-40B4-BE49-F238E27FC236}">
                <a16:creationId xmlns:a16="http://schemas.microsoft.com/office/drawing/2014/main" id="{EB9E3D72-B344-A4DE-3E97-7E1139E4A9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97248" y="934726"/>
            <a:ext cx="1825415" cy="1818678"/>
          </a:xfrm>
          <a:prstGeom prst="rect">
            <a:avLst/>
          </a:prstGeom>
        </p:spPr>
      </p:pic>
      <p:pic>
        <p:nvPicPr>
          <p:cNvPr id="4" name="圖片 5">
            <a:extLst>
              <a:ext uri="{FF2B5EF4-FFF2-40B4-BE49-F238E27FC236}">
                <a16:creationId xmlns:a16="http://schemas.microsoft.com/office/drawing/2014/main" id="{F5ADCB67-D80E-DFE6-0736-E24FCBBCE92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35601" y="934726"/>
            <a:ext cx="1928815" cy="1818660"/>
          </a:xfrm>
          <a:prstGeom prst="rect">
            <a:avLst/>
          </a:prstGeom>
        </p:spPr>
      </p:pic>
      <p:pic>
        <p:nvPicPr>
          <p:cNvPr id="5" name="圖片 9">
            <a:extLst>
              <a:ext uri="{FF2B5EF4-FFF2-40B4-BE49-F238E27FC236}">
                <a16:creationId xmlns:a16="http://schemas.microsoft.com/office/drawing/2014/main" id="{B1E5EA44-924A-246C-EB37-2B56D72D39A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61713" y="2882688"/>
            <a:ext cx="1822597" cy="1812843"/>
          </a:xfrm>
          <a:prstGeom prst="rect">
            <a:avLst/>
          </a:prstGeom>
        </p:spPr>
      </p:pic>
      <p:pic>
        <p:nvPicPr>
          <p:cNvPr id="6" name="圖片 10">
            <a:extLst>
              <a:ext uri="{FF2B5EF4-FFF2-40B4-BE49-F238E27FC236}">
                <a16:creationId xmlns:a16="http://schemas.microsoft.com/office/drawing/2014/main" id="{B1D767F0-74C5-8D31-8303-1CAE88B10538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r="1720"/>
          <a:stretch/>
        </p:blipFill>
        <p:spPr>
          <a:xfrm>
            <a:off x="4098658" y="2882688"/>
            <a:ext cx="1822597" cy="1812841"/>
          </a:xfrm>
          <a:prstGeom prst="rect">
            <a:avLst/>
          </a:prstGeom>
        </p:spPr>
      </p:pic>
      <p:pic>
        <p:nvPicPr>
          <p:cNvPr id="7" name="圖片 11">
            <a:extLst>
              <a:ext uri="{FF2B5EF4-FFF2-40B4-BE49-F238E27FC236}">
                <a16:creationId xmlns:a16="http://schemas.microsoft.com/office/drawing/2014/main" id="{46B85056-4EDA-686B-0F8E-F8B572A600BD}"/>
              </a:ext>
            </a:extLst>
          </p:cNvPr>
          <p:cNvPicPr>
            <a:picLocks noChangeAspect="1"/>
          </p:cNvPicPr>
          <p:nvPr/>
        </p:nvPicPr>
        <p:blipFill rotWithShape="1">
          <a:blip r:embed="rId8"/>
          <a:srcRect b="763"/>
          <a:stretch/>
        </p:blipFill>
        <p:spPr>
          <a:xfrm>
            <a:off x="6135602" y="2890111"/>
            <a:ext cx="1928816" cy="18054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16430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15" name="Google Shape;1215;p45"/>
          <p:cNvGraphicFramePr/>
          <p:nvPr>
            <p:extLst>
              <p:ext uri="{D42A27DB-BD31-4B8C-83A1-F6EECF244321}">
                <p14:modId xmlns:p14="http://schemas.microsoft.com/office/powerpoint/2010/main" val="2747986581"/>
              </p:ext>
            </p:extLst>
          </p:nvPr>
        </p:nvGraphicFramePr>
        <p:xfrm>
          <a:off x="335842" y="790415"/>
          <a:ext cx="3964937" cy="1125939"/>
        </p:xfrm>
        <a:graphic>
          <a:graphicData uri="http://schemas.openxmlformats.org/drawingml/2006/table">
            <a:tbl>
              <a:tblPr>
                <a:noFill/>
                <a:tableStyleId>{9465036D-03BC-43D3-BDAB-ACB9745CE3FF}</a:tableStyleId>
              </a:tblPr>
              <a:tblGrid>
                <a:gridCol w="7591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97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06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9344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6764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431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dirty="0">
                          <a:solidFill>
                            <a:schemeClr val="tx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20min</a:t>
                      </a:r>
                      <a:endParaRPr sz="900" b="1" dirty="0">
                        <a:solidFill>
                          <a:schemeClr val="tx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dirty="0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Accuracy</a:t>
                      </a:r>
                      <a:endParaRPr sz="900" b="1" dirty="0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dirty="0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Sensitivity</a:t>
                      </a:r>
                      <a:endParaRPr sz="900" b="1" dirty="0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900" b="1" dirty="0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Specificity</a:t>
                      </a:r>
                      <a:endParaRPr sz="900" b="1" dirty="0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dirty="0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PPV</a:t>
                      </a:r>
                      <a:endParaRPr sz="900" b="1" dirty="0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dirty="0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NPV</a:t>
                      </a:r>
                      <a:endParaRPr sz="900" b="1" dirty="0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9188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dirty="0">
                          <a:solidFill>
                            <a:schemeClr val="dk1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non</a:t>
                      </a:r>
                      <a:endParaRPr sz="900" b="1" dirty="0">
                        <a:solidFill>
                          <a:schemeClr val="dk1"/>
                        </a:solidFill>
                        <a:latin typeface="Work Sans"/>
                        <a:ea typeface="Work Sans"/>
                        <a:cs typeface="Work Sans"/>
                        <a:sym typeface="Work Sans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TW" sz="900" b="0" i="0" u="none" strike="noStrike" cap="none" dirty="0">
                          <a:solidFill>
                            <a:srgbClr val="00B050"/>
                          </a:solidFill>
                          <a:latin typeface="Inter"/>
                          <a:ea typeface="Inter"/>
                          <a:sym typeface="Arial"/>
                        </a:rPr>
                        <a:t>0.72</a:t>
                      </a:r>
                    </a:p>
                  </a:txBody>
                  <a:tcPr marL="9525" marR="9525" marT="9525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TW" sz="900" b="0" i="0" u="none" strike="noStrike" cap="none" dirty="0">
                          <a:solidFill>
                            <a:srgbClr val="00B050"/>
                          </a:solidFill>
                          <a:latin typeface="Inter"/>
                          <a:ea typeface="Inter"/>
                          <a:sym typeface="Arial"/>
                        </a:rPr>
                        <a:t>0.54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TW" sz="900" b="0" i="0" u="none" strike="noStrike" cap="none" dirty="0">
                          <a:solidFill>
                            <a:srgbClr val="00B050"/>
                          </a:solidFill>
                          <a:latin typeface="Inter"/>
                          <a:ea typeface="Inter"/>
                          <a:sym typeface="Arial"/>
                        </a:rPr>
                        <a:t>0.81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TW" sz="900" b="0" i="0" u="none" strike="noStrike" cap="none">
                          <a:solidFill>
                            <a:srgbClr val="00B050"/>
                          </a:solidFill>
                          <a:latin typeface="Inter"/>
                          <a:ea typeface="Inter"/>
                          <a:sym typeface="Arial"/>
                        </a:rPr>
                        <a:t>0.63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TW" sz="900" b="0" i="0" u="none" strike="noStrike" cap="none">
                          <a:solidFill>
                            <a:schemeClr val="dk1"/>
                          </a:solidFill>
                          <a:latin typeface="Inter"/>
                          <a:ea typeface="Inter"/>
                          <a:sym typeface="Arial"/>
                        </a:rPr>
                        <a:t>0.76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7722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dirty="0">
                          <a:solidFill>
                            <a:schemeClr val="dk1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non-multi</a:t>
                      </a:r>
                      <a:endParaRPr sz="900" b="1" dirty="0">
                        <a:solidFill>
                          <a:schemeClr val="dk1"/>
                        </a:solidFill>
                        <a:latin typeface="Work Sans"/>
                        <a:ea typeface="Work Sans"/>
                        <a:cs typeface="Work Sans"/>
                        <a:sym typeface="Work Sans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TW" sz="900" b="0" i="0" u="none" strike="noStrike" cap="none" dirty="0">
                          <a:solidFill>
                            <a:srgbClr val="00B050"/>
                          </a:solidFill>
                          <a:latin typeface="Inter"/>
                          <a:ea typeface="Inter"/>
                          <a:sym typeface="Arial"/>
                        </a:rPr>
                        <a:t>0.73</a:t>
                      </a:r>
                    </a:p>
                  </a:txBody>
                  <a:tcPr marL="9525" marR="9525" marT="9525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TW" sz="900" b="0" i="0" u="none" strike="noStrike" cap="none" dirty="0">
                          <a:solidFill>
                            <a:schemeClr val="dk1"/>
                          </a:solidFill>
                          <a:latin typeface="Inter"/>
                          <a:ea typeface="Inter"/>
                          <a:sym typeface="Arial"/>
                        </a:rPr>
                        <a:t>0.64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TW" sz="900" b="0" i="0" u="none" strike="noStrike" cap="none" dirty="0">
                          <a:solidFill>
                            <a:srgbClr val="00B050"/>
                          </a:solidFill>
                          <a:latin typeface="Inter"/>
                          <a:ea typeface="Inter"/>
                          <a:sym typeface="Arial"/>
                        </a:rPr>
                        <a:t>0.77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TW" sz="900" b="0" i="0" u="none" strike="noStrike" cap="none" dirty="0">
                          <a:solidFill>
                            <a:srgbClr val="00B050"/>
                          </a:solidFill>
                          <a:latin typeface="Inter"/>
                          <a:ea typeface="Inter"/>
                          <a:sym typeface="Arial"/>
                        </a:rPr>
                        <a:t>0.62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TW" sz="900" b="0" i="0" u="none" strike="noStrike" cap="none">
                          <a:solidFill>
                            <a:schemeClr val="dk1"/>
                          </a:solidFill>
                          <a:latin typeface="Inter"/>
                          <a:ea typeface="Inter"/>
                          <a:sym typeface="Arial"/>
                        </a:rPr>
                        <a:t>0.80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0399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dirty="0">
                          <a:solidFill>
                            <a:schemeClr val="dk1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invasive</a:t>
                      </a:r>
                      <a:endParaRPr sz="900" b="1" dirty="0">
                        <a:solidFill>
                          <a:schemeClr val="dk1"/>
                        </a:solidFill>
                        <a:latin typeface="Work Sans"/>
                        <a:ea typeface="Work Sans"/>
                        <a:cs typeface="Work Sans"/>
                        <a:sym typeface="Work Sans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TW" sz="900" b="0" i="0" u="none" strike="noStrike" cap="none" dirty="0">
                          <a:solidFill>
                            <a:srgbClr val="00B050"/>
                          </a:solidFill>
                          <a:latin typeface="Inter"/>
                          <a:ea typeface="Inter"/>
                          <a:sym typeface="Arial"/>
                        </a:rPr>
                        <a:t>0.82</a:t>
                      </a:r>
                    </a:p>
                  </a:txBody>
                  <a:tcPr marL="9525" marR="9525" marT="9525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TW" sz="900" b="0" i="0" u="none" strike="noStrike" cap="none" dirty="0">
                          <a:solidFill>
                            <a:schemeClr val="dk1"/>
                          </a:solidFill>
                          <a:latin typeface="Inter"/>
                          <a:ea typeface="Inter"/>
                          <a:sym typeface="Arial"/>
                        </a:rPr>
                        <a:t>0.61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TW" sz="900" b="0" i="0" u="none" strike="noStrike" cap="none" dirty="0">
                          <a:solidFill>
                            <a:srgbClr val="00B050"/>
                          </a:solidFill>
                          <a:latin typeface="Inter"/>
                          <a:ea typeface="Inter"/>
                          <a:sym typeface="Arial"/>
                        </a:rPr>
                        <a:t>0.94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TW" sz="900" b="0" i="0" u="none" strike="noStrike" cap="none" dirty="0">
                          <a:solidFill>
                            <a:srgbClr val="00B050"/>
                          </a:solidFill>
                          <a:latin typeface="Inter"/>
                          <a:ea typeface="Inter"/>
                          <a:sym typeface="Arial"/>
                        </a:rPr>
                        <a:t>0.87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TW" sz="900" b="0" i="0" u="none" strike="noStrike" cap="none" dirty="0">
                          <a:solidFill>
                            <a:schemeClr val="dk1"/>
                          </a:solidFill>
                          <a:latin typeface="Inter"/>
                          <a:ea typeface="Inter"/>
                          <a:sym typeface="Arial"/>
                        </a:rPr>
                        <a:t>0.81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124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dirty="0">
                          <a:solidFill>
                            <a:schemeClr val="dk1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invasive-multi</a:t>
                      </a:r>
                      <a:endParaRPr sz="900" b="1" dirty="0">
                        <a:solidFill>
                          <a:schemeClr val="dk1"/>
                        </a:solidFill>
                        <a:latin typeface="Work Sans"/>
                        <a:ea typeface="Work Sans"/>
                        <a:cs typeface="Work Sans"/>
                        <a:sym typeface="Work Sans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TW" sz="900" b="0" i="0" u="none" strike="noStrike" cap="none" dirty="0">
                          <a:solidFill>
                            <a:srgbClr val="00B050"/>
                          </a:solidFill>
                          <a:latin typeface="Inter"/>
                          <a:ea typeface="Inter"/>
                          <a:sym typeface="Arial"/>
                        </a:rPr>
                        <a:t>0.83</a:t>
                      </a:r>
                    </a:p>
                  </a:txBody>
                  <a:tcPr marL="9525" marR="9525" marT="9525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TW" sz="900" b="0" i="0" u="none" strike="noStrike" cap="none" dirty="0">
                          <a:solidFill>
                            <a:schemeClr val="dk1"/>
                          </a:solidFill>
                          <a:latin typeface="Inter"/>
                          <a:ea typeface="Inter"/>
                          <a:sym typeface="Arial"/>
                        </a:rPr>
                        <a:t>0.64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TW" sz="900" b="0" i="0" u="none" strike="noStrike" cap="none" dirty="0">
                          <a:solidFill>
                            <a:srgbClr val="00B050"/>
                          </a:solidFill>
                          <a:latin typeface="Inter"/>
                          <a:ea typeface="Inter"/>
                          <a:sym typeface="Arial"/>
                        </a:rPr>
                        <a:t>0.94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TW" sz="900" b="0" i="0" u="none" strike="noStrike" cap="none" dirty="0">
                          <a:solidFill>
                            <a:srgbClr val="00B050"/>
                          </a:solidFill>
                          <a:latin typeface="Inter"/>
                          <a:ea typeface="Inter"/>
                          <a:sym typeface="Arial"/>
                        </a:rPr>
                        <a:t>0.86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TW" sz="900" b="0" i="0" u="none" strike="noStrike" cap="none" dirty="0">
                          <a:solidFill>
                            <a:schemeClr val="dk1"/>
                          </a:solidFill>
                          <a:latin typeface="Inter"/>
                          <a:ea typeface="Inter"/>
                          <a:sym typeface="Arial"/>
                        </a:rPr>
                        <a:t>0.82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4" name="Google Shape;1215;p45">
            <a:extLst>
              <a:ext uri="{FF2B5EF4-FFF2-40B4-BE49-F238E27FC236}">
                <a16:creationId xmlns:a16="http://schemas.microsoft.com/office/drawing/2014/main" id="{D6B817F2-B7F0-1D45-0EF7-71EDF9C9422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14045741"/>
              </p:ext>
            </p:extLst>
          </p:nvPr>
        </p:nvGraphicFramePr>
        <p:xfrm>
          <a:off x="335842" y="2244312"/>
          <a:ext cx="3964937" cy="1125939"/>
        </p:xfrm>
        <a:graphic>
          <a:graphicData uri="http://schemas.openxmlformats.org/drawingml/2006/table">
            <a:tbl>
              <a:tblPr>
                <a:noFill/>
                <a:tableStyleId>{9465036D-03BC-43D3-BDAB-ACB9745CE3FF}</a:tableStyleId>
              </a:tblPr>
              <a:tblGrid>
                <a:gridCol w="7591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97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06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9344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6764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431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dirty="0">
                          <a:solidFill>
                            <a:schemeClr val="tx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25min</a:t>
                      </a:r>
                      <a:endParaRPr sz="900" b="1" dirty="0">
                        <a:solidFill>
                          <a:schemeClr val="lt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dirty="0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Accuracy</a:t>
                      </a:r>
                      <a:endParaRPr sz="900" b="1" dirty="0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dirty="0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Sensitivity</a:t>
                      </a:r>
                      <a:endParaRPr sz="900" b="1" dirty="0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900" b="1" dirty="0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Specificity</a:t>
                      </a:r>
                      <a:endParaRPr sz="900" b="1" dirty="0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dirty="0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PPV</a:t>
                      </a:r>
                      <a:endParaRPr sz="900" b="1" dirty="0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dirty="0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NPV</a:t>
                      </a:r>
                      <a:endParaRPr sz="900" b="1" dirty="0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9188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dirty="0">
                          <a:solidFill>
                            <a:schemeClr val="dk1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non</a:t>
                      </a:r>
                      <a:endParaRPr sz="900" b="1" dirty="0">
                        <a:solidFill>
                          <a:schemeClr val="dk1"/>
                        </a:solidFill>
                        <a:latin typeface="Work Sans"/>
                        <a:ea typeface="Work Sans"/>
                        <a:cs typeface="Work Sans"/>
                        <a:sym typeface="Work Sans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TW" sz="900" b="0" i="0" u="none" strike="noStrike" cap="none" dirty="0">
                          <a:solidFill>
                            <a:srgbClr val="00B050"/>
                          </a:solidFill>
                          <a:latin typeface="Inter"/>
                          <a:ea typeface="Inter"/>
                          <a:cs typeface="Arial"/>
                          <a:sym typeface="Arial"/>
                        </a:rPr>
                        <a:t>0.71</a:t>
                      </a:r>
                    </a:p>
                  </a:txBody>
                  <a:tcPr marL="9525" marR="9525" marT="9525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TW" sz="900" b="0" i="0" u="none" strike="noStrike" cap="none" dirty="0">
                          <a:solidFill>
                            <a:srgbClr val="00B050"/>
                          </a:solidFill>
                          <a:latin typeface="Inter"/>
                          <a:ea typeface="Inter"/>
                          <a:cs typeface="Arial"/>
                          <a:sym typeface="Arial"/>
                        </a:rPr>
                        <a:t>0.57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TW" sz="900" b="0" i="0" u="none" strike="noStrike" cap="none" dirty="0">
                          <a:solidFill>
                            <a:srgbClr val="00B050"/>
                          </a:solidFill>
                          <a:latin typeface="Inter"/>
                          <a:ea typeface="Inter"/>
                          <a:cs typeface="Arial"/>
                          <a:sym typeface="Arial"/>
                        </a:rPr>
                        <a:t>0.77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TW" sz="900" b="0" i="0" u="none" strike="noStrike" cap="none" dirty="0">
                          <a:solidFill>
                            <a:srgbClr val="00B050"/>
                          </a:solidFill>
                          <a:latin typeface="Inter"/>
                          <a:ea typeface="Inter"/>
                          <a:cs typeface="Arial"/>
                          <a:sym typeface="Arial"/>
                        </a:rPr>
                        <a:t>0.58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TW" sz="900" b="0" i="0" u="none" strike="noStrike" cap="none" dirty="0">
                          <a:solidFill>
                            <a:srgbClr val="00B050"/>
                          </a:solidFill>
                          <a:latin typeface="Inter"/>
                          <a:ea typeface="Inter"/>
                          <a:cs typeface="Arial"/>
                          <a:sym typeface="Arial"/>
                        </a:rPr>
                        <a:t>0.78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7722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dirty="0">
                          <a:solidFill>
                            <a:schemeClr val="dk1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non-multi</a:t>
                      </a:r>
                      <a:endParaRPr sz="900" b="1" dirty="0">
                        <a:solidFill>
                          <a:schemeClr val="dk1"/>
                        </a:solidFill>
                        <a:latin typeface="Work Sans"/>
                        <a:ea typeface="Work Sans"/>
                        <a:cs typeface="Work Sans"/>
                        <a:sym typeface="Work Sans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TW" sz="900" b="0" i="0" u="none" strike="noStrike" cap="none" dirty="0">
                          <a:solidFill>
                            <a:srgbClr val="00B050"/>
                          </a:solidFill>
                          <a:latin typeface="Inter"/>
                          <a:ea typeface="Inter"/>
                          <a:cs typeface="Arial"/>
                          <a:sym typeface="Arial"/>
                        </a:rPr>
                        <a:t>0.73</a:t>
                      </a:r>
                    </a:p>
                  </a:txBody>
                  <a:tcPr marL="9525" marR="9525" marT="9525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TW" sz="900" b="0" i="0" u="none" strike="noStrike" cap="none" dirty="0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Arial"/>
                          <a:sym typeface="Arial"/>
                        </a:rPr>
                        <a:t>0.48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TW" sz="900" b="0" i="0" u="none" strike="noStrike" cap="none" dirty="0">
                          <a:solidFill>
                            <a:srgbClr val="00B050"/>
                          </a:solidFill>
                          <a:latin typeface="Inter"/>
                          <a:ea typeface="Inter"/>
                          <a:cs typeface="Arial"/>
                          <a:sym typeface="Arial"/>
                        </a:rPr>
                        <a:t>0.86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TW" sz="900" b="0" i="0" u="none" strike="noStrike" cap="none" dirty="0">
                          <a:solidFill>
                            <a:srgbClr val="00B050"/>
                          </a:solidFill>
                          <a:latin typeface="Inter"/>
                          <a:ea typeface="Inter"/>
                          <a:cs typeface="Arial"/>
                          <a:sym typeface="Arial"/>
                        </a:rPr>
                        <a:t>0.66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TW" sz="900" b="0" i="0" u="none" strike="noStrike" cap="none" dirty="0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Arial"/>
                          <a:sym typeface="Arial"/>
                        </a:rPr>
                        <a:t>0.76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0399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dirty="0">
                          <a:solidFill>
                            <a:schemeClr val="dk1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invasive</a:t>
                      </a:r>
                      <a:endParaRPr sz="900" b="1" dirty="0">
                        <a:solidFill>
                          <a:schemeClr val="dk1"/>
                        </a:solidFill>
                        <a:latin typeface="Work Sans"/>
                        <a:ea typeface="Work Sans"/>
                        <a:cs typeface="Work Sans"/>
                        <a:sym typeface="Work Sans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TW" sz="900" b="0" i="0" u="none" strike="noStrike" cap="none" dirty="0">
                          <a:solidFill>
                            <a:srgbClr val="00B050"/>
                          </a:solidFill>
                          <a:latin typeface="Inter"/>
                          <a:ea typeface="Inter"/>
                          <a:cs typeface="Arial"/>
                          <a:sym typeface="Arial"/>
                        </a:rPr>
                        <a:t>0.77</a:t>
                      </a:r>
                    </a:p>
                  </a:txBody>
                  <a:tcPr marL="9525" marR="9525" marT="9525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TW" sz="900" b="0" i="0" u="none" strike="noStrike" cap="none" dirty="0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Arial"/>
                          <a:sym typeface="Arial"/>
                        </a:rPr>
                        <a:t>0.45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TW" sz="900" b="0" i="0" u="none" strike="noStrike" cap="none" dirty="0">
                          <a:solidFill>
                            <a:srgbClr val="00B050"/>
                          </a:solidFill>
                          <a:latin typeface="Inter"/>
                          <a:ea typeface="Inter"/>
                          <a:cs typeface="Arial"/>
                          <a:sym typeface="Arial"/>
                        </a:rPr>
                        <a:t>0.94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TW" sz="900" b="0" i="0" u="none" strike="noStrike" cap="none" dirty="0">
                          <a:solidFill>
                            <a:srgbClr val="00B050"/>
                          </a:solidFill>
                          <a:latin typeface="Inter"/>
                          <a:ea typeface="Inter"/>
                          <a:cs typeface="Arial"/>
                          <a:sym typeface="Arial"/>
                        </a:rPr>
                        <a:t>0.82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TW" sz="900" b="0" i="0" u="none" strike="noStrike" cap="none" dirty="0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Arial"/>
                          <a:sym typeface="Arial"/>
                        </a:rPr>
                        <a:t>0.76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124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dirty="0">
                          <a:solidFill>
                            <a:schemeClr val="dk1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invasive-multi</a:t>
                      </a:r>
                      <a:endParaRPr sz="900" b="1" dirty="0">
                        <a:solidFill>
                          <a:schemeClr val="dk1"/>
                        </a:solidFill>
                        <a:latin typeface="Work Sans"/>
                        <a:ea typeface="Work Sans"/>
                        <a:cs typeface="Work Sans"/>
                        <a:sym typeface="Work Sans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TW" sz="900" b="0" i="0" u="none" strike="noStrike" cap="none" dirty="0">
                          <a:solidFill>
                            <a:srgbClr val="00B050"/>
                          </a:solidFill>
                          <a:latin typeface="Inter"/>
                          <a:ea typeface="Inter"/>
                          <a:cs typeface="Arial"/>
                          <a:sym typeface="Arial"/>
                        </a:rPr>
                        <a:t>0.80</a:t>
                      </a:r>
                    </a:p>
                  </a:txBody>
                  <a:tcPr marL="9525" marR="9525" marT="9525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TW" sz="900" b="0" i="0" u="none" strike="noStrike" cap="none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Arial"/>
                          <a:sym typeface="Arial"/>
                        </a:rPr>
                        <a:t>0.61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TW" sz="900" b="0" i="0" u="none" strike="noStrike" cap="none" dirty="0">
                          <a:solidFill>
                            <a:srgbClr val="00B050"/>
                          </a:solidFill>
                          <a:latin typeface="Inter"/>
                          <a:ea typeface="Inter"/>
                          <a:cs typeface="Arial"/>
                          <a:sym typeface="Arial"/>
                        </a:rPr>
                        <a:t>0.90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TW" sz="900" b="0" i="0" u="none" strike="noStrike" cap="none" dirty="0">
                          <a:solidFill>
                            <a:srgbClr val="00B050"/>
                          </a:solidFill>
                          <a:latin typeface="Inter"/>
                          <a:ea typeface="Inter"/>
                          <a:cs typeface="Arial"/>
                          <a:sym typeface="Arial"/>
                        </a:rPr>
                        <a:t>0.77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TW" sz="900" b="0" i="0" u="none" strike="noStrike" cap="none" dirty="0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Arial"/>
                          <a:sym typeface="Arial"/>
                        </a:rPr>
                        <a:t>0.81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5" name="Google Shape;1215;p45">
            <a:extLst>
              <a:ext uri="{FF2B5EF4-FFF2-40B4-BE49-F238E27FC236}">
                <a16:creationId xmlns:a16="http://schemas.microsoft.com/office/drawing/2014/main" id="{CFBB5F5E-A641-1670-10E7-241E868AAA5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62325384"/>
              </p:ext>
            </p:extLst>
          </p:nvPr>
        </p:nvGraphicFramePr>
        <p:xfrm>
          <a:off x="335842" y="3698209"/>
          <a:ext cx="3964937" cy="1125939"/>
        </p:xfrm>
        <a:graphic>
          <a:graphicData uri="http://schemas.openxmlformats.org/drawingml/2006/table">
            <a:tbl>
              <a:tblPr>
                <a:noFill/>
                <a:tableStyleId>{9465036D-03BC-43D3-BDAB-ACB9745CE3FF}</a:tableStyleId>
              </a:tblPr>
              <a:tblGrid>
                <a:gridCol w="7591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97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06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9344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6764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431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9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3B4D68"/>
                          </a:solidFill>
                          <a:effectLst/>
                          <a:uLnTx/>
                          <a:uFillTx/>
                          <a:latin typeface="Inter"/>
                          <a:ea typeface="Inter"/>
                          <a:cs typeface="Inter"/>
                          <a:sym typeface="Inter"/>
                        </a:rPr>
                        <a:t>30min</a:t>
                      </a:r>
                      <a:endParaRPr sz="1600" b="1" dirty="0">
                        <a:solidFill>
                          <a:schemeClr val="lt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dirty="0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Accuracy</a:t>
                      </a:r>
                      <a:endParaRPr sz="900" b="1" dirty="0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dirty="0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Sensitivity</a:t>
                      </a:r>
                      <a:endParaRPr sz="900" b="1" dirty="0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900" b="1" dirty="0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Specificity</a:t>
                      </a:r>
                      <a:endParaRPr sz="900" b="1" dirty="0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dirty="0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PPV</a:t>
                      </a:r>
                      <a:endParaRPr sz="900" b="1" dirty="0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dirty="0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NPV</a:t>
                      </a:r>
                      <a:endParaRPr sz="900" b="1" dirty="0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9188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dirty="0">
                          <a:solidFill>
                            <a:schemeClr val="dk1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non</a:t>
                      </a:r>
                      <a:endParaRPr sz="900" b="1" dirty="0">
                        <a:solidFill>
                          <a:schemeClr val="dk1"/>
                        </a:solidFill>
                        <a:latin typeface="Work Sans"/>
                        <a:ea typeface="Work Sans"/>
                        <a:cs typeface="Work Sans"/>
                        <a:sym typeface="Work Sans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TW" sz="900" b="0" i="0" u="none" strike="noStrike" cap="none" dirty="0">
                          <a:solidFill>
                            <a:srgbClr val="00B050"/>
                          </a:solidFill>
                          <a:latin typeface="Inter"/>
                          <a:ea typeface="Inter"/>
                          <a:cs typeface="Arial"/>
                          <a:sym typeface="Arial"/>
                        </a:rPr>
                        <a:t>0.70</a:t>
                      </a:r>
                    </a:p>
                  </a:txBody>
                  <a:tcPr marL="9525" marR="9525" marT="9525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TW" sz="900" b="0" i="0" u="none" strike="noStrike" cap="none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Arial"/>
                          <a:sym typeface="Arial"/>
                        </a:rPr>
                        <a:t>0.37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TW" sz="900" b="0" i="0" u="none" strike="noStrike" cap="none" dirty="0">
                          <a:solidFill>
                            <a:srgbClr val="00B050"/>
                          </a:solidFill>
                          <a:latin typeface="Inter"/>
                          <a:ea typeface="Inter"/>
                          <a:cs typeface="Arial"/>
                          <a:sym typeface="Arial"/>
                        </a:rPr>
                        <a:t>0.85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TW" sz="900" b="0" i="0" u="none" strike="noStrike" cap="none">
                          <a:solidFill>
                            <a:srgbClr val="00B050"/>
                          </a:solidFill>
                          <a:latin typeface="Inter"/>
                          <a:ea typeface="Inter"/>
                          <a:cs typeface="Arial"/>
                          <a:sym typeface="Arial"/>
                        </a:rPr>
                        <a:t>0.59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TW" sz="900" b="0" i="0" u="none" strike="noStrike" cap="none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Arial"/>
                          <a:sym typeface="Arial"/>
                        </a:rPr>
                        <a:t>0.75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7722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dirty="0">
                          <a:solidFill>
                            <a:schemeClr val="dk1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non-multi</a:t>
                      </a:r>
                      <a:endParaRPr sz="900" b="1" dirty="0">
                        <a:solidFill>
                          <a:schemeClr val="dk1"/>
                        </a:solidFill>
                        <a:latin typeface="Work Sans"/>
                        <a:ea typeface="Work Sans"/>
                        <a:cs typeface="Work Sans"/>
                        <a:sym typeface="Work Sans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TW" sz="900" b="0" i="0" u="none" strike="noStrike" cap="none" dirty="0">
                          <a:solidFill>
                            <a:srgbClr val="00B050"/>
                          </a:solidFill>
                          <a:latin typeface="Inter"/>
                          <a:ea typeface="Inter"/>
                          <a:cs typeface="Arial"/>
                          <a:sym typeface="Arial"/>
                        </a:rPr>
                        <a:t>0.72</a:t>
                      </a:r>
                    </a:p>
                  </a:txBody>
                  <a:tcPr marL="9525" marR="9525" marT="9525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TW" sz="900" b="0" i="0" u="none" strike="noStrike" cap="none" dirty="0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Arial"/>
                          <a:sym typeface="Arial"/>
                        </a:rPr>
                        <a:t>0.49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TW" sz="900" b="0" i="0" u="none" strike="noStrike" cap="none" dirty="0">
                          <a:solidFill>
                            <a:srgbClr val="00B050"/>
                          </a:solidFill>
                          <a:latin typeface="Inter"/>
                          <a:ea typeface="Inter"/>
                          <a:cs typeface="Arial"/>
                          <a:sym typeface="Arial"/>
                        </a:rPr>
                        <a:t>0.83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TW" sz="900" b="0" i="0" u="none" strike="noStrike" cap="none">
                          <a:solidFill>
                            <a:srgbClr val="00B050"/>
                          </a:solidFill>
                          <a:latin typeface="Inter"/>
                          <a:ea typeface="Inter"/>
                          <a:cs typeface="Arial"/>
                          <a:sym typeface="Arial"/>
                        </a:rPr>
                        <a:t>0.59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TW" sz="900" b="0" i="0" u="none" strike="noStrike" cap="none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Arial"/>
                          <a:sym typeface="Arial"/>
                        </a:rPr>
                        <a:t>0.77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0399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dirty="0">
                          <a:solidFill>
                            <a:schemeClr val="dk1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invasive</a:t>
                      </a:r>
                      <a:endParaRPr sz="900" b="1" dirty="0">
                        <a:solidFill>
                          <a:schemeClr val="dk1"/>
                        </a:solidFill>
                        <a:latin typeface="Work Sans"/>
                        <a:ea typeface="Work Sans"/>
                        <a:cs typeface="Work Sans"/>
                        <a:sym typeface="Work Sans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TW" sz="900" b="0" i="0" u="none" strike="noStrike" cap="none" dirty="0">
                          <a:solidFill>
                            <a:srgbClr val="00B050"/>
                          </a:solidFill>
                          <a:latin typeface="Inter"/>
                          <a:ea typeface="Inter"/>
                          <a:cs typeface="Arial"/>
                          <a:sym typeface="Arial"/>
                        </a:rPr>
                        <a:t>0.77</a:t>
                      </a:r>
                    </a:p>
                  </a:txBody>
                  <a:tcPr marL="9525" marR="9525" marT="9525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TW" sz="900" b="0" i="0" u="none" strike="noStrike" cap="none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Arial"/>
                          <a:sym typeface="Arial"/>
                        </a:rPr>
                        <a:t>0.52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TW" sz="900" b="0" i="0" u="none" strike="noStrike" cap="none" dirty="0">
                          <a:solidFill>
                            <a:srgbClr val="00B050"/>
                          </a:solidFill>
                          <a:latin typeface="Inter"/>
                          <a:ea typeface="Inter"/>
                          <a:cs typeface="Arial"/>
                          <a:sym typeface="Arial"/>
                        </a:rPr>
                        <a:t>0.89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TW" sz="900" b="0" i="0" u="none" strike="noStrike" cap="none" dirty="0">
                          <a:solidFill>
                            <a:srgbClr val="00B050"/>
                          </a:solidFill>
                          <a:latin typeface="Inter"/>
                          <a:ea typeface="Inter"/>
                          <a:cs typeface="Arial"/>
                          <a:sym typeface="Arial"/>
                        </a:rPr>
                        <a:t>0.71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TW" sz="900" b="0" i="0" u="none" strike="noStrike" cap="none" dirty="0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Arial"/>
                          <a:sym typeface="Arial"/>
                        </a:rPr>
                        <a:t>0.80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124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dirty="0">
                          <a:solidFill>
                            <a:schemeClr val="dk1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invasive-multi</a:t>
                      </a:r>
                      <a:endParaRPr sz="900" b="1" dirty="0">
                        <a:solidFill>
                          <a:schemeClr val="dk1"/>
                        </a:solidFill>
                        <a:latin typeface="Work Sans"/>
                        <a:ea typeface="Work Sans"/>
                        <a:cs typeface="Work Sans"/>
                        <a:sym typeface="Work Sans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TW" sz="900" b="0" i="0" u="none" strike="noStrike" cap="none" dirty="0">
                          <a:solidFill>
                            <a:srgbClr val="00B050"/>
                          </a:solidFill>
                          <a:latin typeface="Inter"/>
                          <a:ea typeface="Inter"/>
                          <a:cs typeface="Arial"/>
                          <a:sym typeface="Arial"/>
                        </a:rPr>
                        <a:t>0.79</a:t>
                      </a:r>
                    </a:p>
                  </a:txBody>
                  <a:tcPr marL="9525" marR="9525" marT="9525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TW" sz="900" b="0" i="0" u="none" strike="noStrike" cap="none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Arial"/>
                          <a:sym typeface="Arial"/>
                        </a:rPr>
                        <a:t>0.58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TW" sz="900" b="0" i="0" u="none" strike="noStrike" cap="none">
                          <a:solidFill>
                            <a:srgbClr val="00B050"/>
                          </a:solidFill>
                          <a:latin typeface="Inter"/>
                          <a:ea typeface="Inter"/>
                          <a:cs typeface="Arial"/>
                          <a:sym typeface="Arial"/>
                        </a:rPr>
                        <a:t>0.88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TW" sz="900" b="0" i="0" u="none" strike="noStrike" cap="none" dirty="0">
                          <a:solidFill>
                            <a:srgbClr val="00B050"/>
                          </a:solidFill>
                          <a:latin typeface="Inter"/>
                          <a:ea typeface="Inter"/>
                          <a:cs typeface="Arial"/>
                          <a:sym typeface="Arial"/>
                        </a:rPr>
                        <a:t>0.70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TW" sz="900" b="0" i="0" u="none" strike="noStrike" cap="none" dirty="0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Arial"/>
                          <a:sym typeface="Arial"/>
                        </a:rPr>
                        <a:t>0.81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6" name="Google Shape;1215;p45">
            <a:extLst>
              <a:ext uri="{FF2B5EF4-FFF2-40B4-BE49-F238E27FC236}">
                <a16:creationId xmlns:a16="http://schemas.microsoft.com/office/drawing/2014/main" id="{39E05138-0C08-4242-8130-506E5BC35D4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19423502"/>
              </p:ext>
            </p:extLst>
          </p:nvPr>
        </p:nvGraphicFramePr>
        <p:xfrm>
          <a:off x="4572000" y="790415"/>
          <a:ext cx="3964937" cy="1125939"/>
        </p:xfrm>
        <a:graphic>
          <a:graphicData uri="http://schemas.openxmlformats.org/drawingml/2006/table">
            <a:tbl>
              <a:tblPr>
                <a:noFill/>
                <a:tableStyleId>{9465036D-03BC-43D3-BDAB-ACB9745CE3FF}</a:tableStyleId>
              </a:tblPr>
              <a:tblGrid>
                <a:gridCol w="7591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97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06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9344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6764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431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dirty="0">
                          <a:solidFill>
                            <a:schemeClr val="tx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20min</a:t>
                      </a:r>
                      <a:endParaRPr sz="900" b="1" dirty="0">
                        <a:solidFill>
                          <a:schemeClr val="tx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dirty="0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Accuracy</a:t>
                      </a:r>
                      <a:endParaRPr sz="900" b="1" dirty="0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dirty="0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Sensitivity</a:t>
                      </a:r>
                      <a:endParaRPr sz="900" b="1" dirty="0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900" b="1" dirty="0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Specificity</a:t>
                      </a:r>
                      <a:endParaRPr sz="900" b="1" dirty="0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dirty="0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PPV</a:t>
                      </a:r>
                      <a:endParaRPr sz="900" b="1" dirty="0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dirty="0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NPV</a:t>
                      </a:r>
                      <a:endParaRPr sz="900" b="1" dirty="0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9188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dirty="0">
                          <a:solidFill>
                            <a:schemeClr val="dk1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non</a:t>
                      </a:r>
                      <a:endParaRPr sz="900" b="1" dirty="0">
                        <a:solidFill>
                          <a:schemeClr val="dk1"/>
                        </a:solidFill>
                        <a:latin typeface="Work Sans"/>
                        <a:ea typeface="Work Sans"/>
                        <a:cs typeface="Work Sans"/>
                        <a:sym typeface="Work Sans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TW" sz="900" b="0" i="0" u="none" strike="noStrike" cap="none" dirty="0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Arial"/>
                          <a:sym typeface="Arial"/>
                        </a:rPr>
                        <a:t>0.68</a:t>
                      </a:r>
                    </a:p>
                  </a:txBody>
                  <a:tcPr marL="9525" marR="9525" marT="9525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TW" sz="900" b="0" i="0" u="none" strike="noStrike" cap="none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Arial"/>
                          <a:sym typeface="Arial"/>
                        </a:rPr>
                        <a:t>0.52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TW" sz="900" b="0" i="0" u="none" strike="noStrike" cap="none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Arial"/>
                          <a:sym typeface="Arial"/>
                        </a:rPr>
                        <a:t>0.76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TW" sz="900" b="0" i="0" u="none" strike="noStrike" cap="none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Arial"/>
                          <a:sym typeface="Arial"/>
                        </a:rPr>
                        <a:t>0.58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TW" sz="900" b="0" i="0" u="none" strike="noStrike" cap="none" dirty="0">
                          <a:solidFill>
                            <a:srgbClr val="00B050"/>
                          </a:solidFill>
                          <a:latin typeface="Inter"/>
                          <a:ea typeface="Inter"/>
                          <a:cs typeface="Arial"/>
                          <a:sym typeface="Arial"/>
                        </a:rPr>
                        <a:t>0.78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7722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dirty="0">
                          <a:solidFill>
                            <a:schemeClr val="dk1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non-multi</a:t>
                      </a:r>
                      <a:endParaRPr sz="900" b="1" dirty="0">
                        <a:solidFill>
                          <a:schemeClr val="dk1"/>
                        </a:solidFill>
                        <a:latin typeface="Work Sans"/>
                        <a:ea typeface="Work Sans"/>
                        <a:cs typeface="Work Sans"/>
                        <a:sym typeface="Work Sans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TW" sz="900" b="0" i="0" u="none" strike="noStrike" cap="none" dirty="0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Arial"/>
                          <a:sym typeface="Arial"/>
                        </a:rPr>
                        <a:t>0.71</a:t>
                      </a:r>
                    </a:p>
                  </a:txBody>
                  <a:tcPr marL="9525" marR="9525" marT="9525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TW" sz="900" b="0" i="0" u="none" strike="noStrike" cap="none" dirty="0">
                          <a:solidFill>
                            <a:srgbClr val="00B050"/>
                          </a:solidFill>
                          <a:latin typeface="Inter"/>
                          <a:ea typeface="Inter"/>
                          <a:cs typeface="Arial"/>
                          <a:sym typeface="Arial"/>
                        </a:rPr>
                        <a:t>0.76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TW" sz="900" b="0" i="0" u="none" strike="noStrike" cap="none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Arial"/>
                          <a:sym typeface="Arial"/>
                        </a:rPr>
                        <a:t>0.68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TW" sz="900" b="0" i="0" u="none" strike="noStrike" cap="none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Arial"/>
                          <a:sym typeface="Arial"/>
                        </a:rPr>
                        <a:t>0.56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TW" sz="900" b="0" i="0" u="none" strike="noStrike" cap="none" dirty="0">
                          <a:solidFill>
                            <a:srgbClr val="00B050"/>
                          </a:solidFill>
                          <a:latin typeface="Inter"/>
                          <a:ea typeface="Inter"/>
                          <a:cs typeface="Arial"/>
                          <a:sym typeface="Arial"/>
                        </a:rPr>
                        <a:t>0.84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0399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dirty="0">
                          <a:solidFill>
                            <a:schemeClr val="dk1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invasive</a:t>
                      </a:r>
                      <a:endParaRPr sz="900" b="1" dirty="0">
                        <a:solidFill>
                          <a:schemeClr val="dk1"/>
                        </a:solidFill>
                        <a:latin typeface="Work Sans"/>
                        <a:ea typeface="Work Sans"/>
                        <a:cs typeface="Work Sans"/>
                        <a:sym typeface="Work Sans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TW" sz="900" b="0" i="0" u="none" strike="noStrike" cap="none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Arial"/>
                          <a:sym typeface="Arial"/>
                        </a:rPr>
                        <a:t>0.82</a:t>
                      </a:r>
                    </a:p>
                  </a:txBody>
                  <a:tcPr marL="9525" marR="9525" marT="9525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TW" sz="900" b="0" i="0" u="none" strike="noStrike" cap="none" dirty="0">
                          <a:solidFill>
                            <a:srgbClr val="00B050"/>
                          </a:solidFill>
                          <a:latin typeface="Inter"/>
                          <a:ea typeface="Inter"/>
                          <a:cs typeface="Arial"/>
                          <a:sym typeface="Arial"/>
                        </a:rPr>
                        <a:t>0.69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TW" sz="900" b="0" i="0" u="none" strike="noStrike" cap="none" dirty="0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Arial"/>
                          <a:sym typeface="Arial"/>
                        </a:rPr>
                        <a:t>0.90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TW" sz="900" b="0" i="0" u="none" strike="noStrike" cap="none" dirty="0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Arial"/>
                          <a:sym typeface="Arial"/>
                        </a:rPr>
                        <a:t>0.78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TW" sz="900" b="0" i="0" u="none" strike="noStrike" cap="none" dirty="0">
                          <a:solidFill>
                            <a:srgbClr val="00B050"/>
                          </a:solidFill>
                          <a:latin typeface="Inter"/>
                          <a:ea typeface="Inter"/>
                          <a:cs typeface="Arial"/>
                          <a:sym typeface="Arial"/>
                        </a:rPr>
                        <a:t>0.85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124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dirty="0">
                          <a:solidFill>
                            <a:schemeClr val="dk1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invasive-multi</a:t>
                      </a:r>
                      <a:endParaRPr sz="900" b="1" dirty="0">
                        <a:solidFill>
                          <a:schemeClr val="dk1"/>
                        </a:solidFill>
                        <a:latin typeface="Work Sans"/>
                        <a:ea typeface="Work Sans"/>
                        <a:cs typeface="Work Sans"/>
                        <a:sym typeface="Work Sans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TW" sz="900" b="0" i="0" u="none" strike="noStrike" cap="none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Arial"/>
                          <a:sym typeface="Arial"/>
                        </a:rPr>
                        <a:t>0.83</a:t>
                      </a:r>
                    </a:p>
                  </a:txBody>
                  <a:tcPr marL="9525" marR="9525" marT="9525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TW" sz="900" b="0" i="0" u="none" strike="noStrike" cap="none" dirty="0">
                          <a:solidFill>
                            <a:srgbClr val="00B050"/>
                          </a:solidFill>
                          <a:latin typeface="Inter"/>
                          <a:ea typeface="Inter"/>
                          <a:cs typeface="Arial"/>
                          <a:sym typeface="Arial"/>
                        </a:rPr>
                        <a:t>0.73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TW" sz="900" b="0" i="0" u="none" strike="noStrike" cap="none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Arial"/>
                          <a:sym typeface="Arial"/>
                        </a:rPr>
                        <a:t>0.89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TW" sz="900" b="0" i="0" u="none" strike="noStrike" cap="none" dirty="0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Arial"/>
                          <a:sym typeface="Arial"/>
                        </a:rPr>
                        <a:t>0.77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TW" sz="900" b="0" i="0" u="none" strike="noStrike" cap="none" dirty="0">
                          <a:solidFill>
                            <a:srgbClr val="00B050"/>
                          </a:solidFill>
                          <a:latin typeface="Inter"/>
                          <a:ea typeface="Inter"/>
                          <a:cs typeface="Arial"/>
                          <a:sym typeface="Arial"/>
                        </a:rPr>
                        <a:t>0.86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7" name="Google Shape;1215;p45">
            <a:extLst>
              <a:ext uri="{FF2B5EF4-FFF2-40B4-BE49-F238E27FC236}">
                <a16:creationId xmlns:a16="http://schemas.microsoft.com/office/drawing/2014/main" id="{AE30D890-6874-23FB-EBDC-56FB1F726B1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0530034"/>
              </p:ext>
            </p:extLst>
          </p:nvPr>
        </p:nvGraphicFramePr>
        <p:xfrm>
          <a:off x="4572000" y="2244312"/>
          <a:ext cx="3964937" cy="1125939"/>
        </p:xfrm>
        <a:graphic>
          <a:graphicData uri="http://schemas.openxmlformats.org/drawingml/2006/table">
            <a:tbl>
              <a:tblPr>
                <a:noFill/>
                <a:tableStyleId>{9465036D-03BC-43D3-BDAB-ACB9745CE3FF}</a:tableStyleId>
              </a:tblPr>
              <a:tblGrid>
                <a:gridCol w="7591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97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06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9344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6764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431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dirty="0">
                          <a:solidFill>
                            <a:schemeClr val="tx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25min</a:t>
                      </a:r>
                      <a:endParaRPr sz="900" b="1" dirty="0">
                        <a:solidFill>
                          <a:schemeClr val="lt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dirty="0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Accuracy</a:t>
                      </a:r>
                      <a:endParaRPr sz="900" b="1" dirty="0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dirty="0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Sensitivity</a:t>
                      </a:r>
                      <a:endParaRPr sz="900" b="1" dirty="0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900" b="1" dirty="0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Specificity</a:t>
                      </a:r>
                      <a:endParaRPr sz="900" b="1" dirty="0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dirty="0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PPV</a:t>
                      </a:r>
                      <a:endParaRPr sz="900" b="1" dirty="0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dirty="0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NPV</a:t>
                      </a:r>
                      <a:endParaRPr sz="900" b="1" dirty="0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9188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dirty="0">
                          <a:solidFill>
                            <a:schemeClr val="dk1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non</a:t>
                      </a:r>
                      <a:endParaRPr sz="900" b="1" dirty="0">
                        <a:solidFill>
                          <a:schemeClr val="dk1"/>
                        </a:solidFill>
                        <a:latin typeface="Work Sans"/>
                        <a:ea typeface="Work Sans"/>
                        <a:cs typeface="Work Sans"/>
                        <a:sym typeface="Work Sans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TW" sz="900" b="0" i="0" u="none" strike="noStrike" cap="none" dirty="0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Arial"/>
                          <a:sym typeface="Arial"/>
                        </a:rPr>
                        <a:t>0.64</a:t>
                      </a:r>
                    </a:p>
                  </a:txBody>
                  <a:tcPr marL="9525" marR="9525" marT="9525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TW" sz="900" b="0" i="0" u="none" strike="noStrike" cap="none" dirty="0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Arial"/>
                          <a:sym typeface="Arial"/>
                        </a:rPr>
                        <a:t>0.53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TW" sz="900" b="0" i="0" u="none" strike="noStrike" cap="none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Arial"/>
                          <a:sym typeface="Arial"/>
                        </a:rPr>
                        <a:t>0.71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TW" sz="900" b="0" i="0" u="none" strike="noStrike" cap="none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Arial"/>
                          <a:sym typeface="Arial"/>
                        </a:rPr>
                        <a:t>0.55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TW" sz="900" b="0" i="0" u="none" strike="noStrike" cap="none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Arial"/>
                          <a:sym typeface="Arial"/>
                        </a:rPr>
                        <a:t>0.76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7722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dirty="0">
                          <a:solidFill>
                            <a:schemeClr val="dk1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non-multi</a:t>
                      </a:r>
                      <a:endParaRPr sz="900" b="1" dirty="0">
                        <a:solidFill>
                          <a:schemeClr val="dk1"/>
                        </a:solidFill>
                        <a:latin typeface="Work Sans"/>
                        <a:ea typeface="Work Sans"/>
                        <a:cs typeface="Work Sans"/>
                        <a:sym typeface="Work Sans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TW" sz="900" b="0" i="0" u="none" strike="noStrike" cap="none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Arial"/>
                          <a:sym typeface="Arial"/>
                        </a:rPr>
                        <a:t>0.68</a:t>
                      </a:r>
                    </a:p>
                  </a:txBody>
                  <a:tcPr marL="9525" marR="9525" marT="9525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TW" sz="900" b="0" i="0" u="none" strike="noStrike" cap="none" dirty="0">
                          <a:solidFill>
                            <a:srgbClr val="00B050"/>
                          </a:solidFill>
                          <a:latin typeface="Inter"/>
                          <a:ea typeface="Inter"/>
                          <a:cs typeface="Arial"/>
                          <a:sym typeface="Arial"/>
                        </a:rPr>
                        <a:t>0.81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TW" sz="900" b="0" i="0" u="none" strike="noStrike" cap="none" dirty="0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Arial"/>
                          <a:sym typeface="Arial"/>
                        </a:rPr>
                        <a:t>0.61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TW" sz="900" b="0" i="0" u="none" strike="noStrike" cap="none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Arial"/>
                          <a:sym typeface="Arial"/>
                        </a:rPr>
                        <a:t>0.54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TW" sz="900" b="0" i="0" u="none" strike="noStrike" cap="none" dirty="0">
                          <a:solidFill>
                            <a:srgbClr val="00B050"/>
                          </a:solidFill>
                          <a:latin typeface="Inter"/>
                          <a:ea typeface="Inter"/>
                          <a:cs typeface="Arial"/>
                          <a:sym typeface="Arial"/>
                        </a:rPr>
                        <a:t>0.85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0399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dirty="0">
                          <a:solidFill>
                            <a:schemeClr val="dk1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invasive</a:t>
                      </a:r>
                      <a:endParaRPr sz="900" b="1" dirty="0">
                        <a:solidFill>
                          <a:schemeClr val="dk1"/>
                        </a:solidFill>
                        <a:latin typeface="Work Sans"/>
                        <a:ea typeface="Work Sans"/>
                        <a:cs typeface="Work Sans"/>
                        <a:sym typeface="Work Sans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TW" sz="900" b="0" i="0" u="none" strike="noStrike" cap="none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Arial"/>
                          <a:sym typeface="Arial"/>
                        </a:rPr>
                        <a:t>0.75</a:t>
                      </a:r>
                    </a:p>
                  </a:txBody>
                  <a:tcPr marL="9525" marR="9525" marT="9525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TW" sz="900" b="0" i="0" u="none" strike="noStrike" cap="none" dirty="0">
                          <a:solidFill>
                            <a:srgbClr val="00B050"/>
                          </a:solidFill>
                          <a:latin typeface="Inter"/>
                          <a:ea typeface="Inter"/>
                          <a:cs typeface="Arial"/>
                          <a:sym typeface="Arial"/>
                        </a:rPr>
                        <a:t>0.52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TW" sz="900" b="0" i="0" u="none" strike="noStrike" cap="none" dirty="0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Arial"/>
                          <a:sym typeface="Arial"/>
                        </a:rPr>
                        <a:t>0.87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TW" sz="900" b="0" i="0" u="none" strike="noStrike" cap="none" dirty="0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Arial"/>
                          <a:sym typeface="Arial"/>
                        </a:rPr>
                        <a:t>0.77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TW" sz="900" b="0" i="0" u="none" strike="noStrike" cap="none" dirty="0">
                          <a:solidFill>
                            <a:srgbClr val="00B050"/>
                          </a:solidFill>
                          <a:latin typeface="Inter"/>
                          <a:ea typeface="Inter"/>
                          <a:cs typeface="Arial"/>
                          <a:sym typeface="Arial"/>
                        </a:rPr>
                        <a:t>0.78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124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dirty="0">
                          <a:solidFill>
                            <a:schemeClr val="dk1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invasive-multi</a:t>
                      </a:r>
                      <a:endParaRPr sz="900" b="1" dirty="0">
                        <a:solidFill>
                          <a:schemeClr val="dk1"/>
                        </a:solidFill>
                        <a:latin typeface="Work Sans"/>
                        <a:ea typeface="Work Sans"/>
                        <a:cs typeface="Work Sans"/>
                        <a:sym typeface="Work Sans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TW" sz="900" b="0" i="0" u="none" strike="noStrike" cap="none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Arial"/>
                          <a:sym typeface="Arial"/>
                        </a:rPr>
                        <a:t>0.78</a:t>
                      </a:r>
                    </a:p>
                  </a:txBody>
                  <a:tcPr marL="9525" marR="9525" marT="9525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TW" sz="900" b="0" i="0" u="none" strike="noStrike" cap="none" dirty="0">
                          <a:solidFill>
                            <a:srgbClr val="00B050"/>
                          </a:solidFill>
                          <a:latin typeface="Inter"/>
                          <a:ea typeface="Inter"/>
                          <a:cs typeface="Arial"/>
                          <a:sym typeface="Arial"/>
                        </a:rPr>
                        <a:t>0.79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TW" sz="900" b="0" i="0" u="none" strike="noStrike" cap="none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Arial"/>
                          <a:sym typeface="Arial"/>
                        </a:rPr>
                        <a:t>0.77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TW" sz="900" b="0" i="0" u="none" strike="noStrike" cap="none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Arial"/>
                          <a:sym typeface="Arial"/>
                        </a:rPr>
                        <a:t>0.66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TW" sz="900" b="0" i="0" u="none" strike="noStrike" cap="none" dirty="0">
                          <a:solidFill>
                            <a:srgbClr val="00B050"/>
                          </a:solidFill>
                          <a:latin typeface="Inter"/>
                          <a:ea typeface="Inter"/>
                          <a:cs typeface="Arial"/>
                          <a:sym typeface="Arial"/>
                        </a:rPr>
                        <a:t>0.87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8" name="Google Shape;1215;p45">
            <a:extLst>
              <a:ext uri="{FF2B5EF4-FFF2-40B4-BE49-F238E27FC236}">
                <a16:creationId xmlns:a16="http://schemas.microsoft.com/office/drawing/2014/main" id="{8A41E9A8-793D-4D8A-F0C1-B18C4FF0BAB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27669551"/>
              </p:ext>
            </p:extLst>
          </p:nvPr>
        </p:nvGraphicFramePr>
        <p:xfrm>
          <a:off x="4572000" y="3698209"/>
          <a:ext cx="3964937" cy="1125939"/>
        </p:xfrm>
        <a:graphic>
          <a:graphicData uri="http://schemas.openxmlformats.org/drawingml/2006/table">
            <a:tbl>
              <a:tblPr>
                <a:noFill/>
                <a:tableStyleId>{9465036D-03BC-43D3-BDAB-ACB9745CE3FF}</a:tableStyleId>
              </a:tblPr>
              <a:tblGrid>
                <a:gridCol w="7591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97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06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9344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6764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431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9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3B4D68"/>
                          </a:solidFill>
                          <a:effectLst/>
                          <a:uLnTx/>
                          <a:uFillTx/>
                          <a:latin typeface="Inter"/>
                          <a:ea typeface="Inter"/>
                          <a:cs typeface="Inter"/>
                          <a:sym typeface="Inter"/>
                        </a:rPr>
                        <a:t>30min</a:t>
                      </a:r>
                      <a:endParaRPr sz="1600" b="1" dirty="0">
                        <a:solidFill>
                          <a:schemeClr val="lt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dirty="0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Accuracy</a:t>
                      </a:r>
                      <a:endParaRPr sz="900" b="1" dirty="0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dirty="0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Sensitivity</a:t>
                      </a:r>
                      <a:endParaRPr sz="900" b="1" dirty="0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900" b="1" dirty="0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Specificity</a:t>
                      </a:r>
                      <a:endParaRPr sz="900" b="1" dirty="0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dirty="0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PPV</a:t>
                      </a:r>
                      <a:endParaRPr sz="900" b="1" dirty="0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dirty="0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NPV</a:t>
                      </a:r>
                      <a:endParaRPr sz="900" b="1" dirty="0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9188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dirty="0">
                          <a:solidFill>
                            <a:schemeClr val="dk1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non</a:t>
                      </a:r>
                      <a:endParaRPr sz="900" b="1" dirty="0">
                        <a:solidFill>
                          <a:schemeClr val="dk1"/>
                        </a:solidFill>
                        <a:latin typeface="Work Sans"/>
                        <a:ea typeface="Work Sans"/>
                        <a:cs typeface="Work Sans"/>
                        <a:sym typeface="Work Sans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TW" sz="900" b="0" i="0" u="none" strike="noStrike" cap="none" dirty="0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Arial"/>
                          <a:sym typeface="Arial"/>
                        </a:rPr>
                        <a:t>0.69</a:t>
                      </a:r>
                    </a:p>
                  </a:txBody>
                  <a:tcPr marL="9525" marR="9525" marT="9525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TW" sz="900" b="0" i="0" u="none" strike="noStrike" cap="none" dirty="0">
                          <a:solidFill>
                            <a:srgbClr val="00B050"/>
                          </a:solidFill>
                          <a:latin typeface="Inter"/>
                          <a:ea typeface="Inter"/>
                          <a:cs typeface="Arial"/>
                          <a:sym typeface="Arial"/>
                        </a:rPr>
                        <a:t>0.69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TW" sz="900" b="0" i="0" u="none" strike="noStrike" cap="none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Arial"/>
                          <a:sym typeface="Arial"/>
                        </a:rPr>
                        <a:t>0.70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TW" sz="900" b="0" i="0" u="none" strike="noStrike" cap="none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Arial"/>
                          <a:sym typeface="Arial"/>
                        </a:rPr>
                        <a:t>0.51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TW" sz="900" b="0" i="0" u="none" strike="noStrike" cap="none" dirty="0">
                          <a:solidFill>
                            <a:srgbClr val="00B050"/>
                          </a:solidFill>
                          <a:latin typeface="Inter"/>
                          <a:ea typeface="Inter"/>
                          <a:cs typeface="Arial"/>
                          <a:sym typeface="Arial"/>
                        </a:rPr>
                        <a:t>0.83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7722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dirty="0">
                          <a:solidFill>
                            <a:schemeClr val="dk1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non-multi</a:t>
                      </a:r>
                      <a:endParaRPr sz="900" b="1" dirty="0">
                        <a:solidFill>
                          <a:schemeClr val="dk1"/>
                        </a:solidFill>
                        <a:latin typeface="Work Sans"/>
                        <a:ea typeface="Work Sans"/>
                        <a:cs typeface="Work Sans"/>
                        <a:sym typeface="Work Sans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TW" sz="900" b="0" i="0" u="none" strike="noStrike" cap="none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Arial"/>
                          <a:sym typeface="Arial"/>
                        </a:rPr>
                        <a:t>0.71</a:t>
                      </a:r>
                    </a:p>
                  </a:txBody>
                  <a:tcPr marL="9525" marR="9525" marT="9525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TW" sz="900" b="0" i="0" u="none" strike="noStrike" cap="none" dirty="0">
                          <a:solidFill>
                            <a:srgbClr val="00B050"/>
                          </a:solidFill>
                          <a:latin typeface="Inter"/>
                          <a:ea typeface="Inter"/>
                          <a:cs typeface="Arial"/>
                          <a:sym typeface="Arial"/>
                        </a:rPr>
                        <a:t>0.75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TW" sz="900" b="0" i="0" u="none" strike="noStrike" cap="none" dirty="0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Arial"/>
                          <a:sym typeface="Arial"/>
                        </a:rPr>
                        <a:t>0.69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TW" sz="900" b="0" i="0" u="none" strike="noStrike" cap="none" dirty="0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Arial"/>
                          <a:sym typeface="Arial"/>
                        </a:rPr>
                        <a:t>0.53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TW" sz="900" b="0" i="0" u="none" strike="noStrike" cap="none" dirty="0">
                          <a:solidFill>
                            <a:srgbClr val="00B050"/>
                          </a:solidFill>
                          <a:latin typeface="Inter"/>
                          <a:ea typeface="Inter"/>
                          <a:cs typeface="Arial"/>
                          <a:sym typeface="Arial"/>
                        </a:rPr>
                        <a:t>0.86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0399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dirty="0">
                          <a:solidFill>
                            <a:schemeClr val="dk1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invasive</a:t>
                      </a:r>
                      <a:endParaRPr sz="900" b="1" dirty="0">
                        <a:solidFill>
                          <a:schemeClr val="dk1"/>
                        </a:solidFill>
                        <a:latin typeface="Work Sans"/>
                        <a:ea typeface="Work Sans"/>
                        <a:cs typeface="Work Sans"/>
                        <a:sym typeface="Work Sans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TW" sz="900" b="0" i="0" u="none" strike="noStrike" cap="none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Arial"/>
                          <a:sym typeface="Arial"/>
                        </a:rPr>
                        <a:t>0.76</a:t>
                      </a:r>
                    </a:p>
                  </a:txBody>
                  <a:tcPr marL="9525" marR="9525" marT="9525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TW" sz="900" b="0" i="0" u="none" strike="noStrike" cap="none">
                          <a:solidFill>
                            <a:srgbClr val="00B050"/>
                          </a:solidFill>
                          <a:latin typeface="Inter"/>
                          <a:ea typeface="Inter"/>
                          <a:cs typeface="Arial"/>
                          <a:sym typeface="Arial"/>
                        </a:rPr>
                        <a:t>0.71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TW" sz="900" b="0" i="0" u="none" strike="noStrike" cap="none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Arial"/>
                          <a:sym typeface="Arial"/>
                        </a:rPr>
                        <a:t>0.78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TW" sz="900" b="0" i="0" u="none" strike="noStrike" cap="none" dirty="0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Arial"/>
                          <a:sym typeface="Arial"/>
                        </a:rPr>
                        <a:t>0.60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TW" sz="900" b="0" i="0" u="none" strike="noStrike" cap="none" dirty="0">
                          <a:solidFill>
                            <a:srgbClr val="00B050"/>
                          </a:solidFill>
                          <a:latin typeface="Inter"/>
                          <a:ea typeface="Inter"/>
                          <a:cs typeface="Arial"/>
                          <a:sym typeface="Arial"/>
                        </a:rPr>
                        <a:t>0.86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124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dirty="0">
                          <a:solidFill>
                            <a:schemeClr val="dk1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invasive-multi</a:t>
                      </a:r>
                      <a:endParaRPr sz="900" b="1" dirty="0">
                        <a:solidFill>
                          <a:schemeClr val="dk1"/>
                        </a:solidFill>
                        <a:latin typeface="Work Sans"/>
                        <a:ea typeface="Work Sans"/>
                        <a:cs typeface="Work Sans"/>
                        <a:sym typeface="Work Sans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TW" sz="900" b="0" i="0" u="none" strike="noStrike" cap="none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Arial"/>
                          <a:sym typeface="Arial"/>
                        </a:rPr>
                        <a:t>0.78</a:t>
                      </a:r>
                    </a:p>
                  </a:txBody>
                  <a:tcPr marL="9525" marR="9525" marT="9525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TW" sz="900" b="0" i="0" u="none" strike="noStrike" cap="none" dirty="0">
                          <a:solidFill>
                            <a:srgbClr val="00B050"/>
                          </a:solidFill>
                          <a:latin typeface="Inter"/>
                          <a:ea typeface="Inter"/>
                          <a:cs typeface="Arial"/>
                          <a:sym typeface="Arial"/>
                        </a:rPr>
                        <a:t>0.79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TW" sz="900" b="0" i="0" u="none" strike="noStrike" cap="none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Arial"/>
                          <a:sym typeface="Arial"/>
                        </a:rPr>
                        <a:t>0.77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TW" sz="900" b="0" i="0" u="none" strike="noStrike" cap="none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Arial"/>
                          <a:sym typeface="Arial"/>
                        </a:rPr>
                        <a:t>0.61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TW" sz="900" b="0" i="0" u="none" strike="noStrike" cap="none" dirty="0">
                          <a:solidFill>
                            <a:srgbClr val="00B050"/>
                          </a:solidFill>
                          <a:latin typeface="Inter"/>
                          <a:ea typeface="Inter"/>
                          <a:cs typeface="Arial"/>
                          <a:sym typeface="Arial"/>
                        </a:rPr>
                        <a:t>0.89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Google Shape;1043;p38">
            <a:extLst>
              <a:ext uri="{FF2B5EF4-FFF2-40B4-BE49-F238E27FC236}">
                <a16:creationId xmlns:a16="http://schemas.microsoft.com/office/drawing/2014/main" id="{3B1580D0-FA4E-4F3C-24AB-EE5905748970}"/>
              </a:ext>
            </a:extLst>
          </p:cNvPr>
          <p:cNvSpPr txBox="1">
            <a:spLocks/>
          </p:cNvSpPr>
          <p:nvPr/>
        </p:nvSpPr>
        <p:spPr>
          <a:xfrm>
            <a:off x="335842" y="262715"/>
            <a:ext cx="3964936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1800" b="1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marL="0" indent="0" algn="ctr"/>
            <a:r>
              <a:rPr lang="en-US" sz="1600" dirty="0"/>
              <a:t>CNN</a:t>
            </a:r>
          </a:p>
        </p:txBody>
      </p:sp>
      <p:sp>
        <p:nvSpPr>
          <p:cNvPr id="10" name="Google Shape;1043;p38">
            <a:extLst>
              <a:ext uri="{FF2B5EF4-FFF2-40B4-BE49-F238E27FC236}">
                <a16:creationId xmlns:a16="http://schemas.microsoft.com/office/drawing/2014/main" id="{53CCA916-57FC-9021-2388-9F8F40FCBCA0}"/>
              </a:ext>
            </a:extLst>
          </p:cNvPr>
          <p:cNvSpPr txBox="1">
            <a:spLocks/>
          </p:cNvSpPr>
          <p:nvPr/>
        </p:nvSpPr>
        <p:spPr>
          <a:xfrm>
            <a:off x="4572001" y="262715"/>
            <a:ext cx="3964936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1800" b="1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marL="0" indent="0" algn="ctr"/>
            <a:r>
              <a:rPr lang="en-US" sz="1600" dirty="0"/>
              <a:t>Transformer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2" name="Google Shape;1042;p38"/>
          <p:cNvSpPr txBox="1">
            <a:spLocks noGrp="1"/>
          </p:cNvSpPr>
          <p:nvPr>
            <p:ph type="title"/>
          </p:nvPr>
        </p:nvSpPr>
        <p:spPr>
          <a:xfrm>
            <a:off x="357264" y="170978"/>
            <a:ext cx="7849666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/>
              <a:t>20, 25, 30min Results of Regression Task</a:t>
            </a:r>
            <a:endParaRPr sz="2800" dirty="0"/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2AC9804F-79E3-A580-93DE-3C10E044AC14}"/>
              </a:ext>
            </a:extLst>
          </p:cNvPr>
          <p:cNvCxnSpPr>
            <a:cxnSpLocks/>
          </p:cNvCxnSpPr>
          <p:nvPr/>
        </p:nvCxnSpPr>
        <p:spPr>
          <a:xfrm>
            <a:off x="5064468" y="4977445"/>
            <a:ext cx="252005" cy="0"/>
          </a:xfrm>
          <a:prstGeom prst="line">
            <a:avLst/>
          </a:prstGeom>
          <a:ln w="190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F4A8E9ED-A0F3-3207-5165-559B417BEEA9}"/>
              </a:ext>
            </a:extLst>
          </p:cNvPr>
          <p:cNvCxnSpPr>
            <a:cxnSpLocks/>
          </p:cNvCxnSpPr>
          <p:nvPr/>
        </p:nvCxnSpPr>
        <p:spPr>
          <a:xfrm>
            <a:off x="6961278" y="4977445"/>
            <a:ext cx="252005" cy="0"/>
          </a:xfrm>
          <a:prstGeom prst="line">
            <a:avLst/>
          </a:prstGeom>
          <a:ln w="1905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4F8E2D94-1926-43D4-A56B-2ED2FE7ECFFD}"/>
              </a:ext>
            </a:extLst>
          </p:cNvPr>
          <p:cNvCxnSpPr>
            <a:cxnSpLocks/>
          </p:cNvCxnSpPr>
          <p:nvPr/>
        </p:nvCxnSpPr>
        <p:spPr>
          <a:xfrm>
            <a:off x="3021090" y="4977445"/>
            <a:ext cx="252005" cy="0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D07D0A11-3152-FF34-E4A9-AFCF0C48963C}"/>
              </a:ext>
            </a:extLst>
          </p:cNvPr>
          <p:cNvCxnSpPr>
            <a:cxnSpLocks/>
          </p:cNvCxnSpPr>
          <p:nvPr/>
        </p:nvCxnSpPr>
        <p:spPr>
          <a:xfrm>
            <a:off x="791980" y="4977445"/>
            <a:ext cx="252005" cy="0"/>
          </a:xfrm>
          <a:prstGeom prst="line">
            <a:avLst/>
          </a:prstGeom>
          <a:ln w="19050">
            <a:solidFill>
              <a:schemeClr val="bg1">
                <a:lumMod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Google Shape;596;p33">
            <a:extLst>
              <a:ext uri="{FF2B5EF4-FFF2-40B4-BE49-F238E27FC236}">
                <a16:creationId xmlns:a16="http://schemas.microsoft.com/office/drawing/2014/main" id="{C24DB5C1-DF50-56A2-0266-87FA8B4B97CC}"/>
              </a:ext>
            </a:extLst>
          </p:cNvPr>
          <p:cNvSpPr txBox="1"/>
          <p:nvPr/>
        </p:nvSpPr>
        <p:spPr>
          <a:xfrm>
            <a:off x="5175875" y="4864081"/>
            <a:ext cx="1775900" cy="2267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dirty="0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rPr>
              <a:t>Arterial-pressure-only input </a:t>
            </a:r>
          </a:p>
        </p:txBody>
      </p:sp>
      <p:sp>
        <p:nvSpPr>
          <p:cNvPr id="39" name="Google Shape;596;p33">
            <a:extLst>
              <a:ext uri="{FF2B5EF4-FFF2-40B4-BE49-F238E27FC236}">
                <a16:creationId xmlns:a16="http://schemas.microsoft.com/office/drawing/2014/main" id="{5C46B7FC-3765-C0A4-71BB-4CE4310C666E}"/>
              </a:ext>
            </a:extLst>
          </p:cNvPr>
          <p:cNvSpPr txBox="1"/>
          <p:nvPr/>
        </p:nvSpPr>
        <p:spPr>
          <a:xfrm>
            <a:off x="842413" y="4864081"/>
            <a:ext cx="2198782" cy="2267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dirty="0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rPr>
              <a:t>Photoplethysmography-only input </a:t>
            </a:r>
          </a:p>
        </p:txBody>
      </p:sp>
      <p:sp>
        <p:nvSpPr>
          <p:cNvPr id="40" name="Google Shape;596;p33">
            <a:extLst>
              <a:ext uri="{FF2B5EF4-FFF2-40B4-BE49-F238E27FC236}">
                <a16:creationId xmlns:a16="http://schemas.microsoft.com/office/drawing/2014/main" id="{ADBCD2D8-8D6F-B24B-D2EB-F451CF083AD0}"/>
              </a:ext>
            </a:extLst>
          </p:cNvPr>
          <p:cNvSpPr txBox="1"/>
          <p:nvPr/>
        </p:nvSpPr>
        <p:spPr>
          <a:xfrm>
            <a:off x="3038137" y="4864081"/>
            <a:ext cx="2122265" cy="2267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dirty="0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rPr>
              <a:t>Noninvasive multichannel input </a:t>
            </a:r>
          </a:p>
        </p:txBody>
      </p:sp>
      <p:sp>
        <p:nvSpPr>
          <p:cNvPr id="42" name="Google Shape;596;p33">
            <a:extLst>
              <a:ext uri="{FF2B5EF4-FFF2-40B4-BE49-F238E27FC236}">
                <a16:creationId xmlns:a16="http://schemas.microsoft.com/office/drawing/2014/main" id="{621ED3BA-9156-5800-C201-6936D68EA1A6}"/>
              </a:ext>
            </a:extLst>
          </p:cNvPr>
          <p:cNvSpPr txBox="1"/>
          <p:nvPr/>
        </p:nvSpPr>
        <p:spPr>
          <a:xfrm>
            <a:off x="7183675" y="4864081"/>
            <a:ext cx="1775900" cy="2267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800" dirty="0">
                <a:solidFill>
                  <a:schemeClr val="dk1"/>
                </a:solidFill>
                <a:latin typeface="Work Sans"/>
              </a:rPr>
              <a:t>Invasive multichannel input </a:t>
            </a:r>
          </a:p>
        </p:txBody>
      </p:sp>
      <p:sp>
        <p:nvSpPr>
          <p:cNvPr id="44" name="Google Shape;1043;p38">
            <a:extLst>
              <a:ext uri="{FF2B5EF4-FFF2-40B4-BE49-F238E27FC236}">
                <a16:creationId xmlns:a16="http://schemas.microsoft.com/office/drawing/2014/main" id="{A031F9AF-6DF2-6250-5827-2CAB404235D2}"/>
              </a:ext>
            </a:extLst>
          </p:cNvPr>
          <p:cNvSpPr txBox="1">
            <a:spLocks/>
          </p:cNvSpPr>
          <p:nvPr/>
        </p:nvSpPr>
        <p:spPr>
          <a:xfrm>
            <a:off x="576416" y="2603971"/>
            <a:ext cx="2289600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1800" b="1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marL="0" indent="0"/>
            <a:r>
              <a:rPr lang="en-US" sz="1600" dirty="0"/>
              <a:t>Transformer</a:t>
            </a:r>
          </a:p>
        </p:txBody>
      </p:sp>
      <p:sp>
        <p:nvSpPr>
          <p:cNvPr id="45" name="Google Shape;1043;p38">
            <a:extLst>
              <a:ext uri="{FF2B5EF4-FFF2-40B4-BE49-F238E27FC236}">
                <a16:creationId xmlns:a16="http://schemas.microsoft.com/office/drawing/2014/main" id="{4BAA6691-6B9D-A9EC-D77D-D99C4554486A}"/>
              </a:ext>
            </a:extLst>
          </p:cNvPr>
          <p:cNvSpPr txBox="1">
            <a:spLocks/>
          </p:cNvSpPr>
          <p:nvPr/>
        </p:nvSpPr>
        <p:spPr>
          <a:xfrm>
            <a:off x="590393" y="700491"/>
            <a:ext cx="2289600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1800" b="1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marL="0" indent="0"/>
            <a:r>
              <a:rPr lang="en-US" sz="1600" dirty="0"/>
              <a:t>CNN</a:t>
            </a:r>
          </a:p>
        </p:txBody>
      </p:sp>
      <p:pic>
        <p:nvPicPr>
          <p:cNvPr id="8" name="圖片 6">
            <a:extLst>
              <a:ext uri="{FF2B5EF4-FFF2-40B4-BE49-F238E27FC236}">
                <a16:creationId xmlns:a16="http://schemas.microsoft.com/office/drawing/2014/main" id="{58B7FA7D-F720-8777-1D71-99812DA15A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72695" y="940968"/>
            <a:ext cx="2375608" cy="1707080"/>
          </a:xfrm>
          <a:prstGeom prst="rect">
            <a:avLst/>
          </a:prstGeom>
        </p:spPr>
      </p:pic>
      <p:pic>
        <p:nvPicPr>
          <p:cNvPr id="9" name="圖片 7">
            <a:extLst>
              <a:ext uri="{FF2B5EF4-FFF2-40B4-BE49-F238E27FC236}">
                <a16:creationId xmlns:a16="http://schemas.microsoft.com/office/drawing/2014/main" id="{AA59AC2E-9E35-E51B-0F22-01FF9B28F2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8123" y="940968"/>
            <a:ext cx="2438685" cy="1707080"/>
          </a:xfrm>
          <a:prstGeom prst="rect">
            <a:avLst/>
          </a:prstGeom>
        </p:spPr>
      </p:pic>
      <p:pic>
        <p:nvPicPr>
          <p:cNvPr id="10" name="圖片 8">
            <a:extLst>
              <a:ext uri="{FF2B5EF4-FFF2-40B4-BE49-F238E27FC236}">
                <a16:creationId xmlns:a16="http://schemas.microsoft.com/office/drawing/2014/main" id="{34D6042F-A939-0853-9E31-7D7A9E18C50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57136" y="940968"/>
            <a:ext cx="2415739" cy="1707080"/>
          </a:xfrm>
          <a:prstGeom prst="rect">
            <a:avLst/>
          </a:prstGeom>
        </p:spPr>
      </p:pic>
      <p:pic>
        <p:nvPicPr>
          <p:cNvPr id="11" name="圖片 6">
            <a:extLst>
              <a:ext uri="{FF2B5EF4-FFF2-40B4-BE49-F238E27FC236}">
                <a16:creationId xmlns:a16="http://schemas.microsoft.com/office/drawing/2014/main" id="{4966C982-2C9F-B168-43F6-13E081F31E4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57136" y="3062826"/>
            <a:ext cx="2415739" cy="1710756"/>
          </a:xfrm>
          <a:prstGeom prst="rect">
            <a:avLst/>
          </a:prstGeom>
        </p:spPr>
      </p:pic>
      <p:pic>
        <p:nvPicPr>
          <p:cNvPr id="12" name="圖片 7">
            <a:extLst>
              <a:ext uri="{FF2B5EF4-FFF2-40B4-BE49-F238E27FC236}">
                <a16:creationId xmlns:a16="http://schemas.microsoft.com/office/drawing/2014/main" id="{4C6945BC-4F87-A74B-5BC7-7B5919CAFAD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52699" y="3066470"/>
            <a:ext cx="2415600" cy="1703469"/>
          </a:xfrm>
          <a:prstGeom prst="rect">
            <a:avLst/>
          </a:prstGeom>
        </p:spPr>
      </p:pic>
      <p:pic>
        <p:nvPicPr>
          <p:cNvPr id="13" name="圖片 8">
            <a:extLst>
              <a:ext uri="{FF2B5EF4-FFF2-40B4-BE49-F238E27FC236}">
                <a16:creationId xmlns:a16="http://schemas.microsoft.com/office/drawing/2014/main" id="{9B19E296-F139-F72F-B6A5-04FE4188B43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48123" y="3065176"/>
            <a:ext cx="2415600" cy="1706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8080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15" name="Google Shape;1215;p45"/>
          <p:cNvGraphicFramePr/>
          <p:nvPr>
            <p:extLst>
              <p:ext uri="{D42A27DB-BD31-4B8C-83A1-F6EECF244321}">
                <p14:modId xmlns:p14="http://schemas.microsoft.com/office/powerpoint/2010/main" val="3950286186"/>
              </p:ext>
            </p:extLst>
          </p:nvPr>
        </p:nvGraphicFramePr>
        <p:xfrm>
          <a:off x="1188247" y="790415"/>
          <a:ext cx="2269536" cy="1125939"/>
        </p:xfrm>
        <a:graphic>
          <a:graphicData uri="http://schemas.openxmlformats.org/drawingml/2006/table">
            <a:tbl>
              <a:tblPr>
                <a:noFill/>
                <a:tableStyleId>{9465036D-03BC-43D3-BDAB-ACB9745CE3FF}</a:tableStyleId>
              </a:tblPr>
              <a:tblGrid>
                <a:gridCol w="7591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97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06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dirty="0">
                          <a:solidFill>
                            <a:schemeClr val="tx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20min</a:t>
                      </a:r>
                      <a:endParaRPr sz="900" b="1" dirty="0">
                        <a:solidFill>
                          <a:schemeClr val="tx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dirty="0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MAE</a:t>
                      </a:r>
                      <a:endParaRPr sz="900" b="1" dirty="0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dirty="0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IQM</a:t>
                      </a:r>
                      <a:endParaRPr sz="900" b="1" dirty="0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9188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dirty="0">
                          <a:solidFill>
                            <a:schemeClr val="dk1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non</a:t>
                      </a:r>
                      <a:endParaRPr sz="900" b="1" dirty="0">
                        <a:solidFill>
                          <a:schemeClr val="dk1"/>
                        </a:solidFill>
                        <a:latin typeface="Work Sans"/>
                        <a:ea typeface="Work Sans"/>
                        <a:cs typeface="Work Sans"/>
                        <a:sym typeface="Work Sans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TW" sz="900" b="0" i="0" u="none" strike="noStrike" cap="none" dirty="0">
                          <a:solidFill>
                            <a:schemeClr val="dk1"/>
                          </a:solidFill>
                          <a:latin typeface="Inter"/>
                          <a:ea typeface="Inter"/>
                          <a:sym typeface="Arial"/>
                        </a:rPr>
                        <a:t>11.91</a:t>
                      </a:r>
                    </a:p>
                  </a:txBody>
                  <a:tcPr marL="9525" marR="9525" marT="9525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TW" sz="900" b="0" i="0" u="none" strike="noStrike" cap="none" dirty="0">
                          <a:solidFill>
                            <a:srgbClr val="00B050"/>
                          </a:solidFill>
                          <a:latin typeface="Inter"/>
                          <a:ea typeface="Inter"/>
                          <a:sym typeface="Arial"/>
                        </a:rPr>
                        <a:t>10.65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7722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dirty="0">
                          <a:solidFill>
                            <a:schemeClr val="dk1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non-multi</a:t>
                      </a:r>
                      <a:endParaRPr sz="900" b="1" dirty="0">
                        <a:solidFill>
                          <a:schemeClr val="dk1"/>
                        </a:solidFill>
                        <a:latin typeface="Work Sans"/>
                        <a:ea typeface="Work Sans"/>
                        <a:cs typeface="Work Sans"/>
                        <a:sym typeface="Work Sans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TW" sz="900" b="0" i="0" u="none" strike="noStrike" cap="none" dirty="0">
                          <a:solidFill>
                            <a:schemeClr val="dk1"/>
                          </a:solidFill>
                          <a:latin typeface="Inter"/>
                          <a:ea typeface="Inter"/>
                          <a:sym typeface="Arial"/>
                        </a:rPr>
                        <a:t>11.50</a:t>
                      </a:r>
                    </a:p>
                  </a:txBody>
                  <a:tcPr marL="9525" marR="9525" marT="9525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TW" sz="900" b="0" i="0" u="none" strike="noStrike" cap="none" dirty="0">
                          <a:solidFill>
                            <a:srgbClr val="00B050"/>
                          </a:solidFill>
                          <a:latin typeface="Inter"/>
                          <a:ea typeface="Inter"/>
                          <a:sym typeface="Arial"/>
                        </a:rPr>
                        <a:t>10.05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0399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dirty="0">
                          <a:solidFill>
                            <a:schemeClr val="dk1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invasive</a:t>
                      </a:r>
                      <a:endParaRPr sz="900" b="1" dirty="0">
                        <a:solidFill>
                          <a:schemeClr val="dk1"/>
                        </a:solidFill>
                        <a:latin typeface="Work Sans"/>
                        <a:ea typeface="Work Sans"/>
                        <a:cs typeface="Work Sans"/>
                        <a:sym typeface="Work Sans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TW" sz="900" b="0" i="0" u="none" strike="noStrike" cap="none" dirty="0">
                          <a:solidFill>
                            <a:schemeClr val="dk1"/>
                          </a:solidFill>
                          <a:latin typeface="Inter"/>
                          <a:ea typeface="Inter"/>
                          <a:sym typeface="Arial"/>
                        </a:rPr>
                        <a:t>9.27</a:t>
                      </a:r>
                    </a:p>
                  </a:txBody>
                  <a:tcPr marL="9525" marR="9525" marT="9525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TW" sz="900" b="0" i="0" u="none" strike="noStrike" cap="none" dirty="0">
                          <a:solidFill>
                            <a:schemeClr val="dk1"/>
                          </a:solidFill>
                          <a:latin typeface="Inter"/>
                          <a:ea typeface="Inter"/>
                          <a:sym typeface="Arial"/>
                        </a:rPr>
                        <a:t>7.49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124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dirty="0">
                          <a:solidFill>
                            <a:schemeClr val="dk1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invasive-multi</a:t>
                      </a:r>
                      <a:endParaRPr sz="900" b="1" dirty="0">
                        <a:solidFill>
                          <a:schemeClr val="dk1"/>
                        </a:solidFill>
                        <a:latin typeface="Work Sans"/>
                        <a:ea typeface="Work Sans"/>
                        <a:cs typeface="Work Sans"/>
                        <a:sym typeface="Work Sans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TW" sz="900" b="0" i="0" u="none" strike="noStrike" cap="none">
                          <a:solidFill>
                            <a:schemeClr val="dk1"/>
                          </a:solidFill>
                          <a:latin typeface="Inter"/>
                          <a:ea typeface="Inter"/>
                          <a:sym typeface="Arial"/>
                        </a:rPr>
                        <a:t>8.31</a:t>
                      </a:r>
                    </a:p>
                  </a:txBody>
                  <a:tcPr marL="9525" marR="9525" marT="9525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TW" sz="900" b="0" i="0" u="none" strike="noStrike" cap="none" dirty="0">
                          <a:solidFill>
                            <a:schemeClr val="dk1"/>
                          </a:solidFill>
                          <a:latin typeface="Inter"/>
                          <a:ea typeface="Inter"/>
                          <a:sym typeface="Arial"/>
                        </a:rPr>
                        <a:t>6.66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4" name="Google Shape;1215;p45">
            <a:extLst>
              <a:ext uri="{FF2B5EF4-FFF2-40B4-BE49-F238E27FC236}">
                <a16:creationId xmlns:a16="http://schemas.microsoft.com/office/drawing/2014/main" id="{D6B817F2-B7F0-1D45-0EF7-71EDF9C9422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25568431"/>
              </p:ext>
            </p:extLst>
          </p:nvPr>
        </p:nvGraphicFramePr>
        <p:xfrm>
          <a:off x="1188247" y="2244312"/>
          <a:ext cx="2269536" cy="1125939"/>
        </p:xfrm>
        <a:graphic>
          <a:graphicData uri="http://schemas.openxmlformats.org/drawingml/2006/table">
            <a:tbl>
              <a:tblPr>
                <a:noFill/>
                <a:tableStyleId>{9465036D-03BC-43D3-BDAB-ACB9745CE3FF}</a:tableStyleId>
              </a:tblPr>
              <a:tblGrid>
                <a:gridCol w="7591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97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06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dirty="0">
                          <a:solidFill>
                            <a:schemeClr val="tx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25min</a:t>
                      </a:r>
                      <a:endParaRPr sz="900" b="1" dirty="0">
                        <a:solidFill>
                          <a:schemeClr val="lt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dirty="0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MAE</a:t>
                      </a:r>
                      <a:endParaRPr sz="900" b="1" dirty="0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dirty="0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IQM</a:t>
                      </a:r>
                      <a:endParaRPr sz="900" b="1" dirty="0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9188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dirty="0">
                          <a:solidFill>
                            <a:schemeClr val="dk1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non</a:t>
                      </a:r>
                      <a:endParaRPr sz="900" b="1" dirty="0">
                        <a:solidFill>
                          <a:schemeClr val="dk1"/>
                        </a:solidFill>
                        <a:latin typeface="Work Sans"/>
                        <a:ea typeface="Work Sans"/>
                        <a:cs typeface="Work Sans"/>
                        <a:sym typeface="Work Sans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TW" sz="900" b="0" i="0" u="none" strike="noStrike" cap="none" dirty="0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Arial"/>
                          <a:sym typeface="Arial"/>
                        </a:rPr>
                        <a:t>12.23</a:t>
                      </a:r>
                    </a:p>
                  </a:txBody>
                  <a:tcPr marL="9525" marR="9525" marT="9525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TW" sz="900" b="0" i="0" u="none" strike="noStrike" cap="none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Arial"/>
                          <a:sym typeface="Arial"/>
                        </a:rPr>
                        <a:t>10.81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7722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dirty="0">
                          <a:solidFill>
                            <a:schemeClr val="dk1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non-multi</a:t>
                      </a:r>
                      <a:endParaRPr sz="900" b="1" dirty="0">
                        <a:solidFill>
                          <a:schemeClr val="dk1"/>
                        </a:solidFill>
                        <a:latin typeface="Work Sans"/>
                        <a:ea typeface="Work Sans"/>
                        <a:cs typeface="Work Sans"/>
                        <a:sym typeface="Work Sans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TW" sz="900" b="0" i="0" u="none" strike="noStrike" cap="none" dirty="0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Arial"/>
                          <a:sym typeface="Arial"/>
                        </a:rPr>
                        <a:t>11.82</a:t>
                      </a:r>
                    </a:p>
                  </a:txBody>
                  <a:tcPr marL="9525" marR="9525" marT="9525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TW" sz="900" b="0" i="0" u="none" strike="noStrike" cap="none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Arial"/>
                          <a:sym typeface="Arial"/>
                        </a:rPr>
                        <a:t>10.66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0399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dirty="0">
                          <a:solidFill>
                            <a:schemeClr val="dk1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invasive</a:t>
                      </a:r>
                      <a:endParaRPr sz="900" b="1" dirty="0">
                        <a:solidFill>
                          <a:schemeClr val="dk1"/>
                        </a:solidFill>
                        <a:latin typeface="Work Sans"/>
                        <a:ea typeface="Work Sans"/>
                        <a:cs typeface="Work Sans"/>
                        <a:sym typeface="Work Sans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TW" sz="900" b="0" i="0" u="none" strike="noStrike" cap="none" dirty="0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Arial"/>
                          <a:sym typeface="Arial"/>
                        </a:rPr>
                        <a:t>10.01</a:t>
                      </a:r>
                    </a:p>
                  </a:txBody>
                  <a:tcPr marL="9525" marR="9525" marT="9525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TW" sz="900" b="0" i="0" u="none" strike="noStrike" cap="none" dirty="0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Arial"/>
                          <a:sym typeface="Arial"/>
                        </a:rPr>
                        <a:t>8.37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124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dirty="0">
                          <a:solidFill>
                            <a:schemeClr val="dk1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invasive-multi</a:t>
                      </a:r>
                      <a:endParaRPr sz="900" b="1" dirty="0">
                        <a:solidFill>
                          <a:schemeClr val="dk1"/>
                        </a:solidFill>
                        <a:latin typeface="Work Sans"/>
                        <a:ea typeface="Work Sans"/>
                        <a:cs typeface="Work Sans"/>
                        <a:sym typeface="Work Sans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TW" sz="900" b="0" i="0" u="none" strike="noStrike" cap="none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Arial"/>
                          <a:sym typeface="Arial"/>
                        </a:rPr>
                        <a:t>9.02</a:t>
                      </a:r>
                    </a:p>
                  </a:txBody>
                  <a:tcPr marL="9525" marR="9525" marT="9525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TW" sz="900" b="0" i="0" u="none" strike="noStrike" cap="none" dirty="0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Arial"/>
                          <a:sym typeface="Arial"/>
                        </a:rPr>
                        <a:t>7.32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5" name="Google Shape;1215;p45">
            <a:extLst>
              <a:ext uri="{FF2B5EF4-FFF2-40B4-BE49-F238E27FC236}">
                <a16:creationId xmlns:a16="http://schemas.microsoft.com/office/drawing/2014/main" id="{CFBB5F5E-A641-1670-10E7-241E868AAA5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72540604"/>
              </p:ext>
            </p:extLst>
          </p:nvPr>
        </p:nvGraphicFramePr>
        <p:xfrm>
          <a:off x="1188247" y="3698209"/>
          <a:ext cx="2269536" cy="1125939"/>
        </p:xfrm>
        <a:graphic>
          <a:graphicData uri="http://schemas.openxmlformats.org/drawingml/2006/table">
            <a:tbl>
              <a:tblPr>
                <a:noFill/>
                <a:tableStyleId>{9465036D-03BC-43D3-BDAB-ACB9745CE3FF}</a:tableStyleId>
              </a:tblPr>
              <a:tblGrid>
                <a:gridCol w="7591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97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06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9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3B4D68"/>
                          </a:solidFill>
                          <a:effectLst/>
                          <a:uLnTx/>
                          <a:uFillTx/>
                          <a:latin typeface="Inter"/>
                          <a:ea typeface="Inter"/>
                          <a:cs typeface="Inter"/>
                          <a:sym typeface="Inter"/>
                        </a:rPr>
                        <a:t>30min</a:t>
                      </a:r>
                      <a:endParaRPr sz="1600" b="1" dirty="0">
                        <a:solidFill>
                          <a:schemeClr val="lt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dirty="0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MAE</a:t>
                      </a:r>
                      <a:endParaRPr sz="900" b="1" dirty="0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dirty="0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IQM</a:t>
                      </a:r>
                      <a:endParaRPr sz="900" b="1" dirty="0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9188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dirty="0">
                          <a:solidFill>
                            <a:schemeClr val="dk1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non</a:t>
                      </a:r>
                      <a:endParaRPr sz="900" b="1" dirty="0">
                        <a:solidFill>
                          <a:schemeClr val="dk1"/>
                        </a:solidFill>
                        <a:latin typeface="Work Sans"/>
                        <a:ea typeface="Work Sans"/>
                        <a:cs typeface="Work Sans"/>
                        <a:sym typeface="Work Sans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TW" sz="900" b="0" i="0" u="none" strike="noStrike" cap="none" dirty="0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Arial"/>
                          <a:sym typeface="Arial"/>
                        </a:rPr>
                        <a:t>12.29</a:t>
                      </a:r>
                    </a:p>
                  </a:txBody>
                  <a:tcPr marL="9525" marR="9525" marT="9525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TW" sz="900" b="0" i="0" u="none" strike="noStrike" cap="none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Arial"/>
                          <a:sym typeface="Arial"/>
                        </a:rPr>
                        <a:t>11.04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7722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dirty="0">
                          <a:solidFill>
                            <a:schemeClr val="dk1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non-multi</a:t>
                      </a:r>
                      <a:endParaRPr sz="900" b="1" dirty="0">
                        <a:solidFill>
                          <a:schemeClr val="dk1"/>
                        </a:solidFill>
                        <a:latin typeface="Work Sans"/>
                        <a:ea typeface="Work Sans"/>
                        <a:cs typeface="Work Sans"/>
                        <a:sym typeface="Work Sans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TW" sz="900" b="0" i="0" u="none" strike="noStrike" cap="none" dirty="0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Arial"/>
                          <a:sym typeface="Arial"/>
                        </a:rPr>
                        <a:t>11.75</a:t>
                      </a:r>
                    </a:p>
                  </a:txBody>
                  <a:tcPr marL="9525" marR="9525" marT="9525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TW" sz="900" b="0" i="0" u="none" strike="noStrike" cap="none" dirty="0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Arial"/>
                          <a:sym typeface="Arial"/>
                        </a:rPr>
                        <a:t>10.45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0399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dirty="0">
                          <a:solidFill>
                            <a:schemeClr val="dk1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invasive</a:t>
                      </a:r>
                      <a:endParaRPr sz="900" b="1" dirty="0">
                        <a:solidFill>
                          <a:schemeClr val="dk1"/>
                        </a:solidFill>
                        <a:latin typeface="Work Sans"/>
                        <a:ea typeface="Work Sans"/>
                        <a:cs typeface="Work Sans"/>
                        <a:sym typeface="Work Sans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TW" sz="900" b="0" i="0" u="none" strike="noStrike" cap="none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Arial"/>
                          <a:sym typeface="Arial"/>
                        </a:rPr>
                        <a:t>10.60</a:t>
                      </a:r>
                    </a:p>
                  </a:txBody>
                  <a:tcPr marL="9525" marR="9525" marT="9525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TW" sz="900" b="0" i="0" u="none" strike="noStrike" cap="none" dirty="0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Arial"/>
                          <a:sym typeface="Arial"/>
                        </a:rPr>
                        <a:t>8.93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124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dirty="0">
                          <a:solidFill>
                            <a:schemeClr val="dk1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invasive-multi</a:t>
                      </a:r>
                      <a:endParaRPr sz="900" b="1" dirty="0">
                        <a:solidFill>
                          <a:schemeClr val="dk1"/>
                        </a:solidFill>
                        <a:latin typeface="Work Sans"/>
                        <a:ea typeface="Work Sans"/>
                        <a:cs typeface="Work Sans"/>
                        <a:sym typeface="Work Sans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TW" sz="900" b="0" i="0" u="none" strike="noStrike" cap="none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Arial"/>
                          <a:sym typeface="Arial"/>
                        </a:rPr>
                        <a:t>9.60</a:t>
                      </a:r>
                    </a:p>
                  </a:txBody>
                  <a:tcPr marL="9525" marR="9525" marT="9525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TW" sz="900" b="0" i="0" u="none" strike="noStrike" cap="none" dirty="0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Arial"/>
                          <a:sym typeface="Arial"/>
                        </a:rPr>
                        <a:t>7.91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6" name="Google Shape;1215;p45">
            <a:extLst>
              <a:ext uri="{FF2B5EF4-FFF2-40B4-BE49-F238E27FC236}">
                <a16:creationId xmlns:a16="http://schemas.microsoft.com/office/drawing/2014/main" id="{39E05138-0C08-4242-8130-506E5BC35D4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48903534"/>
              </p:ext>
            </p:extLst>
          </p:nvPr>
        </p:nvGraphicFramePr>
        <p:xfrm>
          <a:off x="5424405" y="790415"/>
          <a:ext cx="2269536" cy="1125939"/>
        </p:xfrm>
        <a:graphic>
          <a:graphicData uri="http://schemas.openxmlformats.org/drawingml/2006/table">
            <a:tbl>
              <a:tblPr>
                <a:noFill/>
                <a:tableStyleId>{9465036D-03BC-43D3-BDAB-ACB9745CE3FF}</a:tableStyleId>
              </a:tblPr>
              <a:tblGrid>
                <a:gridCol w="7591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97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06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dirty="0">
                          <a:solidFill>
                            <a:schemeClr val="tx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20min</a:t>
                      </a:r>
                      <a:endParaRPr sz="900" b="1" dirty="0">
                        <a:solidFill>
                          <a:schemeClr val="tx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dirty="0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MAE</a:t>
                      </a:r>
                      <a:endParaRPr sz="900" b="1" dirty="0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dirty="0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IQM</a:t>
                      </a:r>
                      <a:endParaRPr sz="900" b="1" dirty="0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9188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dirty="0">
                          <a:solidFill>
                            <a:schemeClr val="dk1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non</a:t>
                      </a:r>
                      <a:endParaRPr sz="900" b="1" dirty="0">
                        <a:solidFill>
                          <a:schemeClr val="dk1"/>
                        </a:solidFill>
                        <a:latin typeface="Work Sans"/>
                        <a:ea typeface="Work Sans"/>
                        <a:cs typeface="Work Sans"/>
                        <a:sym typeface="Work Sans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TW" sz="900" b="0" i="0" u="none" strike="noStrike" cap="none" dirty="0">
                          <a:solidFill>
                            <a:srgbClr val="00B050"/>
                          </a:solidFill>
                          <a:latin typeface="Inter"/>
                          <a:ea typeface="Inter"/>
                          <a:cs typeface="Arial"/>
                          <a:sym typeface="Arial"/>
                        </a:rPr>
                        <a:t>11.89</a:t>
                      </a:r>
                    </a:p>
                  </a:txBody>
                  <a:tcPr marL="9525" marR="9525" marT="9525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TW" sz="900" b="0" i="0" u="none" strike="noStrike" cap="none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Arial"/>
                          <a:sym typeface="Arial"/>
                        </a:rPr>
                        <a:t>10.76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7722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dirty="0">
                          <a:solidFill>
                            <a:schemeClr val="dk1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non-multi</a:t>
                      </a:r>
                      <a:endParaRPr sz="900" b="1" dirty="0">
                        <a:solidFill>
                          <a:schemeClr val="dk1"/>
                        </a:solidFill>
                        <a:latin typeface="Work Sans"/>
                        <a:ea typeface="Work Sans"/>
                        <a:cs typeface="Work Sans"/>
                        <a:sym typeface="Work Sans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TW" sz="900" b="0" i="0" u="none" strike="noStrike" cap="none" dirty="0">
                          <a:solidFill>
                            <a:srgbClr val="00B050"/>
                          </a:solidFill>
                          <a:latin typeface="Inter"/>
                          <a:ea typeface="Inter"/>
                          <a:cs typeface="Arial"/>
                          <a:sym typeface="Arial"/>
                        </a:rPr>
                        <a:t>11.37</a:t>
                      </a:r>
                    </a:p>
                  </a:txBody>
                  <a:tcPr marL="9525" marR="9525" marT="9525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TW" sz="900" b="0" i="0" u="none" strike="noStrike" cap="none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Arial"/>
                          <a:sym typeface="Arial"/>
                        </a:rPr>
                        <a:t>10.26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0399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dirty="0">
                          <a:solidFill>
                            <a:schemeClr val="dk1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invasive</a:t>
                      </a:r>
                      <a:endParaRPr sz="900" b="1" dirty="0">
                        <a:solidFill>
                          <a:schemeClr val="dk1"/>
                        </a:solidFill>
                        <a:latin typeface="Work Sans"/>
                        <a:ea typeface="Work Sans"/>
                        <a:cs typeface="Work Sans"/>
                        <a:sym typeface="Work Sans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TW" sz="900" b="0" i="0" u="none" strike="noStrike" cap="none" dirty="0">
                          <a:solidFill>
                            <a:srgbClr val="00B050"/>
                          </a:solidFill>
                          <a:latin typeface="Inter"/>
                          <a:ea typeface="Inter"/>
                          <a:cs typeface="Arial"/>
                          <a:sym typeface="Arial"/>
                        </a:rPr>
                        <a:t>8.04</a:t>
                      </a:r>
                    </a:p>
                  </a:txBody>
                  <a:tcPr marL="9525" marR="9525" marT="9525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TW" sz="900" b="0" i="0" u="none" strike="noStrike" cap="none" dirty="0">
                          <a:solidFill>
                            <a:srgbClr val="00B050"/>
                          </a:solidFill>
                          <a:latin typeface="Inter"/>
                          <a:ea typeface="Inter"/>
                          <a:cs typeface="Arial"/>
                          <a:sym typeface="Arial"/>
                        </a:rPr>
                        <a:t>5.97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124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dirty="0">
                          <a:solidFill>
                            <a:schemeClr val="dk1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invasive-multi</a:t>
                      </a:r>
                      <a:endParaRPr sz="900" b="1" dirty="0">
                        <a:solidFill>
                          <a:schemeClr val="dk1"/>
                        </a:solidFill>
                        <a:latin typeface="Work Sans"/>
                        <a:ea typeface="Work Sans"/>
                        <a:cs typeface="Work Sans"/>
                        <a:sym typeface="Work Sans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TW" sz="900" b="0" i="0" u="none" strike="noStrike" cap="none" dirty="0">
                          <a:solidFill>
                            <a:srgbClr val="00B050"/>
                          </a:solidFill>
                          <a:latin typeface="Inter"/>
                          <a:ea typeface="Inter"/>
                          <a:cs typeface="Arial"/>
                          <a:sym typeface="Arial"/>
                        </a:rPr>
                        <a:t>7.75</a:t>
                      </a:r>
                    </a:p>
                  </a:txBody>
                  <a:tcPr marL="9525" marR="9525" marT="9525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TW" sz="900" b="0" i="0" u="none" strike="noStrike" cap="none" dirty="0">
                          <a:solidFill>
                            <a:srgbClr val="00B050"/>
                          </a:solidFill>
                          <a:latin typeface="Inter"/>
                          <a:ea typeface="Inter"/>
                          <a:cs typeface="Arial"/>
                          <a:sym typeface="Arial"/>
                        </a:rPr>
                        <a:t>5.90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7" name="Google Shape;1215;p45">
            <a:extLst>
              <a:ext uri="{FF2B5EF4-FFF2-40B4-BE49-F238E27FC236}">
                <a16:creationId xmlns:a16="http://schemas.microsoft.com/office/drawing/2014/main" id="{AE30D890-6874-23FB-EBDC-56FB1F726B1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0963182"/>
              </p:ext>
            </p:extLst>
          </p:nvPr>
        </p:nvGraphicFramePr>
        <p:xfrm>
          <a:off x="5424405" y="2244312"/>
          <a:ext cx="2269536" cy="1125939"/>
        </p:xfrm>
        <a:graphic>
          <a:graphicData uri="http://schemas.openxmlformats.org/drawingml/2006/table">
            <a:tbl>
              <a:tblPr>
                <a:noFill/>
                <a:tableStyleId>{9465036D-03BC-43D3-BDAB-ACB9745CE3FF}</a:tableStyleId>
              </a:tblPr>
              <a:tblGrid>
                <a:gridCol w="7591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97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06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dirty="0">
                          <a:solidFill>
                            <a:schemeClr val="tx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25min</a:t>
                      </a:r>
                      <a:endParaRPr sz="900" b="1" dirty="0">
                        <a:solidFill>
                          <a:schemeClr val="lt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dirty="0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MAE</a:t>
                      </a:r>
                      <a:endParaRPr sz="900" b="1" dirty="0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dirty="0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IQM</a:t>
                      </a:r>
                      <a:endParaRPr sz="900" b="1" dirty="0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9188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dirty="0">
                          <a:solidFill>
                            <a:schemeClr val="dk1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non</a:t>
                      </a:r>
                      <a:endParaRPr sz="900" b="1" dirty="0">
                        <a:solidFill>
                          <a:schemeClr val="dk1"/>
                        </a:solidFill>
                        <a:latin typeface="Work Sans"/>
                        <a:ea typeface="Work Sans"/>
                        <a:cs typeface="Work Sans"/>
                        <a:sym typeface="Work Sans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TW" sz="900" b="0" i="0" u="none" strike="noStrike" cap="none" dirty="0">
                          <a:solidFill>
                            <a:srgbClr val="00B050"/>
                          </a:solidFill>
                          <a:latin typeface="Inter"/>
                          <a:ea typeface="Inter"/>
                          <a:cs typeface="Arial"/>
                          <a:sym typeface="Arial"/>
                        </a:rPr>
                        <a:t>11.68</a:t>
                      </a:r>
                    </a:p>
                  </a:txBody>
                  <a:tcPr marL="9525" marR="9525" marT="9525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TW" sz="900" b="0" i="0" u="none" strike="noStrike" cap="none">
                          <a:solidFill>
                            <a:srgbClr val="00B050"/>
                          </a:solidFill>
                          <a:latin typeface="Inter"/>
                          <a:ea typeface="Inter"/>
                          <a:cs typeface="Arial"/>
                          <a:sym typeface="Arial"/>
                        </a:rPr>
                        <a:t>10.66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7722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dirty="0">
                          <a:solidFill>
                            <a:schemeClr val="dk1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non-multi</a:t>
                      </a:r>
                      <a:endParaRPr sz="900" b="1" dirty="0">
                        <a:solidFill>
                          <a:schemeClr val="dk1"/>
                        </a:solidFill>
                        <a:latin typeface="Work Sans"/>
                        <a:ea typeface="Work Sans"/>
                        <a:cs typeface="Work Sans"/>
                        <a:sym typeface="Work Sans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TW" sz="900" b="0" i="0" u="none" strike="noStrike" cap="none" dirty="0">
                          <a:solidFill>
                            <a:srgbClr val="00B050"/>
                          </a:solidFill>
                          <a:latin typeface="Inter"/>
                          <a:ea typeface="Inter"/>
                          <a:cs typeface="Arial"/>
                          <a:sym typeface="Arial"/>
                        </a:rPr>
                        <a:t>11.09</a:t>
                      </a:r>
                    </a:p>
                  </a:txBody>
                  <a:tcPr marL="9525" marR="9525" marT="9525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TW" sz="900" b="0" i="0" u="none" strike="noStrike" cap="none">
                          <a:solidFill>
                            <a:srgbClr val="00B050"/>
                          </a:solidFill>
                          <a:latin typeface="Inter"/>
                          <a:ea typeface="Inter"/>
                          <a:cs typeface="Arial"/>
                          <a:sym typeface="Arial"/>
                        </a:rPr>
                        <a:t>10.05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0399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dirty="0">
                          <a:solidFill>
                            <a:schemeClr val="dk1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invasive</a:t>
                      </a:r>
                      <a:endParaRPr sz="900" b="1" dirty="0">
                        <a:solidFill>
                          <a:schemeClr val="dk1"/>
                        </a:solidFill>
                        <a:latin typeface="Work Sans"/>
                        <a:ea typeface="Work Sans"/>
                        <a:cs typeface="Work Sans"/>
                        <a:sym typeface="Work Sans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TW" sz="900" b="0" i="0" u="none" strike="noStrike" cap="none" dirty="0">
                          <a:solidFill>
                            <a:srgbClr val="00B050"/>
                          </a:solidFill>
                          <a:latin typeface="Inter"/>
                          <a:ea typeface="Inter"/>
                          <a:cs typeface="Arial"/>
                          <a:sym typeface="Arial"/>
                        </a:rPr>
                        <a:t>9.02</a:t>
                      </a:r>
                    </a:p>
                  </a:txBody>
                  <a:tcPr marL="9525" marR="9525" marT="9525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TW" sz="900" b="0" i="0" u="none" strike="noStrike" cap="none">
                          <a:solidFill>
                            <a:srgbClr val="00B050"/>
                          </a:solidFill>
                          <a:latin typeface="Inter"/>
                          <a:ea typeface="Inter"/>
                          <a:cs typeface="Arial"/>
                          <a:sym typeface="Arial"/>
                        </a:rPr>
                        <a:t>7.15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124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dirty="0">
                          <a:solidFill>
                            <a:schemeClr val="dk1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invasive-multi</a:t>
                      </a:r>
                      <a:endParaRPr sz="900" b="1" dirty="0">
                        <a:solidFill>
                          <a:schemeClr val="dk1"/>
                        </a:solidFill>
                        <a:latin typeface="Work Sans"/>
                        <a:ea typeface="Work Sans"/>
                        <a:cs typeface="Work Sans"/>
                        <a:sym typeface="Work Sans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TW" sz="900" b="0" i="0" u="none" strike="noStrike" cap="none">
                          <a:solidFill>
                            <a:srgbClr val="00B050"/>
                          </a:solidFill>
                          <a:latin typeface="Inter"/>
                          <a:ea typeface="Inter"/>
                          <a:cs typeface="Arial"/>
                          <a:sym typeface="Arial"/>
                        </a:rPr>
                        <a:t>8.47</a:t>
                      </a:r>
                    </a:p>
                  </a:txBody>
                  <a:tcPr marL="9525" marR="9525" marT="9525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TW" sz="900" b="0" i="0" u="none" strike="noStrike" cap="none" dirty="0">
                          <a:solidFill>
                            <a:srgbClr val="00B050"/>
                          </a:solidFill>
                          <a:latin typeface="Inter"/>
                          <a:ea typeface="Inter"/>
                          <a:cs typeface="Arial"/>
                          <a:sym typeface="Arial"/>
                        </a:rPr>
                        <a:t>6.75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8" name="Google Shape;1215;p45">
            <a:extLst>
              <a:ext uri="{FF2B5EF4-FFF2-40B4-BE49-F238E27FC236}">
                <a16:creationId xmlns:a16="http://schemas.microsoft.com/office/drawing/2014/main" id="{8A41E9A8-793D-4D8A-F0C1-B18C4FF0BAB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81797341"/>
              </p:ext>
            </p:extLst>
          </p:nvPr>
        </p:nvGraphicFramePr>
        <p:xfrm>
          <a:off x="5424405" y="3698209"/>
          <a:ext cx="2269536" cy="1125939"/>
        </p:xfrm>
        <a:graphic>
          <a:graphicData uri="http://schemas.openxmlformats.org/drawingml/2006/table">
            <a:tbl>
              <a:tblPr>
                <a:noFill/>
                <a:tableStyleId>{9465036D-03BC-43D3-BDAB-ACB9745CE3FF}</a:tableStyleId>
              </a:tblPr>
              <a:tblGrid>
                <a:gridCol w="7591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97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06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9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3B4D68"/>
                          </a:solidFill>
                          <a:effectLst/>
                          <a:uLnTx/>
                          <a:uFillTx/>
                          <a:latin typeface="Inter"/>
                          <a:ea typeface="Inter"/>
                          <a:cs typeface="Inter"/>
                          <a:sym typeface="Inter"/>
                        </a:rPr>
                        <a:t>30min</a:t>
                      </a:r>
                      <a:endParaRPr sz="1600" b="1" dirty="0">
                        <a:solidFill>
                          <a:schemeClr val="lt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dirty="0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MAE</a:t>
                      </a:r>
                      <a:endParaRPr sz="900" b="1" dirty="0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dirty="0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IQM</a:t>
                      </a:r>
                      <a:endParaRPr sz="900" b="1" dirty="0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9188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dirty="0">
                          <a:solidFill>
                            <a:schemeClr val="dk1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non</a:t>
                      </a:r>
                      <a:endParaRPr sz="900" b="1" dirty="0">
                        <a:solidFill>
                          <a:schemeClr val="dk1"/>
                        </a:solidFill>
                        <a:latin typeface="Work Sans"/>
                        <a:ea typeface="Work Sans"/>
                        <a:cs typeface="Work Sans"/>
                        <a:sym typeface="Work Sans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TW" sz="900" b="0" i="0" u="none" strike="noStrike" cap="none" dirty="0">
                          <a:solidFill>
                            <a:srgbClr val="00B050"/>
                          </a:solidFill>
                          <a:latin typeface="Inter"/>
                          <a:ea typeface="Inter"/>
                          <a:cs typeface="Arial"/>
                          <a:sym typeface="Arial"/>
                        </a:rPr>
                        <a:t>11.97</a:t>
                      </a:r>
                    </a:p>
                  </a:txBody>
                  <a:tcPr marL="9525" marR="9525" marT="9525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TW" sz="900" b="0" i="0" u="none" strike="noStrike" cap="none">
                          <a:solidFill>
                            <a:srgbClr val="00B050"/>
                          </a:solidFill>
                          <a:latin typeface="Inter"/>
                          <a:ea typeface="Inter"/>
                          <a:cs typeface="Arial"/>
                          <a:sym typeface="Arial"/>
                        </a:rPr>
                        <a:t>10.92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7722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dirty="0">
                          <a:solidFill>
                            <a:schemeClr val="dk1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non-multi</a:t>
                      </a:r>
                      <a:endParaRPr sz="900" b="1" dirty="0">
                        <a:solidFill>
                          <a:schemeClr val="dk1"/>
                        </a:solidFill>
                        <a:latin typeface="Work Sans"/>
                        <a:ea typeface="Work Sans"/>
                        <a:cs typeface="Work Sans"/>
                        <a:sym typeface="Work Sans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TW" sz="900" b="0" i="0" u="none" strike="noStrike" cap="none" dirty="0">
                          <a:solidFill>
                            <a:srgbClr val="00B050"/>
                          </a:solidFill>
                          <a:latin typeface="Inter"/>
                          <a:ea typeface="Inter"/>
                          <a:cs typeface="Arial"/>
                          <a:sym typeface="Arial"/>
                        </a:rPr>
                        <a:t>11.45</a:t>
                      </a:r>
                    </a:p>
                  </a:txBody>
                  <a:tcPr marL="9525" marR="9525" marT="9525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TW" sz="900" b="0" i="0" u="none" strike="noStrike" cap="none" dirty="0">
                          <a:solidFill>
                            <a:srgbClr val="00B050"/>
                          </a:solidFill>
                          <a:latin typeface="Inter"/>
                          <a:ea typeface="Inter"/>
                          <a:cs typeface="Arial"/>
                          <a:sym typeface="Arial"/>
                        </a:rPr>
                        <a:t>10.36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0399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dirty="0">
                          <a:solidFill>
                            <a:schemeClr val="dk1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invasive</a:t>
                      </a:r>
                      <a:endParaRPr sz="900" b="1" dirty="0">
                        <a:solidFill>
                          <a:schemeClr val="dk1"/>
                        </a:solidFill>
                        <a:latin typeface="Work Sans"/>
                        <a:ea typeface="Work Sans"/>
                        <a:cs typeface="Work Sans"/>
                        <a:sym typeface="Work Sans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TW" sz="900" b="0" i="0" u="none" strike="noStrike" cap="none">
                          <a:solidFill>
                            <a:srgbClr val="00B050"/>
                          </a:solidFill>
                          <a:latin typeface="Inter"/>
                          <a:ea typeface="Inter"/>
                          <a:cs typeface="Arial"/>
                          <a:sym typeface="Arial"/>
                        </a:rPr>
                        <a:t>9.49</a:t>
                      </a:r>
                    </a:p>
                  </a:txBody>
                  <a:tcPr marL="9525" marR="9525" marT="9525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TW" sz="900" b="0" i="0" u="none" strike="noStrike" cap="none" dirty="0">
                          <a:solidFill>
                            <a:srgbClr val="00B050"/>
                          </a:solidFill>
                          <a:latin typeface="Inter"/>
                          <a:ea typeface="Inter"/>
                          <a:cs typeface="Arial"/>
                          <a:sym typeface="Arial"/>
                        </a:rPr>
                        <a:t>7.66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124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dirty="0">
                          <a:solidFill>
                            <a:schemeClr val="dk1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invasive-multi</a:t>
                      </a:r>
                      <a:endParaRPr sz="900" b="1" dirty="0">
                        <a:solidFill>
                          <a:schemeClr val="dk1"/>
                        </a:solidFill>
                        <a:latin typeface="Work Sans"/>
                        <a:ea typeface="Work Sans"/>
                        <a:cs typeface="Work Sans"/>
                        <a:sym typeface="Work Sans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TW" sz="900" b="0" i="0" u="none" strike="noStrike" cap="none">
                          <a:solidFill>
                            <a:srgbClr val="00B050"/>
                          </a:solidFill>
                          <a:latin typeface="Inter"/>
                          <a:ea typeface="Inter"/>
                          <a:cs typeface="Arial"/>
                          <a:sym typeface="Arial"/>
                        </a:rPr>
                        <a:t>8.99</a:t>
                      </a:r>
                    </a:p>
                  </a:txBody>
                  <a:tcPr marL="9525" marR="9525" marT="9525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TW" sz="900" b="0" i="0" u="none" strike="noStrike" cap="none" dirty="0">
                          <a:solidFill>
                            <a:srgbClr val="00B050"/>
                          </a:solidFill>
                          <a:latin typeface="Inter"/>
                          <a:ea typeface="Inter"/>
                          <a:cs typeface="Arial"/>
                          <a:sym typeface="Arial"/>
                        </a:rPr>
                        <a:t>7.33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Google Shape;1043;p38">
            <a:extLst>
              <a:ext uri="{FF2B5EF4-FFF2-40B4-BE49-F238E27FC236}">
                <a16:creationId xmlns:a16="http://schemas.microsoft.com/office/drawing/2014/main" id="{3B1580D0-FA4E-4F3C-24AB-EE5905748970}"/>
              </a:ext>
            </a:extLst>
          </p:cNvPr>
          <p:cNvSpPr txBox="1">
            <a:spLocks/>
          </p:cNvSpPr>
          <p:nvPr/>
        </p:nvSpPr>
        <p:spPr>
          <a:xfrm>
            <a:off x="335842" y="262715"/>
            <a:ext cx="3964936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1800" b="1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marL="0" indent="0" algn="ctr"/>
            <a:r>
              <a:rPr lang="en-US" sz="1600" dirty="0"/>
              <a:t>CNN</a:t>
            </a:r>
          </a:p>
        </p:txBody>
      </p:sp>
      <p:sp>
        <p:nvSpPr>
          <p:cNvPr id="10" name="Google Shape;1043;p38">
            <a:extLst>
              <a:ext uri="{FF2B5EF4-FFF2-40B4-BE49-F238E27FC236}">
                <a16:creationId xmlns:a16="http://schemas.microsoft.com/office/drawing/2014/main" id="{53CCA916-57FC-9021-2388-9F8F40FCBCA0}"/>
              </a:ext>
            </a:extLst>
          </p:cNvPr>
          <p:cNvSpPr txBox="1">
            <a:spLocks/>
          </p:cNvSpPr>
          <p:nvPr/>
        </p:nvSpPr>
        <p:spPr>
          <a:xfrm>
            <a:off x="4572001" y="262715"/>
            <a:ext cx="3964936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1800" b="1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marL="0" indent="0" algn="ctr"/>
            <a:r>
              <a:rPr lang="en-US" sz="1600" dirty="0"/>
              <a:t>Transformer</a:t>
            </a:r>
          </a:p>
        </p:txBody>
      </p:sp>
    </p:spTree>
    <p:extLst>
      <p:ext uri="{BB962C8B-B14F-4D97-AF65-F5344CB8AC3E}">
        <p14:creationId xmlns:p14="http://schemas.microsoft.com/office/powerpoint/2010/main" val="18391476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2" name="Google Shape;1042;p38"/>
          <p:cNvSpPr txBox="1">
            <a:spLocks noGrp="1"/>
          </p:cNvSpPr>
          <p:nvPr>
            <p:ph type="title"/>
          </p:nvPr>
        </p:nvSpPr>
        <p:spPr>
          <a:xfrm>
            <a:off x="357264" y="170978"/>
            <a:ext cx="7849666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/>
              <a:t>5, 10, 15min Results of Classification Task</a:t>
            </a:r>
            <a:endParaRPr sz="2800" dirty="0"/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2AC9804F-79E3-A580-93DE-3C10E044AC14}"/>
              </a:ext>
            </a:extLst>
          </p:cNvPr>
          <p:cNvCxnSpPr>
            <a:cxnSpLocks/>
          </p:cNvCxnSpPr>
          <p:nvPr/>
        </p:nvCxnSpPr>
        <p:spPr>
          <a:xfrm>
            <a:off x="5064468" y="4977445"/>
            <a:ext cx="252005" cy="0"/>
          </a:xfrm>
          <a:prstGeom prst="line">
            <a:avLst/>
          </a:prstGeom>
          <a:ln w="190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F4A8E9ED-A0F3-3207-5165-559B417BEEA9}"/>
              </a:ext>
            </a:extLst>
          </p:cNvPr>
          <p:cNvCxnSpPr>
            <a:cxnSpLocks/>
          </p:cNvCxnSpPr>
          <p:nvPr/>
        </p:nvCxnSpPr>
        <p:spPr>
          <a:xfrm>
            <a:off x="6961278" y="4977445"/>
            <a:ext cx="252005" cy="0"/>
          </a:xfrm>
          <a:prstGeom prst="line">
            <a:avLst/>
          </a:prstGeom>
          <a:ln w="1905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4F8E2D94-1926-43D4-A56B-2ED2FE7ECFFD}"/>
              </a:ext>
            </a:extLst>
          </p:cNvPr>
          <p:cNvCxnSpPr>
            <a:cxnSpLocks/>
          </p:cNvCxnSpPr>
          <p:nvPr/>
        </p:nvCxnSpPr>
        <p:spPr>
          <a:xfrm>
            <a:off x="3021090" y="4977445"/>
            <a:ext cx="252005" cy="0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D07D0A11-3152-FF34-E4A9-AFCF0C48963C}"/>
              </a:ext>
            </a:extLst>
          </p:cNvPr>
          <p:cNvCxnSpPr>
            <a:cxnSpLocks/>
          </p:cNvCxnSpPr>
          <p:nvPr/>
        </p:nvCxnSpPr>
        <p:spPr>
          <a:xfrm>
            <a:off x="791980" y="4977445"/>
            <a:ext cx="252005" cy="0"/>
          </a:xfrm>
          <a:prstGeom prst="line">
            <a:avLst/>
          </a:prstGeom>
          <a:ln w="19050">
            <a:solidFill>
              <a:schemeClr val="bg1">
                <a:lumMod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Google Shape;596;p33">
            <a:extLst>
              <a:ext uri="{FF2B5EF4-FFF2-40B4-BE49-F238E27FC236}">
                <a16:creationId xmlns:a16="http://schemas.microsoft.com/office/drawing/2014/main" id="{C24DB5C1-DF50-56A2-0266-87FA8B4B97CC}"/>
              </a:ext>
            </a:extLst>
          </p:cNvPr>
          <p:cNvSpPr txBox="1"/>
          <p:nvPr/>
        </p:nvSpPr>
        <p:spPr>
          <a:xfrm>
            <a:off x="5175875" y="4864081"/>
            <a:ext cx="1775900" cy="2267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dirty="0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rPr>
              <a:t>Arterial-pressure-only input </a:t>
            </a:r>
          </a:p>
        </p:txBody>
      </p:sp>
      <p:sp>
        <p:nvSpPr>
          <p:cNvPr id="39" name="Google Shape;596;p33">
            <a:extLst>
              <a:ext uri="{FF2B5EF4-FFF2-40B4-BE49-F238E27FC236}">
                <a16:creationId xmlns:a16="http://schemas.microsoft.com/office/drawing/2014/main" id="{5C46B7FC-3765-C0A4-71BB-4CE4310C666E}"/>
              </a:ext>
            </a:extLst>
          </p:cNvPr>
          <p:cNvSpPr txBox="1"/>
          <p:nvPr/>
        </p:nvSpPr>
        <p:spPr>
          <a:xfrm>
            <a:off x="842413" y="4864081"/>
            <a:ext cx="2198782" cy="2267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dirty="0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rPr>
              <a:t>Photoplethysmography-only input </a:t>
            </a:r>
          </a:p>
        </p:txBody>
      </p:sp>
      <p:sp>
        <p:nvSpPr>
          <p:cNvPr id="40" name="Google Shape;596;p33">
            <a:extLst>
              <a:ext uri="{FF2B5EF4-FFF2-40B4-BE49-F238E27FC236}">
                <a16:creationId xmlns:a16="http://schemas.microsoft.com/office/drawing/2014/main" id="{ADBCD2D8-8D6F-B24B-D2EB-F451CF083AD0}"/>
              </a:ext>
            </a:extLst>
          </p:cNvPr>
          <p:cNvSpPr txBox="1"/>
          <p:nvPr/>
        </p:nvSpPr>
        <p:spPr>
          <a:xfrm>
            <a:off x="3038137" y="4864081"/>
            <a:ext cx="2122265" cy="2267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dirty="0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rPr>
              <a:t>Noninvasive multichannel input </a:t>
            </a:r>
          </a:p>
        </p:txBody>
      </p:sp>
      <p:sp>
        <p:nvSpPr>
          <p:cNvPr id="42" name="Google Shape;596;p33">
            <a:extLst>
              <a:ext uri="{FF2B5EF4-FFF2-40B4-BE49-F238E27FC236}">
                <a16:creationId xmlns:a16="http://schemas.microsoft.com/office/drawing/2014/main" id="{621ED3BA-9156-5800-C201-6936D68EA1A6}"/>
              </a:ext>
            </a:extLst>
          </p:cNvPr>
          <p:cNvSpPr txBox="1"/>
          <p:nvPr/>
        </p:nvSpPr>
        <p:spPr>
          <a:xfrm>
            <a:off x="7183675" y="4864081"/>
            <a:ext cx="1775900" cy="2267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800" dirty="0">
                <a:solidFill>
                  <a:schemeClr val="dk1"/>
                </a:solidFill>
                <a:latin typeface="Work Sans"/>
              </a:rPr>
              <a:t>Invasive multichannel input </a:t>
            </a:r>
          </a:p>
        </p:txBody>
      </p:sp>
      <p:sp>
        <p:nvSpPr>
          <p:cNvPr id="44" name="Google Shape;1043;p38">
            <a:extLst>
              <a:ext uri="{FF2B5EF4-FFF2-40B4-BE49-F238E27FC236}">
                <a16:creationId xmlns:a16="http://schemas.microsoft.com/office/drawing/2014/main" id="{A031F9AF-6DF2-6250-5827-2CAB404235D2}"/>
              </a:ext>
            </a:extLst>
          </p:cNvPr>
          <p:cNvSpPr txBox="1">
            <a:spLocks/>
          </p:cNvSpPr>
          <p:nvPr/>
        </p:nvSpPr>
        <p:spPr>
          <a:xfrm>
            <a:off x="576416" y="2603971"/>
            <a:ext cx="2289600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1800" b="1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marL="0" indent="0"/>
            <a:r>
              <a:rPr lang="en-US" sz="1600" dirty="0"/>
              <a:t>Transformer</a:t>
            </a:r>
          </a:p>
        </p:txBody>
      </p:sp>
      <p:sp>
        <p:nvSpPr>
          <p:cNvPr id="45" name="Google Shape;1043;p38">
            <a:extLst>
              <a:ext uri="{FF2B5EF4-FFF2-40B4-BE49-F238E27FC236}">
                <a16:creationId xmlns:a16="http://schemas.microsoft.com/office/drawing/2014/main" id="{4BAA6691-6B9D-A9EC-D77D-D99C4554486A}"/>
              </a:ext>
            </a:extLst>
          </p:cNvPr>
          <p:cNvSpPr txBox="1">
            <a:spLocks/>
          </p:cNvSpPr>
          <p:nvPr/>
        </p:nvSpPr>
        <p:spPr>
          <a:xfrm>
            <a:off x="590393" y="700491"/>
            <a:ext cx="2289600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1800" b="1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marL="0" indent="0"/>
            <a:r>
              <a:rPr lang="en-US" sz="1600" dirty="0"/>
              <a:t>CNN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4CF9868-AFD2-CF9E-F7DD-E4074382B6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7646" y="891955"/>
            <a:ext cx="1804436" cy="184483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CE467EB-0135-186E-5890-F1A5B448D7E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26830" y="891956"/>
            <a:ext cx="1790700" cy="18415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3A8B4F9-9C76-FF22-9F9D-4C4DAE51976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72278" y="891956"/>
            <a:ext cx="1778000" cy="18415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00506AC-B792-0745-0A81-124DC3891CB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67646" y="3026756"/>
            <a:ext cx="1775900" cy="183240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609DE9A-ACF4-2563-48B2-00E5C50CC3B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26830" y="3025671"/>
            <a:ext cx="1767918" cy="1824169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809E47F7-70AB-616A-7605-589F29706C8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72278" y="3025672"/>
            <a:ext cx="1778000" cy="18345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43183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2" name="Google Shape;1042;p38"/>
          <p:cNvSpPr txBox="1">
            <a:spLocks noGrp="1"/>
          </p:cNvSpPr>
          <p:nvPr>
            <p:ph type="title"/>
          </p:nvPr>
        </p:nvSpPr>
        <p:spPr>
          <a:xfrm>
            <a:off x="357264" y="170978"/>
            <a:ext cx="7849666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/>
              <a:t>5, 10, 15min Results of Regression Task</a:t>
            </a:r>
            <a:endParaRPr sz="2800" dirty="0"/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2AC9804F-79E3-A580-93DE-3C10E044AC14}"/>
              </a:ext>
            </a:extLst>
          </p:cNvPr>
          <p:cNvCxnSpPr>
            <a:cxnSpLocks/>
          </p:cNvCxnSpPr>
          <p:nvPr/>
        </p:nvCxnSpPr>
        <p:spPr>
          <a:xfrm>
            <a:off x="5064468" y="4977445"/>
            <a:ext cx="252005" cy="0"/>
          </a:xfrm>
          <a:prstGeom prst="line">
            <a:avLst/>
          </a:prstGeom>
          <a:ln w="190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F4A8E9ED-A0F3-3207-5165-559B417BEEA9}"/>
              </a:ext>
            </a:extLst>
          </p:cNvPr>
          <p:cNvCxnSpPr>
            <a:cxnSpLocks/>
          </p:cNvCxnSpPr>
          <p:nvPr/>
        </p:nvCxnSpPr>
        <p:spPr>
          <a:xfrm>
            <a:off x="6961278" y="4977445"/>
            <a:ext cx="252005" cy="0"/>
          </a:xfrm>
          <a:prstGeom prst="line">
            <a:avLst/>
          </a:prstGeom>
          <a:ln w="1905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4F8E2D94-1926-43D4-A56B-2ED2FE7ECFFD}"/>
              </a:ext>
            </a:extLst>
          </p:cNvPr>
          <p:cNvCxnSpPr>
            <a:cxnSpLocks/>
          </p:cNvCxnSpPr>
          <p:nvPr/>
        </p:nvCxnSpPr>
        <p:spPr>
          <a:xfrm>
            <a:off x="3021090" y="4977445"/>
            <a:ext cx="252005" cy="0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D07D0A11-3152-FF34-E4A9-AFCF0C48963C}"/>
              </a:ext>
            </a:extLst>
          </p:cNvPr>
          <p:cNvCxnSpPr>
            <a:cxnSpLocks/>
          </p:cNvCxnSpPr>
          <p:nvPr/>
        </p:nvCxnSpPr>
        <p:spPr>
          <a:xfrm>
            <a:off x="791980" y="4977445"/>
            <a:ext cx="252005" cy="0"/>
          </a:xfrm>
          <a:prstGeom prst="line">
            <a:avLst/>
          </a:prstGeom>
          <a:ln w="19050">
            <a:solidFill>
              <a:schemeClr val="bg1">
                <a:lumMod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Google Shape;596;p33">
            <a:extLst>
              <a:ext uri="{FF2B5EF4-FFF2-40B4-BE49-F238E27FC236}">
                <a16:creationId xmlns:a16="http://schemas.microsoft.com/office/drawing/2014/main" id="{C24DB5C1-DF50-56A2-0266-87FA8B4B97CC}"/>
              </a:ext>
            </a:extLst>
          </p:cNvPr>
          <p:cNvSpPr txBox="1"/>
          <p:nvPr/>
        </p:nvSpPr>
        <p:spPr>
          <a:xfrm>
            <a:off x="5175875" y="4864081"/>
            <a:ext cx="1775900" cy="2267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dirty="0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rPr>
              <a:t>Arterial-pressure-only input </a:t>
            </a:r>
          </a:p>
        </p:txBody>
      </p:sp>
      <p:sp>
        <p:nvSpPr>
          <p:cNvPr id="39" name="Google Shape;596;p33">
            <a:extLst>
              <a:ext uri="{FF2B5EF4-FFF2-40B4-BE49-F238E27FC236}">
                <a16:creationId xmlns:a16="http://schemas.microsoft.com/office/drawing/2014/main" id="{5C46B7FC-3765-C0A4-71BB-4CE4310C666E}"/>
              </a:ext>
            </a:extLst>
          </p:cNvPr>
          <p:cNvSpPr txBox="1"/>
          <p:nvPr/>
        </p:nvSpPr>
        <p:spPr>
          <a:xfrm>
            <a:off x="842413" y="4864081"/>
            <a:ext cx="2198782" cy="2267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dirty="0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rPr>
              <a:t>Photoplethysmography-only input </a:t>
            </a:r>
          </a:p>
        </p:txBody>
      </p:sp>
      <p:sp>
        <p:nvSpPr>
          <p:cNvPr id="40" name="Google Shape;596;p33">
            <a:extLst>
              <a:ext uri="{FF2B5EF4-FFF2-40B4-BE49-F238E27FC236}">
                <a16:creationId xmlns:a16="http://schemas.microsoft.com/office/drawing/2014/main" id="{ADBCD2D8-8D6F-B24B-D2EB-F451CF083AD0}"/>
              </a:ext>
            </a:extLst>
          </p:cNvPr>
          <p:cNvSpPr txBox="1"/>
          <p:nvPr/>
        </p:nvSpPr>
        <p:spPr>
          <a:xfrm>
            <a:off x="3038137" y="4864081"/>
            <a:ext cx="2122265" cy="2267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dirty="0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rPr>
              <a:t>Noninvasive multichannel input </a:t>
            </a:r>
          </a:p>
        </p:txBody>
      </p:sp>
      <p:sp>
        <p:nvSpPr>
          <p:cNvPr id="42" name="Google Shape;596;p33">
            <a:extLst>
              <a:ext uri="{FF2B5EF4-FFF2-40B4-BE49-F238E27FC236}">
                <a16:creationId xmlns:a16="http://schemas.microsoft.com/office/drawing/2014/main" id="{621ED3BA-9156-5800-C201-6936D68EA1A6}"/>
              </a:ext>
            </a:extLst>
          </p:cNvPr>
          <p:cNvSpPr txBox="1"/>
          <p:nvPr/>
        </p:nvSpPr>
        <p:spPr>
          <a:xfrm>
            <a:off x="7183675" y="4864081"/>
            <a:ext cx="1775900" cy="2267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800" dirty="0">
                <a:solidFill>
                  <a:schemeClr val="dk1"/>
                </a:solidFill>
                <a:latin typeface="Work Sans"/>
              </a:rPr>
              <a:t>Invasive multichannel input </a:t>
            </a:r>
          </a:p>
        </p:txBody>
      </p:sp>
      <p:sp>
        <p:nvSpPr>
          <p:cNvPr id="44" name="Google Shape;1043;p38">
            <a:extLst>
              <a:ext uri="{FF2B5EF4-FFF2-40B4-BE49-F238E27FC236}">
                <a16:creationId xmlns:a16="http://schemas.microsoft.com/office/drawing/2014/main" id="{A031F9AF-6DF2-6250-5827-2CAB404235D2}"/>
              </a:ext>
            </a:extLst>
          </p:cNvPr>
          <p:cNvSpPr txBox="1">
            <a:spLocks/>
          </p:cNvSpPr>
          <p:nvPr/>
        </p:nvSpPr>
        <p:spPr>
          <a:xfrm>
            <a:off x="576416" y="2603971"/>
            <a:ext cx="2289600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1800" b="1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marL="0" indent="0"/>
            <a:r>
              <a:rPr lang="en-US" sz="1600" dirty="0"/>
              <a:t>Transformer</a:t>
            </a:r>
          </a:p>
        </p:txBody>
      </p:sp>
      <p:sp>
        <p:nvSpPr>
          <p:cNvPr id="45" name="Google Shape;1043;p38">
            <a:extLst>
              <a:ext uri="{FF2B5EF4-FFF2-40B4-BE49-F238E27FC236}">
                <a16:creationId xmlns:a16="http://schemas.microsoft.com/office/drawing/2014/main" id="{4BAA6691-6B9D-A9EC-D77D-D99C4554486A}"/>
              </a:ext>
            </a:extLst>
          </p:cNvPr>
          <p:cNvSpPr txBox="1">
            <a:spLocks/>
          </p:cNvSpPr>
          <p:nvPr/>
        </p:nvSpPr>
        <p:spPr>
          <a:xfrm>
            <a:off x="590393" y="700491"/>
            <a:ext cx="2289600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1800" b="1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marL="0" indent="0"/>
            <a:r>
              <a:rPr lang="en-US" sz="1600" dirty="0"/>
              <a:t>CNN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6F190AF-8420-DF93-1894-F78F72D161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7524" y="1098367"/>
            <a:ext cx="2289601" cy="163542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3902EDB-AC25-FA85-AB14-20D46AA64A2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47926" y="1098367"/>
            <a:ext cx="2289601" cy="163542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EB44577-71C1-B200-129B-875493FE309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48327" y="1098367"/>
            <a:ext cx="2289601" cy="163542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67E8838-01C5-B365-BBA0-8D2D80B8517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47524" y="3050171"/>
            <a:ext cx="2289560" cy="16354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1DBA71F-DBE0-567B-2173-ED2A1811C46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47946" y="3050171"/>
            <a:ext cx="2289560" cy="16354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975DBF6-29A4-5865-7849-436A3545364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48368" y="3050171"/>
            <a:ext cx="2289560" cy="1635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21346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1" name="Google Shape;1261;p48"/>
          <p:cNvSpPr txBox="1">
            <a:spLocks noGrp="1"/>
          </p:cNvSpPr>
          <p:nvPr>
            <p:ph type="title"/>
          </p:nvPr>
        </p:nvSpPr>
        <p:spPr>
          <a:xfrm>
            <a:off x="720000" y="607754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Discussion</a:t>
            </a:r>
            <a:endParaRPr/>
          </a:p>
        </p:txBody>
      </p:sp>
      <p:sp>
        <p:nvSpPr>
          <p:cNvPr id="1262" name="Google Shape;1262;p48"/>
          <p:cNvSpPr txBox="1">
            <a:spLocks noGrp="1"/>
          </p:cNvSpPr>
          <p:nvPr>
            <p:ph type="subTitle" idx="1"/>
          </p:nvPr>
        </p:nvSpPr>
        <p:spPr>
          <a:xfrm>
            <a:off x="1357817" y="1548071"/>
            <a:ext cx="6904851" cy="99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r>
              <a:rPr lang="en-US" sz="1400" b="1" dirty="0"/>
              <a:t>Current difficulties</a:t>
            </a:r>
            <a:r>
              <a:rPr lang="en" sz="1400" b="1" dirty="0"/>
              <a:t>:</a:t>
            </a:r>
            <a:endParaRPr sz="1400" b="1" dirty="0"/>
          </a:p>
          <a:p>
            <a:pPr marL="457200" lvl="0" indent="-304800" algn="l" rtl="0">
              <a:spcBef>
                <a:spcPts val="1000"/>
              </a:spcBef>
              <a:spcAft>
                <a:spcPts val="0"/>
              </a:spcAft>
              <a:buSzPts val="1200"/>
              <a:buChar char="■"/>
            </a:pPr>
            <a:r>
              <a:rPr lang="en-US" dirty="0"/>
              <a:t>Involves patient privacy</a:t>
            </a:r>
            <a:endParaRPr dirty="0"/>
          </a:p>
        </p:txBody>
      </p:sp>
      <p:sp>
        <p:nvSpPr>
          <p:cNvPr id="1264" name="Google Shape;1264;p48"/>
          <p:cNvSpPr txBox="1">
            <a:spLocks noGrp="1"/>
          </p:cNvSpPr>
          <p:nvPr>
            <p:ph type="subTitle" idx="3"/>
          </p:nvPr>
        </p:nvSpPr>
        <p:spPr>
          <a:xfrm>
            <a:off x="715100" y="2530254"/>
            <a:ext cx="7704000" cy="144505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b="1" dirty="0"/>
              <a:t>Conclusions:</a:t>
            </a:r>
            <a:endParaRPr sz="1400" dirty="0"/>
          </a:p>
          <a:p>
            <a:pPr marL="457200" lvl="0" indent="-304800" algn="l" rtl="0">
              <a:spcBef>
                <a:spcPts val="1000"/>
              </a:spcBef>
              <a:spcAft>
                <a:spcPts val="0"/>
              </a:spcAft>
              <a:buSzPts val="1200"/>
              <a:buChar char="■"/>
            </a:pPr>
            <a:r>
              <a:rPr lang="en-US" dirty="0"/>
              <a:t>Provided improved predictions at original 5, 10, and 15-minute intervals</a:t>
            </a:r>
          </a:p>
          <a:p>
            <a:pPr marL="457200" lvl="0" indent="-304800" algn="l" rtl="0">
              <a:spcBef>
                <a:spcPts val="1000"/>
              </a:spcBef>
              <a:spcAft>
                <a:spcPts val="0"/>
              </a:spcAft>
              <a:buSzPts val="1200"/>
              <a:buChar char="■"/>
            </a:pPr>
            <a:r>
              <a:rPr lang="en-US" dirty="0"/>
              <a:t>Extended predictions for longer durations</a:t>
            </a:r>
          </a:p>
          <a:p>
            <a:pPr>
              <a:spcBef>
                <a:spcPts val="1000"/>
              </a:spcBef>
            </a:pPr>
            <a:r>
              <a:rPr lang="en-US" dirty="0"/>
              <a:t>Demonstrated strong performance in directly predicting blood pressure values</a:t>
            </a:r>
            <a:endParaRPr dirty="0"/>
          </a:p>
        </p:txBody>
      </p:sp>
      <p:grpSp>
        <p:nvGrpSpPr>
          <p:cNvPr id="4" name="Google Shape;1459;p52">
            <a:extLst>
              <a:ext uri="{FF2B5EF4-FFF2-40B4-BE49-F238E27FC236}">
                <a16:creationId xmlns:a16="http://schemas.microsoft.com/office/drawing/2014/main" id="{0BDEE29F-D632-0C04-0AD1-C84EF09700FF}"/>
              </a:ext>
            </a:extLst>
          </p:cNvPr>
          <p:cNvGrpSpPr/>
          <p:nvPr/>
        </p:nvGrpSpPr>
        <p:grpSpPr>
          <a:xfrm>
            <a:off x="724900" y="1532754"/>
            <a:ext cx="496975" cy="753246"/>
            <a:chOff x="5589850" y="2610351"/>
            <a:chExt cx="692199" cy="1033776"/>
          </a:xfrm>
        </p:grpSpPr>
        <p:sp>
          <p:nvSpPr>
            <p:cNvPr id="5" name="Google Shape;1460;p52">
              <a:extLst>
                <a:ext uri="{FF2B5EF4-FFF2-40B4-BE49-F238E27FC236}">
                  <a16:creationId xmlns:a16="http://schemas.microsoft.com/office/drawing/2014/main" id="{539ACB6E-6A2D-3FEF-5727-B5ABFC0F9095}"/>
                </a:ext>
              </a:extLst>
            </p:cNvPr>
            <p:cNvSpPr/>
            <p:nvPr/>
          </p:nvSpPr>
          <p:spPr>
            <a:xfrm>
              <a:off x="5874138" y="2630669"/>
              <a:ext cx="124114" cy="136492"/>
            </a:xfrm>
            <a:custGeom>
              <a:avLst/>
              <a:gdLst/>
              <a:ahLst/>
              <a:cxnLst/>
              <a:rect l="l" t="t" r="r" b="b"/>
              <a:pathLst>
                <a:path w="141440" h="155546" extrusionOk="0">
                  <a:moveTo>
                    <a:pt x="121315" y="115108"/>
                  </a:moveTo>
                  <a:cubicBezTo>
                    <a:pt x="121315" y="137491"/>
                    <a:pt x="103259" y="155547"/>
                    <a:pt x="80877" y="155547"/>
                  </a:cubicBezTo>
                  <a:lnTo>
                    <a:pt x="60564" y="155547"/>
                  </a:lnTo>
                  <a:cubicBezTo>
                    <a:pt x="38181" y="155547"/>
                    <a:pt x="20125" y="137491"/>
                    <a:pt x="20125" y="115108"/>
                  </a:cubicBezTo>
                  <a:lnTo>
                    <a:pt x="0" y="40438"/>
                  </a:lnTo>
                  <a:cubicBezTo>
                    <a:pt x="0" y="18056"/>
                    <a:pt x="18056" y="0"/>
                    <a:pt x="40438" y="0"/>
                  </a:cubicBezTo>
                  <a:lnTo>
                    <a:pt x="101002" y="0"/>
                  </a:lnTo>
                  <a:cubicBezTo>
                    <a:pt x="123384" y="0"/>
                    <a:pt x="141440" y="18056"/>
                    <a:pt x="141440" y="40438"/>
                  </a:cubicBezTo>
                  <a:lnTo>
                    <a:pt x="121315" y="115108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" name="Google Shape;1461;p52">
              <a:extLst>
                <a:ext uri="{FF2B5EF4-FFF2-40B4-BE49-F238E27FC236}">
                  <a16:creationId xmlns:a16="http://schemas.microsoft.com/office/drawing/2014/main" id="{6B709BF3-DEA3-028C-813F-5692623464C9}"/>
                </a:ext>
              </a:extLst>
            </p:cNvPr>
            <p:cNvSpPr/>
            <p:nvPr/>
          </p:nvSpPr>
          <p:spPr>
            <a:xfrm>
              <a:off x="5589850" y="2724166"/>
              <a:ext cx="692199" cy="919961"/>
            </a:xfrm>
            <a:custGeom>
              <a:avLst/>
              <a:gdLst/>
              <a:ahLst/>
              <a:cxnLst/>
              <a:rect l="l" t="t" r="r" b="b"/>
              <a:pathLst>
                <a:path w="788831" h="1048389" extrusionOk="0">
                  <a:moveTo>
                    <a:pt x="31975" y="0"/>
                  </a:moveTo>
                  <a:lnTo>
                    <a:pt x="756857" y="0"/>
                  </a:lnTo>
                  <a:cubicBezTo>
                    <a:pt x="774537" y="0"/>
                    <a:pt x="788831" y="14295"/>
                    <a:pt x="788831" y="31975"/>
                  </a:cubicBezTo>
                  <a:lnTo>
                    <a:pt x="788831" y="1016415"/>
                  </a:lnTo>
                  <a:cubicBezTo>
                    <a:pt x="788831" y="1034095"/>
                    <a:pt x="774537" y="1048390"/>
                    <a:pt x="756857" y="1048390"/>
                  </a:cubicBezTo>
                  <a:lnTo>
                    <a:pt x="31975" y="1048390"/>
                  </a:lnTo>
                  <a:cubicBezTo>
                    <a:pt x="14295" y="1048390"/>
                    <a:pt x="0" y="1034095"/>
                    <a:pt x="0" y="1016415"/>
                  </a:cubicBezTo>
                  <a:lnTo>
                    <a:pt x="0" y="31975"/>
                  </a:lnTo>
                  <a:cubicBezTo>
                    <a:pt x="0" y="14295"/>
                    <a:pt x="14295" y="0"/>
                    <a:pt x="3197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" name="Google Shape;1462;p52">
              <a:extLst>
                <a:ext uri="{FF2B5EF4-FFF2-40B4-BE49-F238E27FC236}">
                  <a16:creationId xmlns:a16="http://schemas.microsoft.com/office/drawing/2014/main" id="{8EB8E5AD-5044-D441-8E36-522E967E5128}"/>
                </a:ext>
              </a:extLst>
            </p:cNvPr>
            <p:cNvSpPr/>
            <p:nvPr/>
          </p:nvSpPr>
          <p:spPr>
            <a:xfrm>
              <a:off x="5648491" y="2765132"/>
              <a:ext cx="575017" cy="838264"/>
            </a:xfrm>
            <a:custGeom>
              <a:avLst/>
              <a:gdLst/>
              <a:ahLst/>
              <a:cxnLst/>
              <a:rect l="l" t="t" r="r" b="b"/>
              <a:pathLst>
                <a:path w="655290" h="955287" extrusionOk="0">
                  <a:moveTo>
                    <a:pt x="34044" y="0"/>
                  </a:moveTo>
                  <a:lnTo>
                    <a:pt x="621247" y="0"/>
                  </a:lnTo>
                  <a:cubicBezTo>
                    <a:pt x="640056" y="0"/>
                    <a:pt x="655291" y="15235"/>
                    <a:pt x="655291" y="34044"/>
                  </a:cubicBezTo>
                  <a:lnTo>
                    <a:pt x="655291" y="921244"/>
                  </a:lnTo>
                  <a:cubicBezTo>
                    <a:pt x="655291" y="940052"/>
                    <a:pt x="640056" y="955287"/>
                    <a:pt x="621247" y="955287"/>
                  </a:cubicBezTo>
                  <a:lnTo>
                    <a:pt x="34044" y="955287"/>
                  </a:lnTo>
                  <a:cubicBezTo>
                    <a:pt x="15235" y="955287"/>
                    <a:pt x="0" y="940052"/>
                    <a:pt x="0" y="921244"/>
                  </a:cubicBezTo>
                  <a:lnTo>
                    <a:pt x="0" y="34044"/>
                  </a:lnTo>
                  <a:cubicBezTo>
                    <a:pt x="0" y="15235"/>
                    <a:pt x="15235" y="0"/>
                    <a:pt x="34044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" name="Google Shape;1463;p52">
              <a:extLst>
                <a:ext uri="{FF2B5EF4-FFF2-40B4-BE49-F238E27FC236}">
                  <a16:creationId xmlns:a16="http://schemas.microsoft.com/office/drawing/2014/main" id="{D3344DE3-34D0-64E4-46B1-261B36DC8A1C}"/>
                </a:ext>
              </a:extLst>
            </p:cNvPr>
            <p:cNvSpPr/>
            <p:nvPr/>
          </p:nvSpPr>
          <p:spPr>
            <a:xfrm>
              <a:off x="5807733" y="2702030"/>
              <a:ext cx="256810" cy="104968"/>
            </a:xfrm>
            <a:custGeom>
              <a:avLst/>
              <a:gdLst/>
              <a:ahLst/>
              <a:cxnLst/>
              <a:rect l="l" t="t" r="r" b="b"/>
              <a:pathLst>
                <a:path w="292661" h="119622" extrusionOk="0">
                  <a:moveTo>
                    <a:pt x="28213" y="0"/>
                  </a:moveTo>
                  <a:lnTo>
                    <a:pt x="264449" y="0"/>
                  </a:lnTo>
                  <a:cubicBezTo>
                    <a:pt x="280060" y="0"/>
                    <a:pt x="292661" y="12602"/>
                    <a:pt x="292661" y="28213"/>
                  </a:cubicBezTo>
                  <a:lnTo>
                    <a:pt x="292661" y="91410"/>
                  </a:lnTo>
                  <a:cubicBezTo>
                    <a:pt x="292661" y="107021"/>
                    <a:pt x="280060" y="119623"/>
                    <a:pt x="264449" y="119623"/>
                  </a:cubicBezTo>
                  <a:lnTo>
                    <a:pt x="28213" y="119623"/>
                  </a:lnTo>
                  <a:cubicBezTo>
                    <a:pt x="12602" y="119623"/>
                    <a:pt x="0" y="107021"/>
                    <a:pt x="0" y="91410"/>
                  </a:cubicBezTo>
                  <a:lnTo>
                    <a:pt x="0" y="28213"/>
                  </a:lnTo>
                  <a:cubicBezTo>
                    <a:pt x="0" y="12602"/>
                    <a:pt x="12602" y="0"/>
                    <a:pt x="2821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" name="Google Shape;1464;p52">
              <a:extLst>
                <a:ext uri="{FF2B5EF4-FFF2-40B4-BE49-F238E27FC236}">
                  <a16:creationId xmlns:a16="http://schemas.microsoft.com/office/drawing/2014/main" id="{AE0E3E1E-F9C3-1806-C6F2-30DF58793542}"/>
                </a:ext>
              </a:extLst>
            </p:cNvPr>
            <p:cNvSpPr/>
            <p:nvPr/>
          </p:nvSpPr>
          <p:spPr>
            <a:xfrm>
              <a:off x="5928485" y="2863915"/>
              <a:ext cx="231723" cy="13699"/>
            </a:xfrm>
            <a:custGeom>
              <a:avLst/>
              <a:gdLst/>
              <a:ahLst/>
              <a:cxnLst/>
              <a:rect l="l" t="t" r="r" b="b"/>
              <a:pathLst>
                <a:path w="264072" h="15611" extrusionOk="0">
                  <a:moveTo>
                    <a:pt x="0" y="0"/>
                  </a:moveTo>
                  <a:lnTo>
                    <a:pt x="264072" y="0"/>
                  </a:lnTo>
                  <a:lnTo>
                    <a:pt x="264072" y="15611"/>
                  </a:lnTo>
                  <a:lnTo>
                    <a:pt x="0" y="1561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" name="Google Shape;1465;p52">
              <a:extLst>
                <a:ext uri="{FF2B5EF4-FFF2-40B4-BE49-F238E27FC236}">
                  <a16:creationId xmlns:a16="http://schemas.microsoft.com/office/drawing/2014/main" id="{58CE0583-5277-13E2-F0E1-F17C474B206E}"/>
                </a:ext>
              </a:extLst>
            </p:cNvPr>
            <p:cNvSpPr/>
            <p:nvPr/>
          </p:nvSpPr>
          <p:spPr>
            <a:xfrm>
              <a:off x="5928485" y="2898439"/>
              <a:ext cx="231723" cy="13699"/>
            </a:xfrm>
            <a:custGeom>
              <a:avLst/>
              <a:gdLst/>
              <a:ahLst/>
              <a:cxnLst/>
              <a:rect l="l" t="t" r="r" b="b"/>
              <a:pathLst>
                <a:path w="264072" h="15611" extrusionOk="0">
                  <a:moveTo>
                    <a:pt x="0" y="0"/>
                  </a:moveTo>
                  <a:lnTo>
                    <a:pt x="264072" y="0"/>
                  </a:lnTo>
                  <a:lnTo>
                    <a:pt x="264072" y="15611"/>
                  </a:lnTo>
                  <a:lnTo>
                    <a:pt x="0" y="1561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" name="Google Shape;1466;p52">
              <a:extLst>
                <a:ext uri="{FF2B5EF4-FFF2-40B4-BE49-F238E27FC236}">
                  <a16:creationId xmlns:a16="http://schemas.microsoft.com/office/drawing/2014/main" id="{3E0575B4-6C84-ABDA-11C5-6D8C4DD1ECC2}"/>
                </a:ext>
              </a:extLst>
            </p:cNvPr>
            <p:cNvSpPr/>
            <p:nvPr/>
          </p:nvSpPr>
          <p:spPr>
            <a:xfrm>
              <a:off x="5691440" y="3010767"/>
              <a:ext cx="379604" cy="13699"/>
            </a:xfrm>
            <a:custGeom>
              <a:avLst/>
              <a:gdLst/>
              <a:ahLst/>
              <a:cxnLst/>
              <a:rect l="l" t="t" r="r" b="b"/>
              <a:pathLst>
                <a:path w="432597" h="15611" extrusionOk="0">
                  <a:moveTo>
                    <a:pt x="0" y="0"/>
                  </a:moveTo>
                  <a:lnTo>
                    <a:pt x="432597" y="0"/>
                  </a:lnTo>
                  <a:lnTo>
                    <a:pt x="432597" y="15611"/>
                  </a:lnTo>
                  <a:lnTo>
                    <a:pt x="0" y="1561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" name="Google Shape;1467;p52">
              <a:extLst>
                <a:ext uri="{FF2B5EF4-FFF2-40B4-BE49-F238E27FC236}">
                  <a16:creationId xmlns:a16="http://schemas.microsoft.com/office/drawing/2014/main" id="{7E0ADED7-CC01-AAC4-DE25-ED50360BB286}"/>
                </a:ext>
              </a:extLst>
            </p:cNvPr>
            <p:cNvSpPr/>
            <p:nvPr/>
          </p:nvSpPr>
          <p:spPr>
            <a:xfrm>
              <a:off x="5691440" y="3045292"/>
              <a:ext cx="379604" cy="13699"/>
            </a:xfrm>
            <a:custGeom>
              <a:avLst/>
              <a:gdLst/>
              <a:ahLst/>
              <a:cxnLst/>
              <a:rect l="l" t="t" r="r" b="b"/>
              <a:pathLst>
                <a:path w="432597" h="15611" extrusionOk="0">
                  <a:moveTo>
                    <a:pt x="0" y="0"/>
                  </a:moveTo>
                  <a:lnTo>
                    <a:pt x="432597" y="0"/>
                  </a:lnTo>
                  <a:lnTo>
                    <a:pt x="432597" y="15611"/>
                  </a:lnTo>
                  <a:lnTo>
                    <a:pt x="0" y="1561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" name="Google Shape;1468;p52">
              <a:extLst>
                <a:ext uri="{FF2B5EF4-FFF2-40B4-BE49-F238E27FC236}">
                  <a16:creationId xmlns:a16="http://schemas.microsoft.com/office/drawing/2014/main" id="{4F3ED232-6E04-E6E1-A195-24C19F51B5E6}"/>
                </a:ext>
              </a:extLst>
            </p:cNvPr>
            <p:cNvSpPr/>
            <p:nvPr/>
          </p:nvSpPr>
          <p:spPr>
            <a:xfrm>
              <a:off x="5691440" y="3148370"/>
              <a:ext cx="379604" cy="13699"/>
            </a:xfrm>
            <a:custGeom>
              <a:avLst/>
              <a:gdLst/>
              <a:ahLst/>
              <a:cxnLst/>
              <a:rect l="l" t="t" r="r" b="b"/>
              <a:pathLst>
                <a:path w="432597" h="15611" extrusionOk="0">
                  <a:moveTo>
                    <a:pt x="0" y="0"/>
                  </a:moveTo>
                  <a:lnTo>
                    <a:pt x="432597" y="0"/>
                  </a:lnTo>
                  <a:lnTo>
                    <a:pt x="432597" y="15611"/>
                  </a:lnTo>
                  <a:lnTo>
                    <a:pt x="0" y="1561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" name="Google Shape;1469;p52">
              <a:extLst>
                <a:ext uri="{FF2B5EF4-FFF2-40B4-BE49-F238E27FC236}">
                  <a16:creationId xmlns:a16="http://schemas.microsoft.com/office/drawing/2014/main" id="{6ABC18FA-B724-BC08-1DF9-FF5DC2195656}"/>
                </a:ext>
              </a:extLst>
            </p:cNvPr>
            <p:cNvSpPr/>
            <p:nvPr/>
          </p:nvSpPr>
          <p:spPr>
            <a:xfrm>
              <a:off x="5691440" y="3182729"/>
              <a:ext cx="379604" cy="13699"/>
            </a:xfrm>
            <a:custGeom>
              <a:avLst/>
              <a:gdLst/>
              <a:ahLst/>
              <a:cxnLst/>
              <a:rect l="l" t="t" r="r" b="b"/>
              <a:pathLst>
                <a:path w="432597" h="15611" extrusionOk="0">
                  <a:moveTo>
                    <a:pt x="0" y="0"/>
                  </a:moveTo>
                  <a:lnTo>
                    <a:pt x="432597" y="0"/>
                  </a:lnTo>
                  <a:lnTo>
                    <a:pt x="432597" y="15611"/>
                  </a:lnTo>
                  <a:lnTo>
                    <a:pt x="0" y="1561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" name="Google Shape;1470;p52">
              <a:extLst>
                <a:ext uri="{FF2B5EF4-FFF2-40B4-BE49-F238E27FC236}">
                  <a16:creationId xmlns:a16="http://schemas.microsoft.com/office/drawing/2014/main" id="{7F38A2A9-10B0-DFA1-E89C-1A05D7D830AB}"/>
                </a:ext>
              </a:extLst>
            </p:cNvPr>
            <p:cNvSpPr/>
            <p:nvPr/>
          </p:nvSpPr>
          <p:spPr>
            <a:xfrm>
              <a:off x="5691440" y="3281347"/>
              <a:ext cx="379604" cy="13699"/>
            </a:xfrm>
            <a:custGeom>
              <a:avLst/>
              <a:gdLst/>
              <a:ahLst/>
              <a:cxnLst/>
              <a:rect l="l" t="t" r="r" b="b"/>
              <a:pathLst>
                <a:path w="432597" h="15611" extrusionOk="0">
                  <a:moveTo>
                    <a:pt x="0" y="0"/>
                  </a:moveTo>
                  <a:lnTo>
                    <a:pt x="432597" y="0"/>
                  </a:lnTo>
                  <a:lnTo>
                    <a:pt x="432597" y="15611"/>
                  </a:lnTo>
                  <a:lnTo>
                    <a:pt x="0" y="1561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" name="Google Shape;1471;p52">
              <a:extLst>
                <a:ext uri="{FF2B5EF4-FFF2-40B4-BE49-F238E27FC236}">
                  <a16:creationId xmlns:a16="http://schemas.microsoft.com/office/drawing/2014/main" id="{E7F177E2-03C8-F870-7594-A8766E1BB679}"/>
                </a:ext>
              </a:extLst>
            </p:cNvPr>
            <p:cNvSpPr/>
            <p:nvPr/>
          </p:nvSpPr>
          <p:spPr>
            <a:xfrm>
              <a:off x="5691440" y="3315871"/>
              <a:ext cx="379604" cy="13699"/>
            </a:xfrm>
            <a:custGeom>
              <a:avLst/>
              <a:gdLst/>
              <a:ahLst/>
              <a:cxnLst/>
              <a:rect l="l" t="t" r="r" b="b"/>
              <a:pathLst>
                <a:path w="432597" h="15611" extrusionOk="0">
                  <a:moveTo>
                    <a:pt x="0" y="0"/>
                  </a:moveTo>
                  <a:lnTo>
                    <a:pt x="432597" y="0"/>
                  </a:lnTo>
                  <a:lnTo>
                    <a:pt x="432597" y="15611"/>
                  </a:lnTo>
                  <a:lnTo>
                    <a:pt x="0" y="1561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" name="Google Shape;1472;p52">
              <a:extLst>
                <a:ext uri="{FF2B5EF4-FFF2-40B4-BE49-F238E27FC236}">
                  <a16:creationId xmlns:a16="http://schemas.microsoft.com/office/drawing/2014/main" id="{83D6E6D9-A67E-908B-5E7F-F9356236C2B7}"/>
                </a:ext>
              </a:extLst>
            </p:cNvPr>
            <p:cNvSpPr/>
            <p:nvPr/>
          </p:nvSpPr>
          <p:spPr>
            <a:xfrm>
              <a:off x="5691440" y="3418453"/>
              <a:ext cx="379604" cy="13699"/>
            </a:xfrm>
            <a:custGeom>
              <a:avLst/>
              <a:gdLst/>
              <a:ahLst/>
              <a:cxnLst/>
              <a:rect l="l" t="t" r="r" b="b"/>
              <a:pathLst>
                <a:path w="432597" h="15611" extrusionOk="0">
                  <a:moveTo>
                    <a:pt x="0" y="0"/>
                  </a:moveTo>
                  <a:lnTo>
                    <a:pt x="432597" y="0"/>
                  </a:lnTo>
                  <a:lnTo>
                    <a:pt x="432597" y="15611"/>
                  </a:lnTo>
                  <a:lnTo>
                    <a:pt x="0" y="1561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" name="Google Shape;1473;p52">
              <a:extLst>
                <a:ext uri="{FF2B5EF4-FFF2-40B4-BE49-F238E27FC236}">
                  <a16:creationId xmlns:a16="http://schemas.microsoft.com/office/drawing/2014/main" id="{AFB4CED4-8EBE-0976-D141-6B8D8D4163B3}"/>
                </a:ext>
              </a:extLst>
            </p:cNvPr>
            <p:cNvSpPr/>
            <p:nvPr/>
          </p:nvSpPr>
          <p:spPr>
            <a:xfrm>
              <a:off x="5691440" y="3452812"/>
              <a:ext cx="379604" cy="13699"/>
            </a:xfrm>
            <a:custGeom>
              <a:avLst/>
              <a:gdLst/>
              <a:ahLst/>
              <a:cxnLst/>
              <a:rect l="l" t="t" r="r" b="b"/>
              <a:pathLst>
                <a:path w="432597" h="15611" extrusionOk="0">
                  <a:moveTo>
                    <a:pt x="0" y="0"/>
                  </a:moveTo>
                  <a:lnTo>
                    <a:pt x="432597" y="0"/>
                  </a:lnTo>
                  <a:lnTo>
                    <a:pt x="432597" y="15611"/>
                  </a:lnTo>
                  <a:lnTo>
                    <a:pt x="0" y="1561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" name="Google Shape;1474;p52">
              <a:extLst>
                <a:ext uri="{FF2B5EF4-FFF2-40B4-BE49-F238E27FC236}">
                  <a16:creationId xmlns:a16="http://schemas.microsoft.com/office/drawing/2014/main" id="{1F2C0B89-8FA3-57DC-0BE6-B7C805E419D7}"/>
                </a:ext>
              </a:extLst>
            </p:cNvPr>
            <p:cNvSpPr/>
            <p:nvPr/>
          </p:nvSpPr>
          <p:spPr>
            <a:xfrm>
              <a:off x="5738023" y="2823939"/>
              <a:ext cx="117181" cy="116851"/>
            </a:xfrm>
            <a:custGeom>
              <a:avLst/>
              <a:gdLst/>
              <a:ahLst/>
              <a:cxnLst/>
              <a:rect l="l" t="t" r="r" b="b"/>
              <a:pathLst>
                <a:path w="133540" h="133164" extrusionOk="0">
                  <a:moveTo>
                    <a:pt x="124701" y="41943"/>
                  </a:moveTo>
                  <a:lnTo>
                    <a:pt x="91598" y="41943"/>
                  </a:lnTo>
                  <a:lnTo>
                    <a:pt x="91598" y="8840"/>
                  </a:lnTo>
                  <a:cubicBezTo>
                    <a:pt x="91598" y="3950"/>
                    <a:pt x="87648" y="0"/>
                    <a:pt x="82758" y="0"/>
                  </a:cubicBezTo>
                  <a:lnTo>
                    <a:pt x="50783" y="0"/>
                  </a:lnTo>
                  <a:cubicBezTo>
                    <a:pt x="45893" y="0"/>
                    <a:pt x="41943" y="3950"/>
                    <a:pt x="41943" y="8840"/>
                  </a:cubicBezTo>
                  <a:lnTo>
                    <a:pt x="41943" y="41943"/>
                  </a:lnTo>
                  <a:lnTo>
                    <a:pt x="8840" y="41943"/>
                  </a:lnTo>
                  <a:cubicBezTo>
                    <a:pt x="3950" y="41943"/>
                    <a:pt x="0" y="45893"/>
                    <a:pt x="0" y="50783"/>
                  </a:cubicBezTo>
                  <a:lnTo>
                    <a:pt x="0" y="82570"/>
                  </a:lnTo>
                  <a:cubicBezTo>
                    <a:pt x="0" y="87460"/>
                    <a:pt x="3950" y="91410"/>
                    <a:pt x="8840" y="91410"/>
                  </a:cubicBezTo>
                  <a:lnTo>
                    <a:pt x="41943" y="91410"/>
                  </a:lnTo>
                  <a:lnTo>
                    <a:pt x="41943" y="124325"/>
                  </a:lnTo>
                  <a:cubicBezTo>
                    <a:pt x="41943" y="129215"/>
                    <a:pt x="45893" y="133165"/>
                    <a:pt x="50783" y="133165"/>
                  </a:cubicBezTo>
                  <a:lnTo>
                    <a:pt x="82758" y="133165"/>
                  </a:lnTo>
                  <a:cubicBezTo>
                    <a:pt x="87648" y="133165"/>
                    <a:pt x="91598" y="129215"/>
                    <a:pt x="91598" y="124325"/>
                  </a:cubicBezTo>
                  <a:lnTo>
                    <a:pt x="91598" y="91410"/>
                  </a:lnTo>
                  <a:lnTo>
                    <a:pt x="124701" y="91410"/>
                  </a:lnTo>
                  <a:cubicBezTo>
                    <a:pt x="129591" y="91410"/>
                    <a:pt x="133541" y="87460"/>
                    <a:pt x="133541" y="82570"/>
                  </a:cubicBezTo>
                  <a:lnTo>
                    <a:pt x="133541" y="50783"/>
                  </a:lnTo>
                  <a:cubicBezTo>
                    <a:pt x="133541" y="45893"/>
                    <a:pt x="129591" y="41943"/>
                    <a:pt x="124701" y="41943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" name="Google Shape;1475;p52">
              <a:extLst>
                <a:ext uri="{FF2B5EF4-FFF2-40B4-BE49-F238E27FC236}">
                  <a16:creationId xmlns:a16="http://schemas.microsoft.com/office/drawing/2014/main" id="{06336F1C-A18A-2033-C9E9-6EA378B8D0A3}"/>
                </a:ext>
              </a:extLst>
            </p:cNvPr>
            <p:cNvSpPr/>
            <p:nvPr/>
          </p:nvSpPr>
          <p:spPr>
            <a:xfrm>
              <a:off x="6101437" y="2988137"/>
              <a:ext cx="63707" cy="62387"/>
            </a:xfrm>
            <a:custGeom>
              <a:avLst/>
              <a:gdLst/>
              <a:ahLst/>
              <a:cxnLst/>
              <a:rect l="l" t="t" r="r" b="b"/>
              <a:pathLst>
                <a:path w="72601" h="71096" extrusionOk="0">
                  <a:moveTo>
                    <a:pt x="3574" y="0"/>
                  </a:moveTo>
                  <a:lnTo>
                    <a:pt x="68839" y="0"/>
                  </a:lnTo>
                  <a:cubicBezTo>
                    <a:pt x="70908" y="0"/>
                    <a:pt x="72601" y="1693"/>
                    <a:pt x="72601" y="3762"/>
                  </a:cubicBezTo>
                  <a:lnTo>
                    <a:pt x="72601" y="67335"/>
                  </a:lnTo>
                  <a:cubicBezTo>
                    <a:pt x="72601" y="69404"/>
                    <a:pt x="70908" y="71096"/>
                    <a:pt x="68839" y="71096"/>
                  </a:cubicBezTo>
                  <a:lnTo>
                    <a:pt x="3574" y="71096"/>
                  </a:lnTo>
                  <a:cubicBezTo>
                    <a:pt x="1505" y="71096"/>
                    <a:pt x="0" y="69404"/>
                    <a:pt x="0" y="67523"/>
                  </a:cubicBezTo>
                  <a:lnTo>
                    <a:pt x="0" y="3950"/>
                  </a:lnTo>
                  <a:cubicBezTo>
                    <a:pt x="0" y="1881"/>
                    <a:pt x="1693" y="188"/>
                    <a:pt x="3762" y="18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" name="Google Shape;1476;p52">
              <a:extLst>
                <a:ext uri="{FF2B5EF4-FFF2-40B4-BE49-F238E27FC236}">
                  <a16:creationId xmlns:a16="http://schemas.microsoft.com/office/drawing/2014/main" id="{5458CCCA-8540-3487-F27D-DE06C7688874}"/>
                </a:ext>
              </a:extLst>
            </p:cNvPr>
            <p:cNvSpPr/>
            <p:nvPr/>
          </p:nvSpPr>
          <p:spPr>
            <a:xfrm>
              <a:off x="6101437" y="3079981"/>
              <a:ext cx="63707" cy="62387"/>
            </a:xfrm>
            <a:custGeom>
              <a:avLst/>
              <a:gdLst/>
              <a:ahLst/>
              <a:cxnLst/>
              <a:rect l="l" t="t" r="r" b="b"/>
              <a:pathLst>
                <a:path w="72601" h="71096" extrusionOk="0">
                  <a:moveTo>
                    <a:pt x="3574" y="0"/>
                  </a:moveTo>
                  <a:lnTo>
                    <a:pt x="68839" y="0"/>
                  </a:lnTo>
                  <a:cubicBezTo>
                    <a:pt x="70908" y="0"/>
                    <a:pt x="72601" y="1693"/>
                    <a:pt x="72601" y="3762"/>
                  </a:cubicBezTo>
                  <a:lnTo>
                    <a:pt x="72601" y="67335"/>
                  </a:lnTo>
                  <a:cubicBezTo>
                    <a:pt x="72601" y="69404"/>
                    <a:pt x="70908" y="71096"/>
                    <a:pt x="68839" y="71096"/>
                  </a:cubicBezTo>
                  <a:lnTo>
                    <a:pt x="3574" y="71096"/>
                  </a:lnTo>
                  <a:cubicBezTo>
                    <a:pt x="1505" y="71096"/>
                    <a:pt x="0" y="69404"/>
                    <a:pt x="0" y="67523"/>
                  </a:cubicBezTo>
                  <a:lnTo>
                    <a:pt x="0" y="3950"/>
                  </a:lnTo>
                  <a:cubicBezTo>
                    <a:pt x="0" y="1881"/>
                    <a:pt x="1693" y="188"/>
                    <a:pt x="3762" y="18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" name="Google Shape;1477;p52">
              <a:extLst>
                <a:ext uri="{FF2B5EF4-FFF2-40B4-BE49-F238E27FC236}">
                  <a16:creationId xmlns:a16="http://schemas.microsoft.com/office/drawing/2014/main" id="{72B108D5-BF8F-F483-C0D3-603D9C113032}"/>
                </a:ext>
              </a:extLst>
            </p:cNvPr>
            <p:cNvSpPr/>
            <p:nvPr/>
          </p:nvSpPr>
          <p:spPr>
            <a:xfrm>
              <a:off x="6101272" y="3171661"/>
              <a:ext cx="63707" cy="62387"/>
            </a:xfrm>
            <a:custGeom>
              <a:avLst/>
              <a:gdLst/>
              <a:ahLst/>
              <a:cxnLst/>
              <a:rect l="l" t="t" r="r" b="b"/>
              <a:pathLst>
                <a:path w="72601" h="71096" extrusionOk="0">
                  <a:moveTo>
                    <a:pt x="3574" y="0"/>
                  </a:moveTo>
                  <a:lnTo>
                    <a:pt x="68839" y="0"/>
                  </a:lnTo>
                  <a:cubicBezTo>
                    <a:pt x="70908" y="0"/>
                    <a:pt x="72601" y="1693"/>
                    <a:pt x="72601" y="3762"/>
                  </a:cubicBezTo>
                  <a:lnTo>
                    <a:pt x="72601" y="67335"/>
                  </a:lnTo>
                  <a:cubicBezTo>
                    <a:pt x="72601" y="69404"/>
                    <a:pt x="70908" y="71096"/>
                    <a:pt x="68839" y="71096"/>
                  </a:cubicBezTo>
                  <a:lnTo>
                    <a:pt x="3574" y="71096"/>
                  </a:lnTo>
                  <a:cubicBezTo>
                    <a:pt x="1505" y="71096"/>
                    <a:pt x="0" y="69404"/>
                    <a:pt x="0" y="67523"/>
                  </a:cubicBezTo>
                  <a:lnTo>
                    <a:pt x="0" y="3950"/>
                  </a:lnTo>
                  <a:cubicBezTo>
                    <a:pt x="0" y="1881"/>
                    <a:pt x="1693" y="376"/>
                    <a:pt x="3574" y="37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" name="Google Shape;1478;p52">
              <a:extLst>
                <a:ext uri="{FF2B5EF4-FFF2-40B4-BE49-F238E27FC236}">
                  <a16:creationId xmlns:a16="http://schemas.microsoft.com/office/drawing/2014/main" id="{5555BD99-8EBE-2393-46B2-AFC66F98885E}"/>
                </a:ext>
              </a:extLst>
            </p:cNvPr>
            <p:cNvSpPr/>
            <p:nvPr/>
          </p:nvSpPr>
          <p:spPr>
            <a:xfrm>
              <a:off x="6101437" y="3263506"/>
              <a:ext cx="63707" cy="62387"/>
            </a:xfrm>
            <a:custGeom>
              <a:avLst/>
              <a:gdLst/>
              <a:ahLst/>
              <a:cxnLst/>
              <a:rect l="l" t="t" r="r" b="b"/>
              <a:pathLst>
                <a:path w="72601" h="71096" extrusionOk="0">
                  <a:moveTo>
                    <a:pt x="3574" y="0"/>
                  </a:moveTo>
                  <a:lnTo>
                    <a:pt x="68839" y="0"/>
                  </a:lnTo>
                  <a:cubicBezTo>
                    <a:pt x="70908" y="0"/>
                    <a:pt x="72601" y="1693"/>
                    <a:pt x="72601" y="3762"/>
                  </a:cubicBezTo>
                  <a:lnTo>
                    <a:pt x="72601" y="67335"/>
                  </a:lnTo>
                  <a:cubicBezTo>
                    <a:pt x="72601" y="69404"/>
                    <a:pt x="70908" y="71096"/>
                    <a:pt x="68839" y="71096"/>
                  </a:cubicBezTo>
                  <a:lnTo>
                    <a:pt x="3574" y="71096"/>
                  </a:lnTo>
                  <a:cubicBezTo>
                    <a:pt x="1505" y="71096"/>
                    <a:pt x="0" y="69404"/>
                    <a:pt x="0" y="67523"/>
                  </a:cubicBezTo>
                  <a:lnTo>
                    <a:pt x="0" y="3950"/>
                  </a:lnTo>
                  <a:cubicBezTo>
                    <a:pt x="0" y="1881"/>
                    <a:pt x="1693" y="188"/>
                    <a:pt x="3762" y="18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" name="Google Shape;1479;p52">
              <a:extLst>
                <a:ext uri="{FF2B5EF4-FFF2-40B4-BE49-F238E27FC236}">
                  <a16:creationId xmlns:a16="http://schemas.microsoft.com/office/drawing/2014/main" id="{D8B3143E-9BF4-1839-DA32-48C7677D1710}"/>
                </a:ext>
              </a:extLst>
            </p:cNvPr>
            <p:cNvSpPr/>
            <p:nvPr/>
          </p:nvSpPr>
          <p:spPr>
            <a:xfrm>
              <a:off x="6101437" y="3355186"/>
              <a:ext cx="63707" cy="62387"/>
            </a:xfrm>
            <a:custGeom>
              <a:avLst/>
              <a:gdLst/>
              <a:ahLst/>
              <a:cxnLst/>
              <a:rect l="l" t="t" r="r" b="b"/>
              <a:pathLst>
                <a:path w="72601" h="71096" extrusionOk="0">
                  <a:moveTo>
                    <a:pt x="3574" y="0"/>
                  </a:moveTo>
                  <a:lnTo>
                    <a:pt x="68839" y="0"/>
                  </a:lnTo>
                  <a:cubicBezTo>
                    <a:pt x="70908" y="0"/>
                    <a:pt x="72601" y="1693"/>
                    <a:pt x="72601" y="3762"/>
                  </a:cubicBezTo>
                  <a:lnTo>
                    <a:pt x="72601" y="67335"/>
                  </a:lnTo>
                  <a:cubicBezTo>
                    <a:pt x="72601" y="69404"/>
                    <a:pt x="70908" y="71096"/>
                    <a:pt x="68839" y="71096"/>
                  </a:cubicBezTo>
                  <a:lnTo>
                    <a:pt x="3574" y="71096"/>
                  </a:lnTo>
                  <a:cubicBezTo>
                    <a:pt x="1505" y="71096"/>
                    <a:pt x="0" y="69404"/>
                    <a:pt x="0" y="67523"/>
                  </a:cubicBezTo>
                  <a:lnTo>
                    <a:pt x="0" y="3950"/>
                  </a:lnTo>
                  <a:cubicBezTo>
                    <a:pt x="0" y="1881"/>
                    <a:pt x="1693" y="188"/>
                    <a:pt x="3762" y="18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" name="Google Shape;1480;p52">
              <a:extLst>
                <a:ext uri="{FF2B5EF4-FFF2-40B4-BE49-F238E27FC236}">
                  <a16:creationId xmlns:a16="http://schemas.microsoft.com/office/drawing/2014/main" id="{91DE0B53-6A66-2A43-3F66-9174DDCC50CA}"/>
                </a:ext>
              </a:extLst>
            </p:cNvPr>
            <p:cNvSpPr/>
            <p:nvPr/>
          </p:nvSpPr>
          <p:spPr>
            <a:xfrm>
              <a:off x="6101437" y="3447031"/>
              <a:ext cx="63707" cy="62387"/>
            </a:xfrm>
            <a:custGeom>
              <a:avLst/>
              <a:gdLst/>
              <a:ahLst/>
              <a:cxnLst/>
              <a:rect l="l" t="t" r="r" b="b"/>
              <a:pathLst>
                <a:path w="72601" h="71096" extrusionOk="0">
                  <a:moveTo>
                    <a:pt x="3574" y="0"/>
                  </a:moveTo>
                  <a:lnTo>
                    <a:pt x="68839" y="0"/>
                  </a:lnTo>
                  <a:cubicBezTo>
                    <a:pt x="70908" y="0"/>
                    <a:pt x="72601" y="1693"/>
                    <a:pt x="72601" y="3762"/>
                  </a:cubicBezTo>
                  <a:lnTo>
                    <a:pt x="72601" y="67335"/>
                  </a:lnTo>
                  <a:cubicBezTo>
                    <a:pt x="72601" y="69404"/>
                    <a:pt x="70908" y="71096"/>
                    <a:pt x="68839" y="71096"/>
                  </a:cubicBezTo>
                  <a:lnTo>
                    <a:pt x="3574" y="71096"/>
                  </a:lnTo>
                  <a:cubicBezTo>
                    <a:pt x="1505" y="71096"/>
                    <a:pt x="0" y="69404"/>
                    <a:pt x="0" y="67523"/>
                  </a:cubicBezTo>
                  <a:lnTo>
                    <a:pt x="0" y="3950"/>
                  </a:lnTo>
                  <a:cubicBezTo>
                    <a:pt x="0" y="1881"/>
                    <a:pt x="1693" y="188"/>
                    <a:pt x="3762" y="18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" name="Google Shape;1481;p52">
              <a:extLst>
                <a:ext uri="{FF2B5EF4-FFF2-40B4-BE49-F238E27FC236}">
                  <a16:creationId xmlns:a16="http://schemas.microsoft.com/office/drawing/2014/main" id="{96621B7C-C27A-EC0A-FFD7-C2AF708CC17F}"/>
                </a:ext>
              </a:extLst>
            </p:cNvPr>
            <p:cNvSpPr/>
            <p:nvPr/>
          </p:nvSpPr>
          <p:spPr>
            <a:xfrm>
              <a:off x="6142733" y="2637276"/>
              <a:ext cx="52606" cy="185016"/>
            </a:xfrm>
            <a:custGeom>
              <a:avLst/>
              <a:gdLst/>
              <a:ahLst/>
              <a:cxnLst/>
              <a:rect l="l" t="t" r="r" b="b"/>
              <a:pathLst>
                <a:path w="59950" h="210844" extrusionOk="0">
                  <a:moveTo>
                    <a:pt x="50971" y="210656"/>
                  </a:moveTo>
                  <a:cubicBezTo>
                    <a:pt x="50971" y="210656"/>
                    <a:pt x="49090" y="210656"/>
                    <a:pt x="48150" y="210280"/>
                  </a:cubicBezTo>
                  <a:cubicBezTo>
                    <a:pt x="46645" y="209716"/>
                    <a:pt x="9216" y="196738"/>
                    <a:pt x="7523" y="149340"/>
                  </a:cubicBezTo>
                  <a:cubicBezTo>
                    <a:pt x="6959" y="136550"/>
                    <a:pt x="12790" y="120375"/>
                    <a:pt x="18997" y="103259"/>
                  </a:cubicBezTo>
                  <a:cubicBezTo>
                    <a:pt x="26332" y="82946"/>
                    <a:pt x="34608" y="59999"/>
                    <a:pt x="31598" y="43448"/>
                  </a:cubicBezTo>
                  <a:cubicBezTo>
                    <a:pt x="27272" y="18997"/>
                    <a:pt x="10721" y="17868"/>
                    <a:pt x="8840" y="17868"/>
                  </a:cubicBezTo>
                  <a:cubicBezTo>
                    <a:pt x="3950" y="17868"/>
                    <a:pt x="0" y="13730"/>
                    <a:pt x="0" y="8840"/>
                  </a:cubicBezTo>
                  <a:cubicBezTo>
                    <a:pt x="0" y="3950"/>
                    <a:pt x="3950" y="0"/>
                    <a:pt x="8840" y="0"/>
                  </a:cubicBezTo>
                  <a:cubicBezTo>
                    <a:pt x="20313" y="0"/>
                    <a:pt x="43448" y="8464"/>
                    <a:pt x="49278" y="40438"/>
                  </a:cubicBezTo>
                  <a:cubicBezTo>
                    <a:pt x="53040" y="61504"/>
                    <a:pt x="44012" y="87084"/>
                    <a:pt x="35924" y="109466"/>
                  </a:cubicBezTo>
                  <a:cubicBezTo>
                    <a:pt x="30470" y="124889"/>
                    <a:pt x="25015" y="139560"/>
                    <a:pt x="25392" y="148964"/>
                  </a:cubicBezTo>
                  <a:cubicBezTo>
                    <a:pt x="26708" y="183948"/>
                    <a:pt x="53416" y="193352"/>
                    <a:pt x="53793" y="193352"/>
                  </a:cubicBezTo>
                  <a:cubicBezTo>
                    <a:pt x="58495" y="194857"/>
                    <a:pt x="61128" y="199935"/>
                    <a:pt x="59435" y="204637"/>
                  </a:cubicBezTo>
                  <a:cubicBezTo>
                    <a:pt x="58118" y="208399"/>
                    <a:pt x="54733" y="210844"/>
                    <a:pt x="50971" y="210844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" name="Google Shape;1482;p52">
              <a:extLst>
                <a:ext uri="{FF2B5EF4-FFF2-40B4-BE49-F238E27FC236}">
                  <a16:creationId xmlns:a16="http://schemas.microsoft.com/office/drawing/2014/main" id="{E444C3E6-3F9C-4EF8-6A39-9BDC5964F768}"/>
                </a:ext>
              </a:extLst>
            </p:cNvPr>
            <p:cNvSpPr/>
            <p:nvPr/>
          </p:nvSpPr>
          <p:spPr>
            <a:xfrm>
              <a:off x="6112340" y="2610351"/>
              <a:ext cx="27727" cy="49678"/>
            </a:xfrm>
            <a:custGeom>
              <a:avLst/>
              <a:gdLst/>
              <a:ahLst/>
              <a:cxnLst/>
              <a:rect l="l" t="t" r="r" b="b"/>
              <a:pathLst>
                <a:path w="31598" h="56613" extrusionOk="0">
                  <a:moveTo>
                    <a:pt x="31598" y="40815"/>
                  </a:moveTo>
                  <a:cubicBezTo>
                    <a:pt x="31598" y="49467"/>
                    <a:pt x="24639" y="56614"/>
                    <a:pt x="15799" y="56614"/>
                  </a:cubicBezTo>
                  <a:lnTo>
                    <a:pt x="15799" y="56614"/>
                  </a:lnTo>
                  <a:cubicBezTo>
                    <a:pt x="7147" y="56614"/>
                    <a:pt x="0" y="49467"/>
                    <a:pt x="0" y="40815"/>
                  </a:cubicBezTo>
                  <a:lnTo>
                    <a:pt x="0" y="15799"/>
                  </a:lnTo>
                  <a:cubicBezTo>
                    <a:pt x="0" y="7147"/>
                    <a:pt x="7147" y="0"/>
                    <a:pt x="15799" y="0"/>
                  </a:cubicBezTo>
                  <a:lnTo>
                    <a:pt x="15799" y="0"/>
                  </a:lnTo>
                  <a:cubicBezTo>
                    <a:pt x="24451" y="0"/>
                    <a:pt x="31598" y="6959"/>
                    <a:pt x="31598" y="15799"/>
                  </a:cubicBezTo>
                  <a:lnTo>
                    <a:pt x="31598" y="40815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" name="Google Shape;1483;p52">
              <a:extLst>
                <a:ext uri="{FF2B5EF4-FFF2-40B4-BE49-F238E27FC236}">
                  <a16:creationId xmlns:a16="http://schemas.microsoft.com/office/drawing/2014/main" id="{1B7974D7-4867-19B6-7A5A-3B2D89B0C367}"/>
                </a:ext>
              </a:extLst>
            </p:cNvPr>
            <p:cNvSpPr/>
            <p:nvPr/>
          </p:nvSpPr>
          <p:spPr>
            <a:xfrm>
              <a:off x="6120929" y="3148535"/>
              <a:ext cx="11883" cy="51493"/>
            </a:xfrm>
            <a:custGeom>
              <a:avLst/>
              <a:gdLst/>
              <a:ahLst/>
              <a:cxnLst/>
              <a:rect l="l" t="t" r="r" b="b"/>
              <a:pathLst>
                <a:path w="13542" h="58682" extrusionOk="0">
                  <a:moveTo>
                    <a:pt x="13542" y="51912"/>
                  </a:moveTo>
                  <a:cubicBezTo>
                    <a:pt x="13542" y="55673"/>
                    <a:pt x="10533" y="58683"/>
                    <a:pt x="6771" y="58683"/>
                  </a:cubicBezTo>
                  <a:lnTo>
                    <a:pt x="6771" y="58683"/>
                  </a:lnTo>
                  <a:cubicBezTo>
                    <a:pt x="3009" y="58683"/>
                    <a:pt x="0" y="55673"/>
                    <a:pt x="0" y="51912"/>
                  </a:cubicBezTo>
                  <a:lnTo>
                    <a:pt x="0" y="6771"/>
                  </a:lnTo>
                  <a:cubicBezTo>
                    <a:pt x="0" y="3009"/>
                    <a:pt x="3009" y="0"/>
                    <a:pt x="6771" y="0"/>
                  </a:cubicBezTo>
                  <a:lnTo>
                    <a:pt x="6771" y="0"/>
                  </a:lnTo>
                  <a:cubicBezTo>
                    <a:pt x="10533" y="0"/>
                    <a:pt x="13542" y="3009"/>
                    <a:pt x="13542" y="6771"/>
                  </a:cubicBezTo>
                  <a:lnTo>
                    <a:pt x="13542" y="51912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" name="Google Shape;1484;p52">
              <a:extLst>
                <a:ext uri="{FF2B5EF4-FFF2-40B4-BE49-F238E27FC236}">
                  <a16:creationId xmlns:a16="http://schemas.microsoft.com/office/drawing/2014/main" id="{A84B8598-B745-B303-F771-B3F498ECDA93}"/>
                </a:ext>
              </a:extLst>
            </p:cNvPr>
            <p:cNvSpPr/>
            <p:nvPr/>
          </p:nvSpPr>
          <p:spPr>
            <a:xfrm>
              <a:off x="6103089" y="2819974"/>
              <a:ext cx="47532" cy="354021"/>
            </a:xfrm>
            <a:custGeom>
              <a:avLst/>
              <a:gdLst/>
              <a:ahLst/>
              <a:cxnLst/>
              <a:rect l="l" t="t" r="r" b="b"/>
              <a:pathLst>
                <a:path w="54168" h="403443" extrusionOk="0">
                  <a:moveTo>
                    <a:pt x="54169" y="358491"/>
                  </a:moveTo>
                  <a:cubicBezTo>
                    <a:pt x="54169" y="368460"/>
                    <a:pt x="46081" y="403444"/>
                    <a:pt x="36112" y="403444"/>
                  </a:cubicBezTo>
                  <a:lnTo>
                    <a:pt x="18056" y="403444"/>
                  </a:lnTo>
                  <a:cubicBezTo>
                    <a:pt x="8088" y="403444"/>
                    <a:pt x="0" y="368460"/>
                    <a:pt x="0" y="358491"/>
                  </a:cubicBezTo>
                  <a:lnTo>
                    <a:pt x="0" y="18056"/>
                  </a:lnTo>
                  <a:cubicBezTo>
                    <a:pt x="0" y="8088"/>
                    <a:pt x="8088" y="0"/>
                    <a:pt x="18056" y="0"/>
                  </a:cubicBezTo>
                  <a:lnTo>
                    <a:pt x="36112" y="0"/>
                  </a:lnTo>
                  <a:cubicBezTo>
                    <a:pt x="46081" y="0"/>
                    <a:pt x="54169" y="8088"/>
                    <a:pt x="54169" y="18056"/>
                  </a:cubicBezTo>
                  <a:lnTo>
                    <a:pt x="54169" y="35830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" name="Google Shape;1485;p52">
              <a:extLst>
                <a:ext uri="{FF2B5EF4-FFF2-40B4-BE49-F238E27FC236}">
                  <a16:creationId xmlns:a16="http://schemas.microsoft.com/office/drawing/2014/main" id="{1329151F-F60C-BB39-51A2-DF1F144214D2}"/>
                </a:ext>
              </a:extLst>
            </p:cNvPr>
            <p:cNvSpPr/>
            <p:nvPr/>
          </p:nvSpPr>
          <p:spPr>
            <a:xfrm>
              <a:off x="6103089" y="2633146"/>
              <a:ext cx="47532" cy="330255"/>
            </a:xfrm>
            <a:custGeom>
              <a:avLst/>
              <a:gdLst/>
              <a:ahLst/>
              <a:cxnLst/>
              <a:rect l="l" t="t" r="r" b="b"/>
              <a:pathLst>
                <a:path w="54168" h="376359" extrusionOk="0">
                  <a:moveTo>
                    <a:pt x="18244" y="0"/>
                  </a:moveTo>
                  <a:lnTo>
                    <a:pt x="36301" y="0"/>
                  </a:lnTo>
                  <a:cubicBezTo>
                    <a:pt x="46269" y="0"/>
                    <a:pt x="54169" y="8088"/>
                    <a:pt x="54169" y="17868"/>
                  </a:cubicBezTo>
                  <a:lnTo>
                    <a:pt x="54169" y="358303"/>
                  </a:lnTo>
                  <a:cubicBezTo>
                    <a:pt x="54169" y="368272"/>
                    <a:pt x="46081" y="376360"/>
                    <a:pt x="36112" y="376360"/>
                  </a:cubicBezTo>
                  <a:lnTo>
                    <a:pt x="18056" y="376360"/>
                  </a:lnTo>
                  <a:cubicBezTo>
                    <a:pt x="8088" y="376360"/>
                    <a:pt x="0" y="368272"/>
                    <a:pt x="0" y="358303"/>
                  </a:cubicBezTo>
                  <a:lnTo>
                    <a:pt x="0" y="18056"/>
                  </a:lnTo>
                  <a:cubicBezTo>
                    <a:pt x="0" y="8088"/>
                    <a:pt x="8088" y="0"/>
                    <a:pt x="1805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" name="Google Shape;1486;p52">
              <a:extLst>
                <a:ext uri="{FF2B5EF4-FFF2-40B4-BE49-F238E27FC236}">
                  <a16:creationId xmlns:a16="http://schemas.microsoft.com/office/drawing/2014/main" id="{CC3FB326-C1DC-5625-DCAC-BF51C799E0DB}"/>
                </a:ext>
              </a:extLst>
            </p:cNvPr>
            <p:cNvSpPr/>
            <p:nvPr/>
          </p:nvSpPr>
          <p:spPr>
            <a:xfrm>
              <a:off x="6103254" y="2947996"/>
              <a:ext cx="47367" cy="19475"/>
            </a:xfrm>
            <a:custGeom>
              <a:avLst/>
              <a:gdLst/>
              <a:ahLst/>
              <a:cxnLst/>
              <a:rect l="l" t="t" r="r" b="b"/>
              <a:pathLst>
                <a:path w="53980" h="22194" extrusionOk="0">
                  <a:moveTo>
                    <a:pt x="0" y="0"/>
                  </a:moveTo>
                  <a:lnTo>
                    <a:pt x="53981" y="0"/>
                  </a:lnTo>
                  <a:lnTo>
                    <a:pt x="53981" y="22194"/>
                  </a:lnTo>
                  <a:lnTo>
                    <a:pt x="0" y="22194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49" name="Google Shape;1349;p52"/>
          <p:cNvGrpSpPr/>
          <p:nvPr/>
        </p:nvGrpSpPr>
        <p:grpSpPr>
          <a:xfrm>
            <a:off x="720012" y="3073538"/>
            <a:ext cx="559640" cy="873379"/>
            <a:chOff x="720012" y="3073538"/>
            <a:chExt cx="559640" cy="873379"/>
          </a:xfrm>
        </p:grpSpPr>
        <p:sp>
          <p:nvSpPr>
            <p:cNvPr id="1350" name="Google Shape;1350;p52"/>
            <p:cNvSpPr/>
            <p:nvPr/>
          </p:nvSpPr>
          <p:spPr>
            <a:xfrm>
              <a:off x="1150978" y="3401679"/>
              <a:ext cx="118492" cy="47570"/>
            </a:xfrm>
            <a:custGeom>
              <a:avLst/>
              <a:gdLst/>
              <a:ahLst/>
              <a:cxnLst/>
              <a:rect l="l" t="t" r="r" b="b"/>
              <a:pathLst>
                <a:path w="789171" h="316820" extrusionOk="0">
                  <a:moveTo>
                    <a:pt x="0" y="92090"/>
                  </a:moveTo>
                  <a:cubicBezTo>
                    <a:pt x="238154" y="146830"/>
                    <a:pt x="593607" y="3227"/>
                    <a:pt x="638038" y="28"/>
                  </a:cubicBezTo>
                  <a:cubicBezTo>
                    <a:pt x="682114" y="-2816"/>
                    <a:pt x="836381" y="212589"/>
                    <a:pt x="774888" y="274082"/>
                  </a:cubicBezTo>
                  <a:cubicBezTo>
                    <a:pt x="713394" y="335576"/>
                    <a:pt x="136494" y="370054"/>
                    <a:pt x="356" y="9209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51" name="Google Shape;1351;p52"/>
            <p:cNvSpPr/>
            <p:nvPr/>
          </p:nvSpPr>
          <p:spPr>
            <a:xfrm>
              <a:off x="1170868" y="3413714"/>
              <a:ext cx="98640" cy="35553"/>
            </a:xfrm>
            <a:custGeom>
              <a:avLst/>
              <a:gdLst/>
              <a:ahLst/>
              <a:cxnLst/>
              <a:rect l="l" t="t" r="r" b="b"/>
              <a:pathLst>
                <a:path w="656957" h="236786" extrusionOk="0">
                  <a:moveTo>
                    <a:pt x="0" y="146447"/>
                  </a:moveTo>
                  <a:cubicBezTo>
                    <a:pt x="220025" y="274410"/>
                    <a:pt x="593606" y="243130"/>
                    <a:pt x="642659" y="194077"/>
                  </a:cubicBezTo>
                  <a:cubicBezTo>
                    <a:pt x="658299" y="178437"/>
                    <a:pt x="660076" y="152845"/>
                    <a:pt x="652967" y="123342"/>
                  </a:cubicBezTo>
                  <a:cubicBezTo>
                    <a:pt x="572279" y="143959"/>
                    <a:pt x="480928" y="181992"/>
                    <a:pt x="445383" y="181281"/>
                  </a:cubicBezTo>
                  <a:cubicBezTo>
                    <a:pt x="339102" y="178793"/>
                    <a:pt x="268012" y="84242"/>
                    <a:pt x="205452" y="0"/>
                  </a:cubicBezTo>
                  <a:cubicBezTo>
                    <a:pt x="185546" y="3910"/>
                    <a:pt x="164930" y="7820"/>
                    <a:pt x="144314" y="11019"/>
                  </a:cubicBezTo>
                  <a:lnTo>
                    <a:pt x="356" y="146447"/>
                  </a:lnTo>
                  <a:close/>
                </a:path>
              </a:pathLst>
            </a:custGeom>
            <a:solidFill>
              <a:srgbClr val="191919">
                <a:alpha val="1125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52" name="Google Shape;1352;p52"/>
            <p:cNvSpPr/>
            <p:nvPr/>
          </p:nvSpPr>
          <p:spPr>
            <a:xfrm>
              <a:off x="971145" y="3221487"/>
              <a:ext cx="125013" cy="132553"/>
            </a:xfrm>
            <a:custGeom>
              <a:avLst/>
              <a:gdLst/>
              <a:ahLst/>
              <a:cxnLst/>
              <a:rect l="l" t="t" r="r" b="b"/>
              <a:pathLst>
                <a:path w="832601" h="882818" extrusionOk="0">
                  <a:moveTo>
                    <a:pt x="832602" y="737235"/>
                  </a:moveTo>
                  <a:cubicBezTo>
                    <a:pt x="746582" y="641263"/>
                    <a:pt x="532955" y="625623"/>
                    <a:pt x="416366" y="441143"/>
                  </a:cubicBezTo>
                  <a:cubicBezTo>
                    <a:pt x="355584" y="344815"/>
                    <a:pt x="308309" y="157847"/>
                    <a:pt x="252147" y="70761"/>
                  </a:cubicBezTo>
                  <a:cubicBezTo>
                    <a:pt x="161151" y="-71776"/>
                    <a:pt x="12927" y="24196"/>
                    <a:pt x="486" y="154648"/>
                  </a:cubicBezTo>
                  <a:cubicBezTo>
                    <a:pt x="-10888" y="273369"/>
                    <a:pt x="180346" y="671121"/>
                    <a:pt x="249659" y="768515"/>
                  </a:cubicBezTo>
                  <a:cubicBezTo>
                    <a:pt x="355939" y="918516"/>
                    <a:pt x="644567" y="933445"/>
                    <a:pt x="832602" y="73759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53" name="Google Shape;1353;p52"/>
            <p:cNvSpPr/>
            <p:nvPr/>
          </p:nvSpPr>
          <p:spPr>
            <a:xfrm>
              <a:off x="984585" y="3237532"/>
              <a:ext cx="85873" cy="116406"/>
            </a:xfrm>
            <a:custGeom>
              <a:avLst/>
              <a:gdLst/>
              <a:ahLst/>
              <a:cxnLst/>
              <a:rect l="l" t="t" r="r" b="b"/>
              <a:pathLst>
                <a:path w="571923" h="775277" extrusionOk="0">
                  <a:moveTo>
                    <a:pt x="459956" y="772755"/>
                  </a:moveTo>
                  <a:cubicBezTo>
                    <a:pt x="530336" y="713039"/>
                    <a:pt x="563038" y="623820"/>
                    <a:pt x="571924" y="527848"/>
                  </a:cubicBezTo>
                  <a:cubicBezTo>
                    <a:pt x="485904" y="486971"/>
                    <a:pt x="391354" y="436496"/>
                    <a:pt x="326661" y="334126"/>
                  </a:cubicBezTo>
                  <a:cubicBezTo>
                    <a:pt x="273343" y="249528"/>
                    <a:pt x="230334" y="95261"/>
                    <a:pt x="182703" y="0"/>
                  </a:cubicBezTo>
                  <a:cubicBezTo>
                    <a:pt x="169196" y="15995"/>
                    <a:pt x="158532" y="35190"/>
                    <a:pt x="152489" y="57939"/>
                  </a:cubicBezTo>
                  <a:cubicBezTo>
                    <a:pt x="124409" y="163508"/>
                    <a:pt x="204030" y="267656"/>
                    <a:pt x="237087" y="359007"/>
                  </a:cubicBezTo>
                  <a:cubicBezTo>
                    <a:pt x="261258" y="425833"/>
                    <a:pt x="281874" y="596095"/>
                    <a:pt x="153911" y="569791"/>
                  </a:cubicBezTo>
                  <a:cubicBezTo>
                    <a:pt x="82465" y="555218"/>
                    <a:pt x="0" y="350121"/>
                    <a:pt x="0" y="350121"/>
                  </a:cubicBezTo>
                  <a:cubicBezTo>
                    <a:pt x="56162" y="480572"/>
                    <a:pt x="124409" y="611024"/>
                    <a:pt x="159954" y="661143"/>
                  </a:cubicBezTo>
                  <a:cubicBezTo>
                    <a:pt x="219315" y="745029"/>
                    <a:pt x="335903" y="786262"/>
                    <a:pt x="459601" y="772755"/>
                  </a:cubicBezTo>
                  <a:close/>
                </a:path>
              </a:pathLst>
            </a:custGeom>
            <a:solidFill>
              <a:srgbClr val="004056">
                <a:alpha val="298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54" name="Google Shape;1354;p52"/>
            <p:cNvSpPr/>
            <p:nvPr/>
          </p:nvSpPr>
          <p:spPr>
            <a:xfrm>
              <a:off x="762397" y="3379734"/>
              <a:ext cx="517011" cy="567183"/>
            </a:xfrm>
            <a:custGeom>
              <a:avLst/>
              <a:gdLst/>
              <a:ahLst/>
              <a:cxnLst/>
              <a:rect l="l" t="t" r="r" b="b"/>
              <a:pathLst>
                <a:path w="3443354" h="3777503" extrusionOk="0">
                  <a:moveTo>
                    <a:pt x="120682" y="782884"/>
                  </a:moveTo>
                  <a:cubicBezTo>
                    <a:pt x="-32518" y="952080"/>
                    <a:pt x="-12257" y="1396396"/>
                    <a:pt x="32174" y="1612156"/>
                  </a:cubicBezTo>
                  <a:cubicBezTo>
                    <a:pt x="86914" y="1878035"/>
                    <a:pt x="277792" y="2168795"/>
                    <a:pt x="430282" y="2394508"/>
                  </a:cubicBezTo>
                  <a:cubicBezTo>
                    <a:pt x="781825" y="2914891"/>
                    <a:pt x="1223653" y="3300203"/>
                    <a:pt x="1787401" y="3593095"/>
                  </a:cubicBezTo>
                  <a:cubicBezTo>
                    <a:pt x="2014891" y="3711106"/>
                    <a:pt x="2339420" y="3814898"/>
                    <a:pt x="2602099" y="3764424"/>
                  </a:cubicBezTo>
                  <a:cubicBezTo>
                    <a:pt x="2886817" y="3709684"/>
                    <a:pt x="3122127" y="3345345"/>
                    <a:pt x="3231962" y="3079821"/>
                  </a:cubicBezTo>
                  <a:cubicBezTo>
                    <a:pt x="3528054" y="2363228"/>
                    <a:pt x="3514902" y="1721636"/>
                    <a:pt x="3181132" y="1023170"/>
                  </a:cubicBezTo>
                  <a:cubicBezTo>
                    <a:pt x="2964306" y="569257"/>
                    <a:pt x="2687408" y="376601"/>
                    <a:pt x="2232073" y="167595"/>
                  </a:cubicBezTo>
                  <a:cubicBezTo>
                    <a:pt x="1870933" y="1598"/>
                    <a:pt x="1308251" y="-57407"/>
                    <a:pt x="932892" y="65580"/>
                  </a:cubicBezTo>
                  <a:cubicBezTo>
                    <a:pt x="759076" y="122453"/>
                    <a:pt x="600188" y="201719"/>
                    <a:pt x="458007" y="319729"/>
                  </a:cubicBezTo>
                  <a:cubicBezTo>
                    <a:pt x="344973" y="413213"/>
                    <a:pt x="258953" y="564280"/>
                    <a:pt x="121038" y="782884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55" name="Google Shape;1355;p52"/>
            <p:cNvSpPr/>
            <p:nvPr/>
          </p:nvSpPr>
          <p:spPr>
            <a:xfrm>
              <a:off x="895503" y="3379734"/>
              <a:ext cx="384149" cy="567129"/>
            </a:xfrm>
            <a:custGeom>
              <a:avLst/>
              <a:gdLst/>
              <a:ahLst/>
              <a:cxnLst/>
              <a:rect l="l" t="t" r="r" b="b"/>
              <a:pathLst>
                <a:path w="2558477" h="3777145" extrusionOk="0">
                  <a:moveTo>
                    <a:pt x="2296254" y="1023170"/>
                  </a:moveTo>
                  <a:cubicBezTo>
                    <a:pt x="2079428" y="569257"/>
                    <a:pt x="1802530" y="376601"/>
                    <a:pt x="1347195" y="167595"/>
                  </a:cubicBezTo>
                  <a:cubicBezTo>
                    <a:pt x="986055" y="1598"/>
                    <a:pt x="423373" y="-57407"/>
                    <a:pt x="48014" y="65580"/>
                  </a:cubicBezTo>
                  <a:cubicBezTo>
                    <a:pt x="39839" y="68424"/>
                    <a:pt x="31664" y="71267"/>
                    <a:pt x="23488" y="74111"/>
                  </a:cubicBezTo>
                  <a:cubicBezTo>
                    <a:pt x="-5304" y="189278"/>
                    <a:pt x="-9213" y="306222"/>
                    <a:pt x="20645" y="415346"/>
                  </a:cubicBezTo>
                  <a:cubicBezTo>
                    <a:pt x="128702" y="807410"/>
                    <a:pt x="568042" y="827671"/>
                    <a:pt x="855248" y="997222"/>
                  </a:cubicBezTo>
                  <a:cubicBezTo>
                    <a:pt x="1553358" y="1409548"/>
                    <a:pt x="1951821" y="2373536"/>
                    <a:pt x="1640088" y="3142381"/>
                  </a:cubicBezTo>
                  <a:cubicBezTo>
                    <a:pt x="1489376" y="3514185"/>
                    <a:pt x="1247313" y="3601627"/>
                    <a:pt x="950865" y="3616911"/>
                  </a:cubicBezTo>
                  <a:cubicBezTo>
                    <a:pt x="1174445" y="3724613"/>
                    <a:pt x="1472670" y="3810988"/>
                    <a:pt x="1717221" y="3764068"/>
                  </a:cubicBezTo>
                  <a:cubicBezTo>
                    <a:pt x="2001939" y="3709329"/>
                    <a:pt x="2237249" y="3344989"/>
                    <a:pt x="2347084" y="3079466"/>
                  </a:cubicBezTo>
                  <a:cubicBezTo>
                    <a:pt x="2643177" y="2362873"/>
                    <a:pt x="2630025" y="1721280"/>
                    <a:pt x="2296254" y="1022815"/>
                  </a:cubicBezTo>
                  <a:close/>
                </a:path>
              </a:pathLst>
            </a:custGeom>
            <a:solidFill>
              <a:srgbClr val="FFFFFF">
                <a:alpha val="15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56" name="Google Shape;1356;p52"/>
            <p:cNvSpPr/>
            <p:nvPr/>
          </p:nvSpPr>
          <p:spPr>
            <a:xfrm>
              <a:off x="1038780" y="3427402"/>
              <a:ext cx="189801" cy="97789"/>
            </a:xfrm>
            <a:custGeom>
              <a:avLst/>
              <a:gdLst/>
              <a:ahLst/>
              <a:cxnLst/>
              <a:rect l="l" t="t" r="r" b="b"/>
              <a:pathLst>
                <a:path w="1264099" h="651287" extrusionOk="0">
                  <a:moveTo>
                    <a:pt x="148" y="13863"/>
                  </a:moveTo>
                  <a:cubicBezTo>
                    <a:pt x="-12293" y="441473"/>
                    <a:pt x="764372" y="407705"/>
                    <a:pt x="1005724" y="529270"/>
                  </a:cubicBezTo>
                  <a:cubicBezTo>
                    <a:pt x="1082147" y="567658"/>
                    <a:pt x="1319945" y="763513"/>
                    <a:pt x="1252053" y="560905"/>
                  </a:cubicBezTo>
                  <a:cubicBezTo>
                    <a:pt x="1169233" y="312799"/>
                    <a:pt x="858922" y="62560"/>
                    <a:pt x="458682" y="0"/>
                  </a:cubicBezTo>
                  <a:lnTo>
                    <a:pt x="148" y="13863"/>
                  </a:lnTo>
                  <a:close/>
                </a:path>
              </a:pathLst>
            </a:custGeom>
            <a:solidFill>
              <a:srgbClr val="191919">
                <a:alpha val="1125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57" name="Google Shape;1357;p52"/>
            <p:cNvSpPr/>
            <p:nvPr/>
          </p:nvSpPr>
          <p:spPr>
            <a:xfrm>
              <a:off x="826052" y="3073538"/>
              <a:ext cx="325440" cy="397437"/>
            </a:xfrm>
            <a:custGeom>
              <a:avLst/>
              <a:gdLst/>
              <a:ahLst/>
              <a:cxnLst/>
              <a:rect l="l" t="t" r="r" b="b"/>
              <a:pathLst>
                <a:path w="2167466" h="2646974" extrusionOk="0">
                  <a:moveTo>
                    <a:pt x="711" y="2568521"/>
                  </a:moveTo>
                  <a:cubicBezTo>
                    <a:pt x="86020" y="2258566"/>
                    <a:pt x="301780" y="1919108"/>
                    <a:pt x="258770" y="1582850"/>
                  </a:cubicBezTo>
                  <a:cubicBezTo>
                    <a:pt x="213983" y="1232728"/>
                    <a:pt x="354387" y="1045405"/>
                    <a:pt x="333059" y="687819"/>
                  </a:cubicBezTo>
                  <a:cubicBezTo>
                    <a:pt x="317064" y="416964"/>
                    <a:pt x="237798" y="242792"/>
                    <a:pt x="491947" y="164948"/>
                  </a:cubicBezTo>
                  <a:cubicBezTo>
                    <a:pt x="756759" y="83904"/>
                    <a:pt x="608891" y="407367"/>
                    <a:pt x="682825" y="528576"/>
                  </a:cubicBezTo>
                  <a:cubicBezTo>
                    <a:pt x="833537" y="775261"/>
                    <a:pt x="944439" y="558079"/>
                    <a:pt x="892542" y="357603"/>
                  </a:cubicBezTo>
                  <a:cubicBezTo>
                    <a:pt x="853798" y="207602"/>
                    <a:pt x="887566" y="37696"/>
                    <a:pt x="1080577" y="153218"/>
                  </a:cubicBezTo>
                  <a:cubicBezTo>
                    <a:pt x="1263280" y="262697"/>
                    <a:pt x="1128563" y="422296"/>
                    <a:pt x="1193611" y="493386"/>
                  </a:cubicBezTo>
                  <a:cubicBezTo>
                    <a:pt x="1350010" y="663648"/>
                    <a:pt x="1344323" y="63999"/>
                    <a:pt x="1393731" y="14236"/>
                  </a:cubicBezTo>
                  <a:cubicBezTo>
                    <a:pt x="1443139" y="-35528"/>
                    <a:pt x="1751672" y="52980"/>
                    <a:pt x="1713639" y="158905"/>
                  </a:cubicBezTo>
                  <a:cubicBezTo>
                    <a:pt x="1652501" y="328101"/>
                    <a:pt x="1577145" y="439357"/>
                    <a:pt x="1839114" y="731184"/>
                  </a:cubicBezTo>
                  <a:cubicBezTo>
                    <a:pt x="2101083" y="1022656"/>
                    <a:pt x="2183192" y="1530954"/>
                    <a:pt x="2165064" y="1865790"/>
                  </a:cubicBezTo>
                  <a:cubicBezTo>
                    <a:pt x="2154401" y="2058801"/>
                    <a:pt x="1679871" y="2219822"/>
                    <a:pt x="1666008" y="1956431"/>
                  </a:cubicBezTo>
                  <a:cubicBezTo>
                    <a:pt x="1640416" y="1477280"/>
                    <a:pt x="1261147" y="801564"/>
                    <a:pt x="1130696" y="1597779"/>
                  </a:cubicBezTo>
                  <a:cubicBezTo>
                    <a:pt x="1100127" y="1783325"/>
                    <a:pt x="1284252" y="1985223"/>
                    <a:pt x="1212450" y="2171125"/>
                  </a:cubicBezTo>
                  <a:cubicBezTo>
                    <a:pt x="1142781" y="2351695"/>
                    <a:pt x="1048586" y="2452288"/>
                    <a:pt x="859485" y="2534397"/>
                  </a:cubicBezTo>
                  <a:cubicBezTo>
                    <a:pt x="516118" y="2683688"/>
                    <a:pt x="170973" y="2673379"/>
                    <a:pt x="0" y="256852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58" name="Google Shape;1358;p52"/>
            <p:cNvSpPr/>
            <p:nvPr/>
          </p:nvSpPr>
          <p:spPr>
            <a:xfrm>
              <a:off x="1037838" y="3363074"/>
              <a:ext cx="195224" cy="139991"/>
            </a:xfrm>
            <a:custGeom>
              <a:avLst/>
              <a:gdLst/>
              <a:ahLst/>
              <a:cxnLst/>
              <a:rect l="l" t="t" r="r" b="b"/>
              <a:pathLst>
                <a:path w="1300214" h="932357" extrusionOk="0">
                  <a:moveTo>
                    <a:pt x="158541" y="16377"/>
                  </a:moveTo>
                  <a:cubicBezTo>
                    <a:pt x="-118713" y="25975"/>
                    <a:pt x="32000" y="472779"/>
                    <a:pt x="129394" y="590079"/>
                  </a:cubicBezTo>
                  <a:cubicBezTo>
                    <a:pt x="192664" y="666146"/>
                    <a:pt x="293258" y="741857"/>
                    <a:pt x="390296" y="766383"/>
                  </a:cubicBezTo>
                  <a:cubicBezTo>
                    <a:pt x="1300256" y="996717"/>
                    <a:pt x="928807" y="638065"/>
                    <a:pt x="1012339" y="721952"/>
                  </a:cubicBezTo>
                  <a:cubicBezTo>
                    <a:pt x="1107600" y="817213"/>
                    <a:pt x="1131416" y="1045059"/>
                    <a:pt x="1271464" y="865199"/>
                  </a:cubicBezTo>
                  <a:cubicBezTo>
                    <a:pt x="1399783" y="700269"/>
                    <a:pt x="1063524" y="354058"/>
                    <a:pt x="951556" y="260218"/>
                  </a:cubicBezTo>
                  <a:cubicBezTo>
                    <a:pt x="721223" y="66852"/>
                    <a:pt x="405581" y="-43694"/>
                    <a:pt x="158541" y="16377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59" name="Google Shape;1359;p52"/>
            <p:cNvSpPr/>
            <p:nvPr/>
          </p:nvSpPr>
          <p:spPr>
            <a:xfrm>
              <a:off x="876200" y="3098855"/>
              <a:ext cx="42588" cy="25781"/>
            </a:xfrm>
            <a:custGeom>
              <a:avLst/>
              <a:gdLst/>
              <a:ahLst/>
              <a:cxnLst/>
              <a:rect l="l" t="t" r="r" b="b"/>
              <a:pathLst>
                <a:path w="283643" h="171707" extrusionOk="0">
                  <a:moveTo>
                    <a:pt x="280490" y="18325"/>
                  </a:moveTo>
                  <a:cubicBezTo>
                    <a:pt x="239969" y="-31439"/>
                    <a:pt x="37360" y="25789"/>
                    <a:pt x="4303" y="122117"/>
                  </a:cubicBezTo>
                  <a:cubicBezTo>
                    <a:pt x="-43327" y="261455"/>
                    <a:pt x="321012" y="68088"/>
                    <a:pt x="280490" y="18325"/>
                  </a:cubicBezTo>
                  <a:close/>
                </a:path>
              </a:pathLst>
            </a:custGeom>
            <a:solidFill>
              <a:srgbClr val="191919">
                <a:alpha val="25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60" name="Google Shape;1360;p52"/>
            <p:cNvSpPr/>
            <p:nvPr/>
          </p:nvSpPr>
          <p:spPr>
            <a:xfrm>
              <a:off x="962906" y="3094294"/>
              <a:ext cx="35407" cy="33765"/>
            </a:xfrm>
            <a:custGeom>
              <a:avLst/>
              <a:gdLst/>
              <a:ahLst/>
              <a:cxnLst/>
              <a:rect l="l" t="t" r="r" b="b"/>
              <a:pathLst>
                <a:path w="235815" h="224882" extrusionOk="0">
                  <a:moveTo>
                    <a:pt x="150524" y="24125"/>
                  </a:moveTo>
                  <a:cubicBezTo>
                    <a:pt x="70902" y="-12843"/>
                    <a:pt x="41044" y="-3956"/>
                    <a:pt x="10831" y="28035"/>
                  </a:cubicBezTo>
                  <a:cubicBezTo>
                    <a:pt x="-30757" y="72111"/>
                    <a:pt x="53129" y="250548"/>
                    <a:pt x="165097" y="221756"/>
                  </a:cubicBezTo>
                  <a:cubicBezTo>
                    <a:pt x="287373" y="190121"/>
                    <a:pt x="230145" y="61447"/>
                    <a:pt x="150524" y="24480"/>
                  </a:cubicBezTo>
                  <a:close/>
                </a:path>
              </a:pathLst>
            </a:custGeom>
            <a:solidFill>
              <a:srgbClr val="191919">
                <a:alpha val="25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61" name="Google Shape;1361;p52"/>
            <p:cNvSpPr/>
            <p:nvPr/>
          </p:nvSpPr>
          <p:spPr>
            <a:xfrm>
              <a:off x="1039434" y="3075671"/>
              <a:ext cx="42065" cy="20927"/>
            </a:xfrm>
            <a:custGeom>
              <a:avLst/>
              <a:gdLst/>
              <a:ahLst/>
              <a:cxnLst/>
              <a:rect l="l" t="t" r="r" b="b"/>
              <a:pathLst>
                <a:path w="280161" h="139373" extrusionOk="0">
                  <a:moveTo>
                    <a:pt x="10017" y="8941"/>
                  </a:moveTo>
                  <a:cubicBezTo>
                    <a:pt x="-53609" y="72567"/>
                    <a:pt x="204095" y="171028"/>
                    <a:pt x="270209" y="129440"/>
                  </a:cubicBezTo>
                  <a:cubicBezTo>
                    <a:pt x="336323" y="87852"/>
                    <a:pt x="53027" y="-33713"/>
                    <a:pt x="10017" y="8941"/>
                  </a:cubicBezTo>
                  <a:close/>
                </a:path>
              </a:pathLst>
            </a:custGeom>
            <a:solidFill>
              <a:srgbClr val="191919">
                <a:alpha val="25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62" name="Google Shape;1362;p52"/>
            <p:cNvSpPr/>
            <p:nvPr/>
          </p:nvSpPr>
          <p:spPr>
            <a:xfrm>
              <a:off x="1057234" y="3095730"/>
              <a:ext cx="94853" cy="289641"/>
            </a:xfrm>
            <a:custGeom>
              <a:avLst/>
              <a:gdLst/>
              <a:ahLst/>
              <a:cxnLst/>
              <a:rect l="l" t="t" r="r" b="b"/>
              <a:pathLst>
                <a:path w="631735" h="1929043" extrusionOk="0">
                  <a:moveTo>
                    <a:pt x="303297" y="583654"/>
                  </a:moveTo>
                  <a:cubicBezTo>
                    <a:pt x="41329" y="292182"/>
                    <a:pt x="116685" y="180926"/>
                    <a:pt x="177823" y="11375"/>
                  </a:cubicBezTo>
                  <a:cubicBezTo>
                    <a:pt x="179244" y="7465"/>
                    <a:pt x="179955" y="3910"/>
                    <a:pt x="180666" y="0"/>
                  </a:cubicBezTo>
                  <a:cubicBezTo>
                    <a:pt x="122016" y="39811"/>
                    <a:pt x="45594" y="73223"/>
                    <a:pt x="23911" y="120854"/>
                  </a:cubicBezTo>
                  <a:cubicBezTo>
                    <a:pt x="-43625" y="268722"/>
                    <a:pt x="44528" y="440406"/>
                    <a:pt x="131614" y="548109"/>
                  </a:cubicBezTo>
                  <a:cubicBezTo>
                    <a:pt x="348085" y="816476"/>
                    <a:pt x="468228" y="1141715"/>
                    <a:pt x="434815" y="1488993"/>
                  </a:cubicBezTo>
                  <a:cubicBezTo>
                    <a:pt x="425218" y="1589941"/>
                    <a:pt x="377232" y="1785796"/>
                    <a:pt x="399625" y="1929043"/>
                  </a:cubicBezTo>
                  <a:cubicBezTo>
                    <a:pt x="471071" y="1907361"/>
                    <a:pt x="540029" y="1866484"/>
                    <a:pt x="583750" y="1817076"/>
                  </a:cubicBezTo>
                  <a:cubicBezTo>
                    <a:pt x="589437" y="1783663"/>
                    <a:pt x="594413" y="1753450"/>
                    <a:pt x="600456" y="1731056"/>
                  </a:cubicBezTo>
                  <a:cubicBezTo>
                    <a:pt x="610764" y="1691601"/>
                    <a:pt x="621428" y="1650724"/>
                    <a:pt x="631736" y="1609491"/>
                  </a:cubicBezTo>
                  <a:cubicBezTo>
                    <a:pt x="628892" y="1280697"/>
                    <a:pt x="538963" y="845267"/>
                    <a:pt x="303653" y="583654"/>
                  </a:cubicBezTo>
                  <a:close/>
                </a:path>
              </a:pathLst>
            </a:custGeom>
            <a:solidFill>
              <a:srgbClr val="191919">
                <a:alpha val="1125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63" name="Google Shape;1363;p52"/>
            <p:cNvSpPr/>
            <p:nvPr/>
          </p:nvSpPr>
          <p:spPr>
            <a:xfrm>
              <a:off x="903567" y="3100543"/>
              <a:ext cx="41803" cy="73660"/>
            </a:xfrm>
            <a:custGeom>
              <a:avLst/>
              <a:gdLst/>
              <a:ahLst/>
              <a:cxnLst/>
              <a:rect l="l" t="t" r="r" b="b"/>
              <a:pathLst>
                <a:path w="278412" h="490583" extrusionOk="0">
                  <a:moveTo>
                    <a:pt x="213009" y="490525"/>
                  </a:moveTo>
                  <a:cubicBezTo>
                    <a:pt x="249265" y="491592"/>
                    <a:pt x="268460" y="478084"/>
                    <a:pt x="278413" y="456757"/>
                  </a:cubicBezTo>
                  <a:cubicBezTo>
                    <a:pt x="246066" y="448226"/>
                    <a:pt x="208388" y="415525"/>
                    <a:pt x="167511" y="349055"/>
                  </a:cubicBezTo>
                  <a:cubicBezTo>
                    <a:pt x="114193" y="261969"/>
                    <a:pt x="175331" y="71091"/>
                    <a:pt x="116326" y="0"/>
                  </a:cubicBezTo>
                  <a:cubicBezTo>
                    <a:pt x="118814" y="78911"/>
                    <a:pt x="44525" y="76778"/>
                    <a:pt x="12889" y="137560"/>
                  </a:cubicBezTo>
                  <a:cubicBezTo>
                    <a:pt x="-42206" y="244196"/>
                    <a:pt x="89667" y="487326"/>
                    <a:pt x="212654" y="490525"/>
                  </a:cubicBezTo>
                  <a:close/>
                </a:path>
              </a:pathLst>
            </a:custGeom>
            <a:solidFill>
              <a:srgbClr val="191919">
                <a:alpha val="1125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64" name="Google Shape;1364;p52"/>
            <p:cNvSpPr/>
            <p:nvPr/>
          </p:nvSpPr>
          <p:spPr>
            <a:xfrm>
              <a:off x="1085426" y="3304422"/>
              <a:ext cx="161690" cy="111459"/>
            </a:xfrm>
            <a:custGeom>
              <a:avLst/>
              <a:gdLst/>
              <a:ahLst/>
              <a:cxnLst/>
              <a:rect l="l" t="t" r="r" b="b"/>
              <a:pathLst>
                <a:path w="1076877" h="742330" extrusionOk="0">
                  <a:moveTo>
                    <a:pt x="356" y="460667"/>
                  </a:moveTo>
                  <a:cubicBezTo>
                    <a:pt x="392776" y="515407"/>
                    <a:pt x="789817" y="0"/>
                    <a:pt x="903562" y="0"/>
                  </a:cubicBezTo>
                  <a:cubicBezTo>
                    <a:pt x="967899" y="0"/>
                    <a:pt x="1150246" y="423345"/>
                    <a:pt x="1044677" y="447160"/>
                  </a:cubicBezTo>
                  <a:cubicBezTo>
                    <a:pt x="939107" y="471331"/>
                    <a:pt x="755693" y="643370"/>
                    <a:pt x="592185" y="715172"/>
                  </a:cubicBezTo>
                  <a:cubicBezTo>
                    <a:pt x="417657" y="791949"/>
                    <a:pt x="25948" y="705574"/>
                    <a:pt x="0" y="460667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65" name="Google Shape;1365;p52"/>
            <p:cNvSpPr/>
            <p:nvPr/>
          </p:nvSpPr>
          <p:spPr>
            <a:xfrm>
              <a:off x="1109326" y="3333403"/>
              <a:ext cx="137890" cy="79966"/>
            </a:xfrm>
            <a:custGeom>
              <a:avLst/>
              <a:gdLst/>
              <a:ahLst/>
              <a:cxnLst/>
              <a:rect l="l" t="t" r="r" b="b"/>
              <a:pathLst>
                <a:path w="918365" h="532584" extrusionOk="0">
                  <a:moveTo>
                    <a:pt x="854153" y="17062"/>
                  </a:moveTo>
                  <a:cubicBezTo>
                    <a:pt x="778798" y="97750"/>
                    <a:pt x="722636" y="168129"/>
                    <a:pt x="631995" y="228912"/>
                  </a:cubicBezTo>
                  <a:cubicBezTo>
                    <a:pt x="552729" y="281874"/>
                    <a:pt x="468843" y="326306"/>
                    <a:pt x="375003" y="289694"/>
                  </a:cubicBezTo>
                  <a:cubicBezTo>
                    <a:pt x="323462" y="269789"/>
                    <a:pt x="265523" y="222869"/>
                    <a:pt x="230334" y="169906"/>
                  </a:cubicBezTo>
                  <a:cubicBezTo>
                    <a:pt x="190168" y="192655"/>
                    <a:pt x="149290" y="212916"/>
                    <a:pt x="107347" y="229623"/>
                  </a:cubicBezTo>
                  <a:lnTo>
                    <a:pt x="0" y="366472"/>
                  </a:lnTo>
                  <a:cubicBezTo>
                    <a:pt x="131518" y="447871"/>
                    <a:pt x="238154" y="542421"/>
                    <a:pt x="402373" y="531758"/>
                  </a:cubicBezTo>
                  <a:cubicBezTo>
                    <a:pt x="406638" y="531758"/>
                    <a:pt x="410904" y="530691"/>
                    <a:pt x="415169" y="530336"/>
                  </a:cubicBezTo>
                  <a:cubicBezTo>
                    <a:pt x="421567" y="528203"/>
                    <a:pt x="427610" y="525715"/>
                    <a:pt x="433653" y="523227"/>
                  </a:cubicBezTo>
                  <a:cubicBezTo>
                    <a:pt x="597161" y="451425"/>
                    <a:pt x="780575" y="279386"/>
                    <a:pt x="886144" y="255215"/>
                  </a:cubicBezTo>
                  <a:cubicBezTo>
                    <a:pt x="942661" y="242419"/>
                    <a:pt x="916713" y="115167"/>
                    <a:pt x="870505" y="0"/>
                  </a:cubicBezTo>
                  <a:cubicBezTo>
                    <a:pt x="864817" y="6398"/>
                    <a:pt x="859485" y="12441"/>
                    <a:pt x="854509" y="17773"/>
                  </a:cubicBezTo>
                  <a:close/>
                </a:path>
              </a:pathLst>
            </a:custGeom>
            <a:solidFill>
              <a:srgbClr val="191919">
                <a:alpha val="1125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66" name="Google Shape;1366;p52"/>
            <p:cNvSpPr/>
            <p:nvPr/>
          </p:nvSpPr>
          <p:spPr>
            <a:xfrm>
              <a:off x="989430" y="3102147"/>
              <a:ext cx="23237" cy="55521"/>
            </a:xfrm>
            <a:custGeom>
              <a:avLst/>
              <a:gdLst/>
              <a:ahLst/>
              <a:cxnLst/>
              <a:rect l="l" t="t" r="r" b="b"/>
              <a:pathLst>
                <a:path w="154761" h="369779" extrusionOk="0">
                  <a:moveTo>
                    <a:pt x="74074" y="363984"/>
                  </a:moveTo>
                  <a:cubicBezTo>
                    <a:pt x="113884" y="378557"/>
                    <a:pt x="139477" y="364695"/>
                    <a:pt x="154762" y="333059"/>
                  </a:cubicBezTo>
                  <a:cubicBezTo>
                    <a:pt x="140899" y="331638"/>
                    <a:pt x="125614" y="322396"/>
                    <a:pt x="107842" y="303557"/>
                  </a:cubicBezTo>
                  <a:cubicBezTo>
                    <a:pt x="49547" y="240286"/>
                    <a:pt x="150852" y="105925"/>
                    <a:pt x="42794" y="0"/>
                  </a:cubicBezTo>
                  <a:cubicBezTo>
                    <a:pt x="59145" y="36612"/>
                    <a:pt x="74429" y="72512"/>
                    <a:pt x="73007" y="99527"/>
                  </a:cubicBezTo>
                  <a:cubicBezTo>
                    <a:pt x="68031" y="188390"/>
                    <a:pt x="-89435" y="303557"/>
                    <a:pt x="74074" y="364339"/>
                  </a:cubicBezTo>
                  <a:close/>
                </a:path>
              </a:pathLst>
            </a:custGeom>
            <a:solidFill>
              <a:srgbClr val="191919">
                <a:alpha val="1125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67" name="Google Shape;1367;p52"/>
            <p:cNvSpPr/>
            <p:nvPr/>
          </p:nvSpPr>
          <p:spPr>
            <a:xfrm>
              <a:off x="826159" y="3226662"/>
              <a:ext cx="266807" cy="244610"/>
            </a:xfrm>
            <a:custGeom>
              <a:avLst/>
              <a:gdLst/>
              <a:ahLst/>
              <a:cxnLst/>
              <a:rect l="l" t="t" r="r" b="b"/>
              <a:pathLst>
                <a:path w="1776967" h="1629132" extrusionOk="0">
                  <a:moveTo>
                    <a:pt x="1688402" y="417405"/>
                  </a:moveTo>
                  <a:cubicBezTo>
                    <a:pt x="1622998" y="231147"/>
                    <a:pt x="1367783" y="-91604"/>
                    <a:pt x="1145980" y="24629"/>
                  </a:cubicBezTo>
                  <a:cubicBezTo>
                    <a:pt x="943017" y="130910"/>
                    <a:pt x="938751" y="475699"/>
                    <a:pt x="899651" y="660890"/>
                  </a:cubicBezTo>
                  <a:cubicBezTo>
                    <a:pt x="855575" y="870252"/>
                    <a:pt x="842423" y="1114804"/>
                    <a:pt x="705219" y="1299639"/>
                  </a:cubicBezTo>
                  <a:cubicBezTo>
                    <a:pt x="656877" y="1365042"/>
                    <a:pt x="585787" y="1413740"/>
                    <a:pt x="506165" y="1444308"/>
                  </a:cubicBezTo>
                  <a:cubicBezTo>
                    <a:pt x="497279" y="1375706"/>
                    <a:pt x="482350" y="1307459"/>
                    <a:pt x="475596" y="1240278"/>
                  </a:cubicBezTo>
                  <a:cubicBezTo>
                    <a:pt x="459601" y="1081391"/>
                    <a:pt x="480572" y="965869"/>
                    <a:pt x="603915" y="865276"/>
                  </a:cubicBezTo>
                  <a:cubicBezTo>
                    <a:pt x="711972" y="777123"/>
                    <a:pt x="843134" y="680795"/>
                    <a:pt x="897874" y="542169"/>
                  </a:cubicBezTo>
                  <a:cubicBezTo>
                    <a:pt x="929509" y="462192"/>
                    <a:pt x="953680" y="222972"/>
                    <a:pt x="854509" y="181028"/>
                  </a:cubicBezTo>
                  <a:cubicBezTo>
                    <a:pt x="791949" y="154370"/>
                    <a:pt x="664342" y="224394"/>
                    <a:pt x="607469" y="246787"/>
                  </a:cubicBezTo>
                  <a:cubicBezTo>
                    <a:pt x="501544" y="288375"/>
                    <a:pt x="400240" y="340627"/>
                    <a:pt x="295381" y="382926"/>
                  </a:cubicBezTo>
                  <a:lnTo>
                    <a:pt x="250950" y="486718"/>
                  </a:lnTo>
                  <a:cubicBezTo>
                    <a:pt x="252372" y="511955"/>
                    <a:pt x="254504" y="537903"/>
                    <a:pt x="258059" y="565273"/>
                  </a:cubicBezTo>
                  <a:cubicBezTo>
                    <a:pt x="301069" y="901532"/>
                    <a:pt x="85309" y="1240634"/>
                    <a:pt x="0" y="1550944"/>
                  </a:cubicBezTo>
                  <a:cubicBezTo>
                    <a:pt x="170973" y="1655447"/>
                    <a:pt x="516473" y="1665756"/>
                    <a:pt x="859485" y="1516821"/>
                  </a:cubicBezTo>
                  <a:cubicBezTo>
                    <a:pt x="1048586" y="1434711"/>
                    <a:pt x="1142781" y="1334118"/>
                    <a:pt x="1212450" y="1153548"/>
                  </a:cubicBezTo>
                  <a:cubicBezTo>
                    <a:pt x="1284252" y="967646"/>
                    <a:pt x="1100127" y="766104"/>
                    <a:pt x="1130696" y="580202"/>
                  </a:cubicBezTo>
                  <a:cubicBezTo>
                    <a:pt x="1261147" y="-216013"/>
                    <a:pt x="1640415" y="459704"/>
                    <a:pt x="1666008" y="938854"/>
                  </a:cubicBezTo>
                  <a:cubicBezTo>
                    <a:pt x="1669918" y="1009234"/>
                    <a:pt x="1706530" y="1049045"/>
                    <a:pt x="1758426" y="1066462"/>
                  </a:cubicBezTo>
                  <a:cubicBezTo>
                    <a:pt x="1773355" y="998215"/>
                    <a:pt x="1779753" y="926413"/>
                    <a:pt x="1775843" y="851768"/>
                  </a:cubicBezTo>
                  <a:cubicBezTo>
                    <a:pt x="1768378" y="708521"/>
                    <a:pt x="1734966" y="549633"/>
                    <a:pt x="1688757" y="418116"/>
                  </a:cubicBezTo>
                  <a:close/>
                </a:path>
              </a:pathLst>
            </a:custGeom>
            <a:solidFill>
              <a:srgbClr val="191919">
                <a:alpha val="1125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68" name="Google Shape;1368;p52"/>
            <p:cNvSpPr/>
            <p:nvPr/>
          </p:nvSpPr>
          <p:spPr>
            <a:xfrm>
              <a:off x="1244996" y="3403593"/>
              <a:ext cx="23013" cy="38595"/>
            </a:xfrm>
            <a:custGeom>
              <a:avLst/>
              <a:gdLst/>
              <a:ahLst/>
              <a:cxnLst/>
              <a:rect l="l" t="t" r="r" b="b"/>
              <a:pathLst>
                <a:path w="153271" h="257050" extrusionOk="0">
                  <a:moveTo>
                    <a:pt x="12657" y="2230"/>
                  </a:moveTo>
                  <a:cubicBezTo>
                    <a:pt x="-40661" y="55548"/>
                    <a:pt x="88368" y="283038"/>
                    <a:pt x="142042" y="254602"/>
                  </a:cubicBezTo>
                  <a:cubicBezTo>
                    <a:pt x="195715" y="226166"/>
                    <a:pt x="41093" y="-26206"/>
                    <a:pt x="12657" y="2230"/>
                  </a:cubicBezTo>
                  <a:close/>
                </a:path>
              </a:pathLst>
            </a:custGeom>
            <a:solidFill>
              <a:srgbClr val="191919">
                <a:alpha val="25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69" name="Google Shape;1369;p52"/>
            <p:cNvSpPr/>
            <p:nvPr/>
          </p:nvSpPr>
          <p:spPr>
            <a:xfrm>
              <a:off x="762425" y="3170878"/>
              <a:ext cx="198127" cy="333863"/>
            </a:xfrm>
            <a:custGeom>
              <a:avLst/>
              <a:gdLst/>
              <a:ahLst/>
              <a:cxnLst/>
              <a:rect l="l" t="t" r="r" b="b"/>
              <a:pathLst>
                <a:path w="1319551" h="2223567" extrusionOk="0">
                  <a:moveTo>
                    <a:pt x="0" y="2152474"/>
                  </a:moveTo>
                  <a:cubicBezTo>
                    <a:pt x="9242" y="1963729"/>
                    <a:pt x="40166" y="1814794"/>
                    <a:pt x="71446" y="1630314"/>
                  </a:cubicBezTo>
                  <a:cubicBezTo>
                    <a:pt x="108058" y="1414198"/>
                    <a:pt x="183414" y="1201993"/>
                    <a:pt x="163864" y="975569"/>
                  </a:cubicBezTo>
                  <a:cubicBezTo>
                    <a:pt x="147513" y="785402"/>
                    <a:pt x="56872" y="424262"/>
                    <a:pt x="114456" y="231962"/>
                  </a:cubicBezTo>
                  <a:cubicBezTo>
                    <a:pt x="162797" y="70230"/>
                    <a:pt x="335903" y="-85102"/>
                    <a:pt x="510786" y="53880"/>
                  </a:cubicBezTo>
                  <a:cubicBezTo>
                    <a:pt x="655100" y="168691"/>
                    <a:pt x="534601" y="506727"/>
                    <a:pt x="608180" y="664192"/>
                  </a:cubicBezTo>
                  <a:cubicBezTo>
                    <a:pt x="763158" y="685520"/>
                    <a:pt x="902851" y="438124"/>
                    <a:pt x="1062804" y="412532"/>
                  </a:cubicBezTo>
                  <a:cubicBezTo>
                    <a:pt x="1290294" y="376276"/>
                    <a:pt x="1357830" y="645353"/>
                    <a:pt x="1299892" y="839075"/>
                  </a:cubicBezTo>
                  <a:cubicBezTo>
                    <a:pt x="1249417" y="1007560"/>
                    <a:pt x="1118611" y="1054124"/>
                    <a:pt x="966121" y="1118106"/>
                  </a:cubicBezTo>
                  <a:cubicBezTo>
                    <a:pt x="731878" y="1216211"/>
                    <a:pt x="684602" y="1227585"/>
                    <a:pt x="694911" y="1509460"/>
                  </a:cubicBezTo>
                  <a:cubicBezTo>
                    <a:pt x="699887" y="1649508"/>
                    <a:pt x="719081" y="1778182"/>
                    <a:pt x="711261" y="1914321"/>
                  </a:cubicBezTo>
                  <a:cubicBezTo>
                    <a:pt x="688157" y="2311717"/>
                    <a:pt x="438984" y="2246314"/>
                    <a:pt x="355" y="2152119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70" name="Google Shape;1370;p52"/>
            <p:cNvSpPr/>
            <p:nvPr/>
          </p:nvSpPr>
          <p:spPr>
            <a:xfrm>
              <a:off x="907633" y="3237157"/>
              <a:ext cx="49186" cy="80328"/>
            </a:xfrm>
            <a:custGeom>
              <a:avLst/>
              <a:gdLst/>
              <a:ahLst/>
              <a:cxnLst/>
              <a:rect l="l" t="t" r="r" b="b"/>
              <a:pathLst>
                <a:path w="327586" h="534992" extrusionOk="0">
                  <a:moveTo>
                    <a:pt x="152564" y="0"/>
                  </a:moveTo>
                  <a:cubicBezTo>
                    <a:pt x="-62130" y="-355"/>
                    <a:pt x="-36893" y="506165"/>
                    <a:pt x="145099" y="533535"/>
                  </a:cubicBezTo>
                  <a:cubicBezTo>
                    <a:pt x="367613" y="566948"/>
                    <a:pt x="405646" y="14929"/>
                    <a:pt x="152564" y="0"/>
                  </a:cubicBezTo>
                  <a:close/>
                </a:path>
              </a:pathLst>
            </a:custGeom>
            <a:solidFill>
              <a:srgbClr val="191919">
                <a:alpha val="25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71" name="Google Shape;1371;p52"/>
            <p:cNvSpPr/>
            <p:nvPr/>
          </p:nvSpPr>
          <p:spPr>
            <a:xfrm>
              <a:off x="965403" y="3257134"/>
              <a:ext cx="223220" cy="272298"/>
            </a:xfrm>
            <a:custGeom>
              <a:avLst/>
              <a:gdLst/>
              <a:ahLst/>
              <a:cxnLst/>
              <a:rect l="l" t="t" r="r" b="b"/>
              <a:pathLst>
                <a:path w="1486669" h="1813539" extrusionOk="0">
                  <a:moveTo>
                    <a:pt x="38302" y="1651575"/>
                  </a:moveTo>
                  <a:cubicBezTo>
                    <a:pt x="-56248" y="1493043"/>
                    <a:pt x="40791" y="1320649"/>
                    <a:pt x="150270" y="973371"/>
                  </a:cubicBezTo>
                  <a:cubicBezTo>
                    <a:pt x="269347" y="595880"/>
                    <a:pt x="347902" y="406423"/>
                    <a:pt x="746365" y="178933"/>
                  </a:cubicBezTo>
                  <a:cubicBezTo>
                    <a:pt x="1059519" y="141"/>
                    <a:pt x="1454072" y="-123202"/>
                    <a:pt x="1484641" y="204170"/>
                  </a:cubicBezTo>
                  <a:cubicBezTo>
                    <a:pt x="1530139" y="692918"/>
                    <a:pt x="796484" y="539718"/>
                    <a:pt x="668876" y="1013892"/>
                  </a:cubicBezTo>
                  <a:cubicBezTo>
                    <a:pt x="611648" y="1226098"/>
                    <a:pt x="695535" y="1441502"/>
                    <a:pt x="601695" y="1637001"/>
                  </a:cubicBezTo>
                  <a:cubicBezTo>
                    <a:pt x="490438" y="1869112"/>
                    <a:pt x="168754" y="1870534"/>
                    <a:pt x="38302" y="165193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72" name="Google Shape;1372;p52"/>
            <p:cNvSpPr/>
            <p:nvPr/>
          </p:nvSpPr>
          <p:spPr>
            <a:xfrm>
              <a:off x="1219881" y="3308163"/>
              <a:ext cx="24860" cy="59514"/>
            </a:xfrm>
            <a:custGeom>
              <a:avLst/>
              <a:gdLst/>
              <a:ahLst/>
              <a:cxnLst/>
              <a:rect l="l" t="t" r="r" b="b"/>
              <a:pathLst>
                <a:path w="165571" h="396369" extrusionOk="0">
                  <a:moveTo>
                    <a:pt x="15755" y="15"/>
                  </a:moveTo>
                  <a:cubicBezTo>
                    <a:pt x="-45383" y="-2828"/>
                    <a:pt x="86490" y="391725"/>
                    <a:pt x="154026" y="396345"/>
                  </a:cubicBezTo>
                  <a:cubicBezTo>
                    <a:pt x="205211" y="399900"/>
                    <a:pt x="72983" y="2503"/>
                    <a:pt x="15755" y="15"/>
                  </a:cubicBezTo>
                  <a:close/>
                </a:path>
              </a:pathLst>
            </a:custGeom>
            <a:solidFill>
              <a:srgbClr val="191919">
                <a:alpha val="25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73" name="Google Shape;1373;p52"/>
            <p:cNvSpPr/>
            <p:nvPr/>
          </p:nvSpPr>
          <p:spPr>
            <a:xfrm>
              <a:off x="986510" y="3269560"/>
              <a:ext cx="202098" cy="259793"/>
            </a:xfrm>
            <a:custGeom>
              <a:avLst/>
              <a:gdLst/>
              <a:ahLst/>
              <a:cxnLst/>
              <a:rect l="l" t="t" r="r" b="b"/>
              <a:pathLst>
                <a:path w="1345996" h="1730250" extrusionOk="0">
                  <a:moveTo>
                    <a:pt x="1344323" y="121565"/>
                  </a:moveTo>
                  <a:cubicBezTo>
                    <a:pt x="1339702" y="70735"/>
                    <a:pt x="1326195" y="30569"/>
                    <a:pt x="1305223" y="0"/>
                  </a:cubicBezTo>
                  <a:cubicBezTo>
                    <a:pt x="1289228" y="36256"/>
                    <a:pt x="1268967" y="69669"/>
                    <a:pt x="1226313" y="100238"/>
                  </a:cubicBezTo>
                  <a:cubicBezTo>
                    <a:pt x="1068136" y="213983"/>
                    <a:pt x="831760" y="219670"/>
                    <a:pt x="657943" y="342657"/>
                  </a:cubicBezTo>
                  <a:cubicBezTo>
                    <a:pt x="450359" y="489814"/>
                    <a:pt x="379624" y="705930"/>
                    <a:pt x="324529" y="939107"/>
                  </a:cubicBezTo>
                  <a:cubicBezTo>
                    <a:pt x="279386" y="1129985"/>
                    <a:pt x="277964" y="1366361"/>
                    <a:pt x="188035" y="1537690"/>
                  </a:cubicBezTo>
                  <a:cubicBezTo>
                    <a:pt x="148579" y="1612690"/>
                    <a:pt x="76067" y="1663875"/>
                    <a:pt x="0" y="1675961"/>
                  </a:cubicBezTo>
                  <a:cubicBezTo>
                    <a:pt x="152489" y="1776554"/>
                    <a:pt x="372515" y="1738165"/>
                    <a:pt x="461023" y="1554041"/>
                  </a:cubicBezTo>
                  <a:cubicBezTo>
                    <a:pt x="554862" y="1358541"/>
                    <a:pt x="470975" y="1143137"/>
                    <a:pt x="528203" y="930931"/>
                  </a:cubicBezTo>
                  <a:cubicBezTo>
                    <a:pt x="655811" y="457112"/>
                    <a:pt x="1389466" y="610313"/>
                    <a:pt x="1343968" y="121209"/>
                  </a:cubicBezTo>
                  <a:close/>
                </a:path>
              </a:pathLst>
            </a:custGeom>
            <a:solidFill>
              <a:srgbClr val="191919">
                <a:alpha val="25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74" name="Google Shape;1374;p52"/>
            <p:cNvSpPr/>
            <p:nvPr/>
          </p:nvSpPr>
          <p:spPr>
            <a:xfrm>
              <a:off x="805734" y="3312389"/>
              <a:ext cx="144527" cy="192581"/>
            </a:xfrm>
            <a:custGeom>
              <a:avLst/>
              <a:gdLst/>
              <a:ahLst/>
              <a:cxnLst/>
              <a:rect l="l" t="t" r="r" b="b"/>
              <a:pathLst>
                <a:path w="962566" h="1282609" extrusionOk="0">
                  <a:moveTo>
                    <a:pt x="962567" y="355"/>
                  </a:moveTo>
                  <a:cubicBezTo>
                    <a:pt x="923111" y="35901"/>
                    <a:pt x="880457" y="63271"/>
                    <a:pt x="817186" y="56872"/>
                  </a:cubicBezTo>
                  <a:cubicBezTo>
                    <a:pt x="781996" y="53318"/>
                    <a:pt x="746807" y="20972"/>
                    <a:pt x="713394" y="30213"/>
                  </a:cubicBezTo>
                  <a:cubicBezTo>
                    <a:pt x="689934" y="36612"/>
                    <a:pt x="656166" y="87441"/>
                    <a:pt x="633417" y="102371"/>
                  </a:cubicBezTo>
                  <a:cubicBezTo>
                    <a:pt x="518250" y="178082"/>
                    <a:pt x="333415" y="122631"/>
                    <a:pt x="234244" y="213272"/>
                  </a:cubicBezTo>
                  <a:cubicBezTo>
                    <a:pt x="119077" y="318841"/>
                    <a:pt x="180926" y="515051"/>
                    <a:pt x="174172" y="652967"/>
                  </a:cubicBezTo>
                  <a:cubicBezTo>
                    <a:pt x="162442" y="888633"/>
                    <a:pt x="102015" y="1077734"/>
                    <a:pt x="0" y="1268967"/>
                  </a:cubicBezTo>
                  <a:cubicBezTo>
                    <a:pt x="259125" y="1309489"/>
                    <a:pt x="405216" y="1273233"/>
                    <a:pt x="422634" y="973586"/>
                  </a:cubicBezTo>
                  <a:cubicBezTo>
                    <a:pt x="430453" y="837447"/>
                    <a:pt x="411615" y="708773"/>
                    <a:pt x="406283" y="568725"/>
                  </a:cubicBezTo>
                  <a:cubicBezTo>
                    <a:pt x="395975" y="286851"/>
                    <a:pt x="443605" y="275476"/>
                    <a:pt x="677493" y="177371"/>
                  </a:cubicBezTo>
                  <a:cubicBezTo>
                    <a:pt x="793726" y="128674"/>
                    <a:pt x="896808" y="89930"/>
                    <a:pt x="961856" y="0"/>
                  </a:cubicBezTo>
                  <a:close/>
                </a:path>
              </a:pathLst>
            </a:custGeom>
            <a:solidFill>
              <a:srgbClr val="191919">
                <a:alpha val="25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75" name="Google Shape;1375;p52"/>
            <p:cNvSpPr/>
            <p:nvPr/>
          </p:nvSpPr>
          <p:spPr>
            <a:xfrm>
              <a:off x="820278" y="3170962"/>
              <a:ext cx="32609" cy="101131"/>
            </a:xfrm>
            <a:custGeom>
              <a:avLst/>
              <a:gdLst/>
              <a:ahLst/>
              <a:cxnLst/>
              <a:rect l="l" t="t" r="r" b="b"/>
              <a:pathLst>
                <a:path w="217181" h="673543" extrusionOk="0">
                  <a:moveTo>
                    <a:pt x="175949" y="663631"/>
                  </a:moveTo>
                  <a:cubicBezTo>
                    <a:pt x="191945" y="659010"/>
                    <a:pt x="205452" y="652967"/>
                    <a:pt x="217182" y="646214"/>
                  </a:cubicBezTo>
                  <a:cubicBezTo>
                    <a:pt x="158532" y="482705"/>
                    <a:pt x="265523" y="164219"/>
                    <a:pt x="126186" y="53318"/>
                  </a:cubicBezTo>
                  <a:cubicBezTo>
                    <a:pt x="83531" y="19194"/>
                    <a:pt x="40877" y="2844"/>
                    <a:pt x="0" y="0"/>
                  </a:cubicBezTo>
                  <a:cubicBezTo>
                    <a:pt x="34479" y="77844"/>
                    <a:pt x="45853" y="181992"/>
                    <a:pt x="52252" y="245973"/>
                  </a:cubicBezTo>
                  <a:cubicBezTo>
                    <a:pt x="62560" y="350477"/>
                    <a:pt x="48342" y="437563"/>
                    <a:pt x="33768" y="534957"/>
                  </a:cubicBezTo>
                  <a:cubicBezTo>
                    <a:pt x="17773" y="641593"/>
                    <a:pt x="60072" y="698110"/>
                    <a:pt x="175949" y="663275"/>
                  </a:cubicBezTo>
                  <a:close/>
                </a:path>
              </a:pathLst>
            </a:custGeom>
            <a:solidFill>
              <a:srgbClr val="191919">
                <a:alpha val="25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76" name="Google Shape;1376;p52"/>
            <p:cNvSpPr/>
            <p:nvPr/>
          </p:nvSpPr>
          <p:spPr>
            <a:xfrm>
              <a:off x="720012" y="3429333"/>
              <a:ext cx="235560" cy="226869"/>
            </a:xfrm>
            <a:custGeom>
              <a:avLst/>
              <a:gdLst/>
              <a:ahLst/>
              <a:cxnLst/>
              <a:rect l="l" t="t" r="r" b="b"/>
              <a:pathLst>
                <a:path w="1568856" h="1510974" extrusionOk="0">
                  <a:moveTo>
                    <a:pt x="220469" y="2449"/>
                  </a:moveTo>
                  <a:cubicBezTo>
                    <a:pt x="-4178" y="438234"/>
                    <a:pt x="-172307" y="1046059"/>
                    <a:pt x="314664" y="1451276"/>
                  </a:cubicBezTo>
                  <a:cubicBezTo>
                    <a:pt x="420233" y="1539428"/>
                    <a:pt x="548552" y="1534451"/>
                    <a:pt x="641681" y="1406133"/>
                  </a:cubicBezTo>
                  <a:cubicBezTo>
                    <a:pt x="695354" y="1331843"/>
                    <a:pt x="670117" y="1288478"/>
                    <a:pt x="660875" y="1239426"/>
                  </a:cubicBezTo>
                  <a:cubicBezTo>
                    <a:pt x="645946" y="1160870"/>
                    <a:pt x="760046" y="1362057"/>
                    <a:pt x="829360" y="1347483"/>
                  </a:cubicBezTo>
                  <a:cubicBezTo>
                    <a:pt x="1031257" y="1304829"/>
                    <a:pt x="1051873" y="1177577"/>
                    <a:pt x="1069290" y="989897"/>
                  </a:cubicBezTo>
                  <a:cubicBezTo>
                    <a:pt x="1093106" y="730061"/>
                    <a:pt x="1191211" y="848783"/>
                    <a:pt x="1337302" y="748545"/>
                  </a:cubicBezTo>
                  <a:cubicBezTo>
                    <a:pt x="1448559" y="672123"/>
                    <a:pt x="1452113" y="586103"/>
                    <a:pt x="1417990" y="445699"/>
                  </a:cubicBezTo>
                  <a:cubicBezTo>
                    <a:pt x="1398440" y="364656"/>
                    <a:pt x="1596783" y="306717"/>
                    <a:pt x="1565503" y="236337"/>
                  </a:cubicBezTo>
                  <a:cubicBezTo>
                    <a:pt x="1528536" y="153517"/>
                    <a:pt x="928531" y="100910"/>
                    <a:pt x="814075" y="192972"/>
                  </a:cubicBezTo>
                  <a:cubicBezTo>
                    <a:pt x="528291" y="422239"/>
                    <a:pt x="544642" y="-42338"/>
                    <a:pt x="220469" y="316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77" name="Google Shape;1377;p52"/>
            <p:cNvSpPr/>
            <p:nvPr/>
          </p:nvSpPr>
          <p:spPr>
            <a:xfrm>
              <a:off x="765152" y="3429594"/>
              <a:ext cx="190609" cy="226599"/>
            </a:xfrm>
            <a:custGeom>
              <a:avLst/>
              <a:gdLst/>
              <a:ahLst/>
              <a:cxnLst/>
              <a:rect l="l" t="t" r="r" b="b"/>
              <a:pathLst>
                <a:path w="1269476" h="1509176" extrusionOk="0">
                  <a:moveTo>
                    <a:pt x="1265413" y="233888"/>
                  </a:moveTo>
                  <a:cubicBezTo>
                    <a:pt x="1228445" y="151068"/>
                    <a:pt x="628441" y="98460"/>
                    <a:pt x="513985" y="190523"/>
                  </a:cubicBezTo>
                  <a:cubicBezTo>
                    <a:pt x="253793" y="399174"/>
                    <a:pt x="243841" y="33057"/>
                    <a:pt x="0" y="0"/>
                  </a:cubicBezTo>
                  <a:cubicBezTo>
                    <a:pt x="2488" y="9953"/>
                    <a:pt x="125119" y="40877"/>
                    <a:pt x="236021" y="228556"/>
                  </a:cubicBezTo>
                  <a:cubicBezTo>
                    <a:pt x="314220" y="360785"/>
                    <a:pt x="346922" y="374647"/>
                    <a:pt x="506521" y="325595"/>
                  </a:cubicBezTo>
                  <a:cubicBezTo>
                    <a:pt x="608891" y="294315"/>
                    <a:pt x="771333" y="221803"/>
                    <a:pt x="858064" y="332704"/>
                  </a:cubicBezTo>
                  <a:cubicBezTo>
                    <a:pt x="984605" y="494080"/>
                    <a:pt x="765646" y="572990"/>
                    <a:pt x="655100" y="598938"/>
                  </a:cubicBezTo>
                  <a:cubicBezTo>
                    <a:pt x="599294" y="741475"/>
                    <a:pt x="662920" y="892898"/>
                    <a:pt x="637683" y="1046809"/>
                  </a:cubicBezTo>
                  <a:cubicBezTo>
                    <a:pt x="597872" y="1291005"/>
                    <a:pt x="385311" y="1325840"/>
                    <a:pt x="288628" y="1096572"/>
                  </a:cubicBezTo>
                  <a:cubicBezTo>
                    <a:pt x="299291" y="1217071"/>
                    <a:pt x="346922" y="1382357"/>
                    <a:pt x="243130" y="1451315"/>
                  </a:cubicBezTo>
                  <a:cubicBezTo>
                    <a:pt x="207940" y="1474774"/>
                    <a:pt x="166707" y="1486860"/>
                    <a:pt x="72157" y="1486860"/>
                  </a:cubicBezTo>
                  <a:cubicBezTo>
                    <a:pt x="164575" y="1532002"/>
                    <a:pt x="265523" y="1510675"/>
                    <a:pt x="342301" y="1404395"/>
                  </a:cubicBezTo>
                  <a:cubicBezTo>
                    <a:pt x="395975" y="1330105"/>
                    <a:pt x="370737" y="1286740"/>
                    <a:pt x="361496" y="1237687"/>
                  </a:cubicBezTo>
                  <a:cubicBezTo>
                    <a:pt x="346567" y="1159132"/>
                    <a:pt x="460667" y="1360319"/>
                    <a:pt x="529980" y="1345745"/>
                  </a:cubicBezTo>
                  <a:cubicBezTo>
                    <a:pt x="731878" y="1303091"/>
                    <a:pt x="752494" y="1175839"/>
                    <a:pt x="769911" y="988159"/>
                  </a:cubicBezTo>
                  <a:cubicBezTo>
                    <a:pt x="793727" y="728323"/>
                    <a:pt x="891831" y="847045"/>
                    <a:pt x="1037923" y="746807"/>
                  </a:cubicBezTo>
                  <a:cubicBezTo>
                    <a:pt x="1149179" y="670384"/>
                    <a:pt x="1152734" y="584365"/>
                    <a:pt x="1118611" y="443961"/>
                  </a:cubicBezTo>
                  <a:cubicBezTo>
                    <a:pt x="1099061" y="362917"/>
                    <a:pt x="1297403" y="304979"/>
                    <a:pt x="1266124" y="234599"/>
                  </a:cubicBezTo>
                  <a:close/>
                </a:path>
              </a:pathLst>
            </a:custGeom>
            <a:solidFill>
              <a:srgbClr val="FFFFFF">
                <a:alpha val="15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78" name="Google Shape;1378;p52"/>
            <p:cNvSpPr/>
            <p:nvPr/>
          </p:nvSpPr>
          <p:spPr>
            <a:xfrm>
              <a:off x="877218" y="3125961"/>
              <a:ext cx="31489" cy="116501"/>
            </a:xfrm>
            <a:custGeom>
              <a:avLst/>
              <a:gdLst/>
              <a:ahLst/>
              <a:cxnLst/>
              <a:rect l="l" t="t" r="r" b="b"/>
              <a:pathLst>
                <a:path w="209720" h="775910" extrusionOk="0">
                  <a:moveTo>
                    <a:pt x="14240" y="17282"/>
                  </a:moveTo>
                  <a:cubicBezTo>
                    <a:pt x="17795" y="138847"/>
                    <a:pt x="39122" y="261123"/>
                    <a:pt x="33079" y="388019"/>
                  </a:cubicBezTo>
                  <a:cubicBezTo>
                    <a:pt x="28458" y="480437"/>
                    <a:pt x="-24859" y="640746"/>
                    <a:pt x="14240" y="725700"/>
                  </a:cubicBezTo>
                  <a:cubicBezTo>
                    <a:pt x="64715" y="835179"/>
                    <a:pt x="180592" y="744183"/>
                    <a:pt x="204052" y="656386"/>
                  </a:cubicBezTo>
                  <a:cubicBezTo>
                    <a:pt x="231422" y="552949"/>
                    <a:pt x="151801" y="416811"/>
                    <a:pt x="132606" y="313730"/>
                  </a:cubicBezTo>
                  <a:cubicBezTo>
                    <a:pt x="122298" y="258634"/>
                    <a:pt x="122298" y="-79401"/>
                    <a:pt x="14240" y="17282"/>
                  </a:cubicBezTo>
                  <a:close/>
                </a:path>
              </a:pathLst>
            </a:custGeom>
            <a:solidFill>
              <a:srgbClr val="FFFFFF">
                <a:alpha val="15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79" name="Google Shape;1379;p52"/>
            <p:cNvSpPr/>
            <p:nvPr/>
          </p:nvSpPr>
          <p:spPr>
            <a:xfrm>
              <a:off x="941964" y="3124390"/>
              <a:ext cx="42093" cy="111466"/>
            </a:xfrm>
            <a:custGeom>
              <a:avLst/>
              <a:gdLst/>
              <a:ahLst/>
              <a:cxnLst/>
              <a:rect l="l" t="t" r="r" b="b"/>
              <a:pathLst>
                <a:path w="280347" h="742378" extrusionOk="0">
                  <a:moveTo>
                    <a:pt x="139384" y="0"/>
                  </a:moveTo>
                  <a:cubicBezTo>
                    <a:pt x="170664" y="112679"/>
                    <a:pt x="184882" y="227845"/>
                    <a:pt x="123388" y="333770"/>
                  </a:cubicBezTo>
                  <a:cubicBezTo>
                    <a:pt x="73625" y="419790"/>
                    <a:pt x="-33011" y="504388"/>
                    <a:pt x="9999" y="610668"/>
                  </a:cubicBezTo>
                  <a:cubicBezTo>
                    <a:pt x="43411" y="693489"/>
                    <a:pt x="206209" y="815765"/>
                    <a:pt x="250641" y="684958"/>
                  </a:cubicBezTo>
                  <a:cubicBezTo>
                    <a:pt x="284053" y="586853"/>
                    <a:pt x="263437" y="410548"/>
                    <a:pt x="273745" y="309955"/>
                  </a:cubicBezTo>
                  <a:cubicBezTo>
                    <a:pt x="279788" y="248106"/>
                    <a:pt x="290451" y="157821"/>
                    <a:pt x="257750" y="103792"/>
                  </a:cubicBezTo>
                  <a:cubicBezTo>
                    <a:pt x="220072" y="41588"/>
                    <a:pt x="160000" y="35545"/>
                    <a:pt x="139384" y="0"/>
                  </a:cubicBezTo>
                  <a:close/>
                </a:path>
              </a:pathLst>
            </a:custGeom>
            <a:solidFill>
              <a:srgbClr val="FFFFFF">
                <a:alpha val="15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80" name="Google Shape;1380;p52"/>
            <p:cNvSpPr/>
            <p:nvPr/>
          </p:nvSpPr>
          <p:spPr>
            <a:xfrm>
              <a:off x="1006079" y="3090972"/>
              <a:ext cx="87540" cy="166873"/>
            </a:xfrm>
            <a:custGeom>
              <a:avLst/>
              <a:gdLst/>
              <a:ahLst/>
              <a:cxnLst/>
              <a:rect l="l" t="t" r="r" b="b"/>
              <a:pathLst>
                <a:path w="583025" h="1111395" extrusionOk="0">
                  <a:moveTo>
                    <a:pt x="203679" y="0"/>
                  </a:moveTo>
                  <a:cubicBezTo>
                    <a:pt x="183063" y="95972"/>
                    <a:pt x="200125" y="199054"/>
                    <a:pt x="175243" y="291827"/>
                  </a:cubicBezTo>
                  <a:cubicBezTo>
                    <a:pt x="153205" y="373226"/>
                    <a:pt x="88868" y="427965"/>
                    <a:pt x="44081" y="498345"/>
                  </a:cubicBezTo>
                  <a:cubicBezTo>
                    <a:pt x="20265" y="536023"/>
                    <a:pt x="-351" y="569080"/>
                    <a:pt x="5" y="616000"/>
                  </a:cubicBezTo>
                  <a:cubicBezTo>
                    <a:pt x="360" y="694911"/>
                    <a:pt x="7469" y="676427"/>
                    <a:pt x="64697" y="704152"/>
                  </a:cubicBezTo>
                  <a:cubicBezTo>
                    <a:pt x="169911" y="754982"/>
                    <a:pt x="266594" y="799058"/>
                    <a:pt x="353680" y="880457"/>
                  </a:cubicBezTo>
                  <a:cubicBezTo>
                    <a:pt x="415174" y="938040"/>
                    <a:pt x="491241" y="1126431"/>
                    <a:pt x="581881" y="1110435"/>
                  </a:cubicBezTo>
                  <a:cubicBezTo>
                    <a:pt x="603564" y="855575"/>
                    <a:pt x="310670" y="750006"/>
                    <a:pt x="258774" y="528914"/>
                  </a:cubicBezTo>
                  <a:cubicBezTo>
                    <a:pt x="217186" y="350832"/>
                    <a:pt x="331642" y="136849"/>
                    <a:pt x="203679" y="711"/>
                  </a:cubicBezTo>
                  <a:close/>
                </a:path>
              </a:pathLst>
            </a:custGeom>
            <a:solidFill>
              <a:srgbClr val="FFFFFF">
                <a:alpha val="15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81" name="Google Shape;1381;p52"/>
            <p:cNvSpPr/>
            <p:nvPr/>
          </p:nvSpPr>
          <p:spPr>
            <a:xfrm>
              <a:off x="899127" y="3354256"/>
              <a:ext cx="36504" cy="83761"/>
            </a:xfrm>
            <a:custGeom>
              <a:avLst/>
              <a:gdLst/>
              <a:ahLst/>
              <a:cxnLst/>
              <a:rect l="l" t="t" r="r" b="b"/>
              <a:pathLst>
                <a:path w="243120" h="557855" extrusionOk="0">
                  <a:moveTo>
                    <a:pt x="192405" y="0"/>
                  </a:moveTo>
                  <a:cubicBezTo>
                    <a:pt x="51646" y="72868"/>
                    <a:pt x="-24066" y="308178"/>
                    <a:pt x="6859" y="453558"/>
                  </a:cubicBezTo>
                  <a:cubicBezTo>
                    <a:pt x="67286" y="734721"/>
                    <a:pt x="201647" y="370027"/>
                    <a:pt x="224751" y="263746"/>
                  </a:cubicBezTo>
                  <a:cubicBezTo>
                    <a:pt x="244301" y="173461"/>
                    <a:pt x="264562" y="63271"/>
                    <a:pt x="192405" y="0"/>
                  </a:cubicBezTo>
                  <a:close/>
                </a:path>
              </a:pathLst>
            </a:custGeom>
            <a:solidFill>
              <a:srgbClr val="FFFFFF">
                <a:alpha val="15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82" name="Google Shape;1382;p52"/>
            <p:cNvSpPr/>
            <p:nvPr/>
          </p:nvSpPr>
          <p:spPr>
            <a:xfrm>
              <a:off x="732412" y="3463880"/>
              <a:ext cx="38513" cy="82760"/>
            </a:xfrm>
            <a:custGeom>
              <a:avLst/>
              <a:gdLst/>
              <a:ahLst/>
              <a:cxnLst/>
              <a:rect l="l" t="t" r="r" b="b"/>
              <a:pathLst>
                <a:path w="256504" h="551189" extrusionOk="0">
                  <a:moveTo>
                    <a:pt x="124883" y="2765"/>
                  </a:moveTo>
                  <a:cubicBezTo>
                    <a:pt x="34242" y="83097"/>
                    <a:pt x="-65285" y="444948"/>
                    <a:pt x="56636" y="534522"/>
                  </a:cubicBezTo>
                  <a:cubicBezTo>
                    <a:pt x="191708" y="634049"/>
                    <a:pt x="247514" y="258691"/>
                    <a:pt x="254978" y="178358"/>
                  </a:cubicBezTo>
                  <a:cubicBezTo>
                    <a:pt x="261732" y="106912"/>
                    <a:pt x="250713" y="-20340"/>
                    <a:pt x="125238" y="2765"/>
                  </a:cubicBezTo>
                  <a:close/>
                </a:path>
              </a:pathLst>
            </a:custGeom>
            <a:solidFill>
              <a:srgbClr val="FFFFFF">
                <a:alpha val="15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83" name="Google Shape;1383;p52"/>
            <p:cNvSpPr/>
            <p:nvPr/>
          </p:nvSpPr>
          <p:spPr>
            <a:xfrm>
              <a:off x="779777" y="3195075"/>
              <a:ext cx="18494" cy="231338"/>
            </a:xfrm>
            <a:custGeom>
              <a:avLst/>
              <a:gdLst/>
              <a:ahLst/>
              <a:cxnLst/>
              <a:rect l="l" t="t" r="r" b="b"/>
              <a:pathLst>
                <a:path w="123170" h="1540739" extrusionOk="0">
                  <a:moveTo>
                    <a:pt x="121377" y="799422"/>
                  </a:moveTo>
                  <a:cubicBezTo>
                    <a:pt x="109647" y="528567"/>
                    <a:pt x="48509" y="274418"/>
                    <a:pt x="81211" y="2497"/>
                  </a:cubicBezTo>
                  <a:cubicBezTo>
                    <a:pt x="81567" y="-703"/>
                    <a:pt x="76946" y="-703"/>
                    <a:pt x="76235" y="1786"/>
                  </a:cubicBezTo>
                  <a:cubicBezTo>
                    <a:pt x="-13695" y="265176"/>
                    <a:pt x="68059" y="529278"/>
                    <a:pt x="76590" y="799422"/>
                  </a:cubicBezTo>
                  <a:cubicBezTo>
                    <a:pt x="81567" y="953689"/>
                    <a:pt x="76590" y="1112221"/>
                    <a:pt x="41045" y="1262933"/>
                  </a:cubicBezTo>
                  <a:cubicBezTo>
                    <a:pt x="18651" y="1357483"/>
                    <a:pt x="-24714" y="1445280"/>
                    <a:pt x="18296" y="1538053"/>
                  </a:cubicBezTo>
                  <a:cubicBezTo>
                    <a:pt x="20429" y="1542319"/>
                    <a:pt x="27538" y="1541253"/>
                    <a:pt x="28604" y="1536632"/>
                  </a:cubicBezTo>
                  <a:cubicBezTo>
                    <a:pt x="78367" y="1288881"/>
                    <a:pt x="132752" y="1054993"/>
                    <a:pt x="121733" y="799422"/>
                  </a:cubicBezTo>
                  <a:close/>
                </a:path>
              </a:pathLst>
            </a:custGeom>
            <a:solidFill>
              <a:srgbClr val="FFFFFF">
                <a:alpha val="15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84" name="Google Shape;1384;p52"/>
            <p:cNvSpPr/>
            <p:nvPr/>
          </p:nvSpPr>
          <p:spPr>
            <a:xfrm>
              <a:off x="851094" y="3242023"/>
              <a:ext cx="56073" cy="62425"/>
            </a:xfrm>
            <a:custGeom>
              <a:avLst/>
              <a:gdLst/>
              <a:ahLst/>
              <a:cxnLst/>
              <a:rect l="l" t="t" r="r" b="b"/>
              <a:pathLst>
                <a:path w="373456" h="415759" extrusionOk="0">
                  <a:moveTo>
                    <a:pt x="372745" y="0"/>
                  </a:moveTo>
                  <a:cubicBezTo>
                    <a:pt x="324759" y="17062"/>
                    <a:pt x="297034" y="69669"/>
                    <a:pt x="257579" y="101304"/>
                  </a:cubicBezTo>
                  <a:cubicBezTo>
                    <a:pt x="200706" y="146802"/>
                    <a:pt x="134236" y="177371"/>
                    <a:pt x="78075" y="223580"/>
                  </a:cubicBezTo>
                  <a:cubicBezTo>
                    <a:pt x="22269" y="269433"/>
                    <a:pt x="-47400" y="367538"/>
                    <a:pt x="45018" y="414814"/>
                  </a:cubicBezTo>
                  <a:cubicBezTo>
                    <a:pt x="52127" y="418368"/>
                    <a:pt x="59236" y="411259"/>
                    <a:pt x="55681" y="404150"/>
                  </a:cubicBezTo>
                  <a:cubicBezTo>
                    <a:pt x="-125" y="291471"/>
                    <a:pt x="131037" y="230689"/>
                    <a:pt x="209237" y="178437"/>
                  </a:cubicBezTo>
                  <a:cubicBezTo>
                    <a:pt x="281749" y="129740"/>
                    <a:pt x="325115" y="72512"/>
                    <a:pt x="373456" y="1066"/>
                  </a:cubicBezTo>
                  <a:cubicBezTo>
                    <a:pt x="373456" y="1066"/>
                    <a:pt x="373456" y="355"/>
                    <a:pt x="373101" y="355"/>
                  </a:cubicBezTo>
                  <a:close/>
                </a:path>
              </a:pathLst>
            </a:custGeom>
            <a:solidFill>
              <a:srgbClr val="FFFFFF">
                <a:alpha val="15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85" name="Google Shape;1385;p52"/>
            <p:cNvSpPr/>
            <p:nvPr/>
          </p:nvSpPr>
          <p:spPr>
            <a:xfrm>
              <a:off x="988542" y="3284187"/>
              <a:ext cx="107551" cy="152795"/>
            </a:xfrm>
            <a:custGeom>
              <a:avLst/>
              <a:gdLst/>
              <a:ahLst/>
              <a:cxnLst/>
              <a:rect l="l" t="t" r="r" b="b"/>
              <a:pathLst>
                <a:path w="716305" h="1017635" extrusionOk="0">
                  <a:moveTo>
                    <a:pt x="701309" y="157"/>
                  </a:moveTo>
                  <a:cubicBezTo>
                    <a:pt x="509719" y="28237"/>
                    <a:pt x="336614" y="231912"/>
                    <a:pt x="227134" y="378359"/>
                  </a:cubicBezTo>
                  <a:cubicBezTo>
                    <a:pt x="89930" y="562483"/>
                    <a:pt x="33057" y="792106"/>
                    <a:pt x="0" y="1016397"/>
                  </a:cubicBezTo>
                  <a:cubicBezTo>
                    <a:pt x="0" y="1017463"/>
                    <a:pt x="1066" y="1018174"/>
                    <a:pt x="1422" y="1017108"/>
                  </a:cubicBezTo>
                  <a:cubicBezTo>
                    <a:pt x="97039" y="839026"/>
                    <a:pt x="115167" y="634996"/>
                    <a:pt x="229267" y="463312"/>
                  </a:cubicBezTo>
                  <a:cubicBezTo>
                    <a:pt x="343368" y="291628"/>
                    <a:pt x="510075" y="96840"/>
                    <a:pt x="707707" y="23617"/>
                  </a:cubicBezTo>
                  <a:cubicBezTo>
                    <a:pt x="722636" y="18285"/>
                    <a:pt x="716593" y="-1976"/>
                    <a:pt x="701309" y="157"/>
                  </a:cubicBezTo>
                  <a:close/>
                </a:path>
              </a:pathLst>
            </a:custGeom>
            <a:solidFill>
              <a:srgbClr val="FFFFFF">
                <a:alpha val="15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86" name="Google Shape;1386;p52"/>
            <p:cNvSpPr/>
            <p:nvPr/>
          </p:nvSpPr>
          <p:spPr>
            <a:xfrm>
              <a:off x="975362" y="3451652"/>
              <a:ext cx="12034" cy="42659"/>
            </a:xfrm>
            <a:custGeom>
              <a:avLst/>
              <a:gdLst/>
              <a:ahLst/>
              <a:cxnLst/>
              <a:rect l="l" t="t" r="r" b="b"/>
              <a:pathLst>
                <a:path w="80151" h="284117" extrusionOk="0">
                  <a:moveTo>
                    <a:pt x="80151" y="1234"/>
                  </a:moveTo>
                  <a:cubicBezTo>
                    <a:pt x="80151" y="1234"/>
                    <a:pt x="79796" y="-543"/>
                    <a:pt x="79085" y="168"/>
                  </a:cubicBezTo>
                  <a:cubicBezTo>
                    <a:pt x="37853" y="31803"/>
                    <a:pt x="22213" y="86187"/>
                    <a:pt x="11549" y="134885"/>
                  </a:cubicBezTo>
                  <a:cubicBezTo>
                    <a:pt x="2663" y="176472"/>
                    <a:pt x="-13333" y="247563"/>
                    <a:pt x="21146" y="281331"/>
                  </a:cubicBezTo>
                  <a:cubicBezTo>
                    <a:pt x="26478" y="286308"/>
                    <a:pt x="37142" y="284530"/>
                    <a:pt x="38564" y="276710"/>
                  </a:cubicBezTo>
                  <a:cubicBezTo>
                    <a:pt x="45673" y="236900"/>
                    <a:pt x="38208" y="193179"/>
                    <a:pt x="42118" y="152657"/>
                  </a:cubicBezTo>
                  <a:cubicBezTo>
                    <a:pt x="46739" y="102894"/>
                    <a:pt x="57403" y="46021"/>
                    <a:pt x="80151" y="1234"/>
                  </a:cubicBezTo>
                  <a:close/>
                </a:path>
              </a:pathLst>
            </a:custGeom>
            <a:solidFill>
              <a:srgbClr val="FFFFFF">
                <a:alpha val="15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87" name="Google Shape;1387;p52"/>
            <p:cNvSpPr/>
            <p:nvPr/>
          </p:nvSpPr>
          <p:spPr>
            <a:xfrm>
              <a:off x="731145" y="3463290"/>
              <a:ext cx="22975" cy="64594"/>
            </a:xfrm>
            <a:custGeom>
              <a:avLst/>
              <a:gdLst/>
              <a:ahLst/>
              <a:cxnLst/>
              <a:rect l="l" t="t" r="r" b="b"/>
              <a:pathLst>
                <a:path w="153014" h="430206" extrusionOk="0">
                  <a:moveTo>
                    <a:pt x="150720" y="644"/>
                  </a:moveTo>
                  <a:cubicBezTo>
                    <a:pt x="48350" y="79554"/>
                    <a:pt x="-46912" y="305622"/>
                    <a:pt x="25245" y="426832"/>
                  </a:cubicBezTo>
                  <a:cubicBezTo>
                    <a:pt x="29155" y="433230"/>
                    <a:pt x="37331" y="429675"/>
                    <a:pt x="38042" y="423277"/>
                  </a:cubicBezTo>
                  <a:cubicBezTo>
                    <a:pt x="47639" y="348632"/>
                    <a:pt x="38397" y="278963"/>
                    <a:pt x="60791" y="204318"/>
                  </a:cubicBezTo>
                  <a:cubicBezTo>
                    <a:pt x="82473" y="132161"/>
                    <a:pt x="118730" y="68891"/>
                    <a:pt x="152853" y="2776"/>
                  </a:cubicBezTo>
                  <a:cubicBezTo>
                    <a:pt x="153564" y="1355"/>
                    <a:pt x="151787" y="-778"/>
                    <a:pt x="150365" y="288"/>
                  </a:cubicBezTo>
                  <a:close/>
                </a:path>
              </a:pathLst>
            </a:custGeom>
            <a:solidFill>
              <a:srgbClr val="FFFFFF">
                <a:alpha val="15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88" name="Google Shape;1388;p52"/>
            <p:cNvSpPr/>
            <p:nvPr/>
          </p:nvSpPr>
          <p:spPr>
            <a:xfrm>
              <a:off x="862503" y="3497624"/>
              <a:ext cx="36058" cy="21657"/>
            </a:xfrm>
            <a:custGeom>
              <a:avLst/>
              <a:gdLst/>
              <a:ahLst/>
              <a:cxnLst/>
              <a:rect l="l" t="t" r="r" b="b"/>
              <a:pathLst>
                <a:path w="240149" h="144239" extrusionOk="0">
                  <a:moveTo>
                    <a:pt x="237182" y="3802"/>
                  </a:moveTo>
                  <a:cubicBezTo>
                    <a:pt x="235760" y="248"/>
                    <a:pt x="231494" y="-1529"/>
                    <a:pt x="228651" y="1670"/>
                  </a:cubicBezTo>
                  <a:cubicBezTo>
                    <a:pt x="215855" y="14466"/>
                    <a:pt x="209101" y="32950"/>
                    <a:pt x="197015" y="46812"/>
                  </a:cubicBezTo>
                  <a:cubicBezTo>
                    <a:pt x="180665" y="65296"/>
                    <a:pt x="159693" y="80580"/>
                    <a:pt x="138366" y="93021"/>
                  </a:cubicBezTo>
                  <a:cubicBezTo>
                    <a:pt x="95356" y="117903"/>
                    <a:pt x="50569" y="134609"/>
                    <a:pt x="1161" y="120391"/>
                  </a:cubicBezTo>
                  <a:cubicBezTo>
                    <a:pt x="450" y="120391"/>
                    <a:pt x="-261" y="121102"/>
                    <a:pt x="95" y="121813"/>
                  </a:cubicBezTo>
                  <a:cubicBezTo>
                    <a:pt x="28175" y="162690"/>
                    <a:pt x="101043" y="138519"/>
                    <a:pt x="135878" y="121102"/>
                  </a:cubicBezTo>
                  <a:cubicBezTo>
                    <a:pt x="168224" y="105107"/>
                    <a:pt x="256376" y="51433"/>
                    <a:pt x="237537" y="4158"/>
                  </a:cubicBezTo>
                  <a:close/>
                </a:path>
              </a:pathLst>
            </a:custGeom>
            <a:solidFill>
              <a:srgbClr val="FFFFFF">
                <a:alpha val="15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89" name="Google Shape;1389;p52"/>
            <p:cNvSpPr/>
            <p:nvPr/>
          </p:nvSpPr>
          <p:spPr>
            <a:xfrm>
              <a:off x="1067917" y="3429963"/>
              <a:ext cx="118177" cy="38128"/>
            </a:xfrm>
            <a:custGeom>
              <a:avLst/>
              <a:gdLst/>
              <a:ahLst/>
              <a:cxnLst/>
              <a:rect l="l" t="t" r="r" b="b"/>
              <a:pathLst>
                <a:path w="787074" h="253934" extrusionOk="0">
                  <a:moveTo>
                    <a:pt x="783585" y="192340"/>
                  </a:moveTo>
                  <a:cubicBezTo>
                    <a:pt x="604436" y="191273"/>
                    <a:pt x="433819" y="284402"/>
                    <a:pt x="271732" y="156794"/>
                  </a:cubicBezTo>
                  <a:cubicBezTo>
                    <a:pt x="172561" y="78595"/>
                    <a:pt x="130618" y="28476"/>
                    <a:pt x="1588" y="40"/>
                  </a:cubicBezTo>
                  <a:cubicBezTo>
                    <a:pt x="-189" y="-316"/>
                    <a:pt x="-544" y="1817"/>
                    <a:pt x="877" y="2528"/>
                  </a:cubicBezTo>
                  <a:cubicBezTo>
                    <a:pt x="101826" y="43760"/>
                    <a:pt x="161542" y="93168"/>
                    <a:pt x="239031" y="164614"/>
                  </a:cubicBezTo>
                  <a:cubicBezTo>
                    <a:pt x="278131" y="200871"/>
                    <a:pt x="323984" y="225752"/>
                    <a:pt x="375880" y="239615"/>
                  </a:cubicBezTo>
                  <a:cubicBezTo>
                    <a:pt x="509886" y="274805"/>
                    <a:pt x="655977" y="238904"/>
                    <a:pt x="784651" y="199093"/>
                  </a:cubicBezTo>
                  <a:cubicBezTo>
                    <a:pt x="788206" y="198027"/>
                    <a:pt x="787850" y="192340"/>
                    <a:pt x="783585" y="192340"/>
                  </a:cubicBezTo>
                  <a:close/>
                </a:path>
              </a:pathLst>
            </a:custGeom>
            <a:solidFill>
              <a:srgbClr val="FFFFFF">
                <a:alpha val="15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90" name="Google Shape;1390;p52"/>
            <p:cNvSpPr/>
            <p:nvPr/>
          </p:nvSpPr>
          <p:spPr>
            <a:xfrm>
              <a:off x="1164131" y="3315081"/>
              <a:ext cx="50993" cy="47543"/>
            </a:xfrm>
            <a:custGeom>
              <a:avLst/>
              <a:gdLst/>
              <a:ahLst/>
              <a:cxnLst/>
              <a:rect l="l" t="t" r="r" b="b"/>
              <a:pathLst>
                <a:path w="339619" h="316642" extrusionOk="0">
                  <a:moveTo>
                    <a:pt x="332349" y="235"/>
                  </a:moveTo>
                  <a:cubicBezTo>
                    <a:pt x="256637" y="19074"/>
                    <a:pt x="179859" y="91231"/>
                    <a:pt x="123342" y="144193"/>
                  </a:cubicBezTo>
                  <a:cubicBezTo>
                    <a:pt x="77134" y="187203"/>
                    <a:pt x="2488" y="247274"/>
                    <a:pt x="0" y="316232"/>
                  </a:cubicBezTo>
                  <a:cubicBezTo>
                    <a:pt x="0" y="316588"/>
                    <a:pt x="356" y="316943"/>
                    <a:pt x="711" y="316232"/>
                  </a:cubicBezTo>
                  <a:cubicBezTo>
                    <a:pt x="50830" y="258649"/>
                    <a:pt x="98105" y="202487"/>
                    <a:pt x="155333" y="150947"/>
                  </a:cubicBezTo>
                  <a:cubicBezTo>
                    <a:pt x="209717" y="101894"/>
                    <a:pt x="297870" y="68837"/>
                    <a:pt x="338747" y="8410"/>
                  </a:cubicBezTo>
                  <a:cubicBezTo>
                    <a:pt x="341590" y="4145"/>
                    <a:pt x="336970" y="-1187"/>
                    <a:pt x="332349" y="235"/>
                  </a:cubicBezTo>
                  <a:close/>
                </a:path>
              </a:pathLst>
            </a:custGeom>
            <a:solidFill>
              <a:srgbClr val="FFFFFF">
                <a:alpha val="15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91" name="Google Shape;1391;p52"/>
            <p:cNvSpPr/>
            <p:nvPr/>
          </p:nvSpPr>
          <p:spPr>
            <a:xfrm>
              <a:off x="1211703" y="3408071"/>
              <a:ext cx="25679" cy="12910"/>
            </a:xfrm>
            <a:custGeom>
              <a:avLst/>
              <a:gdLst/>
              <a:ahLst/>
              <a:cxnLst/>
              <a:rect l="l" t="t" r="r" b="b"/>
              <a:pathLst>
                <a:path w="171026" h="85983" extrusionOk="0">
                  <a:moveTo>
                    <a:pt x="158277" y="5169"/>
                  </a:moveTo>
                  <a:cubicBezTo>
                    <a:pt x="108869" y="-15448"/>
                    <a:pt x="37778" y="30050"/>
                    <a:pt x="3655" y="63463"/>
                  </a:cubicBezTo>
                  <a:cubicBezTo>
                    <a:pt x="-6654" y="73771"/>
                    <a:pt x="6854" y="91899"/>
                    <a:pt x="19295" y="84079"/>
                  </a:cubicBezTo>
                  <a:cubicBezTo>
                    <a:pt x="42044" y="69506"/>
                    <a:pt x="66925" y="61686"/>
                    <a:pt x="93229" y="55288"/>
                  </a:cubicBezTo>
                  <a:cubicBezTo>
                    <a:pt x="116689" y="49245"/>
                    <a:pt x="140859" y="48534"/>
                    <a:pt x="162542" y="36804"/>
                  </a:cubicBezTo>
                  <a:cubicBezTo>
                    <a:pt x="177116" y="28984"/>
                    <a:pt x="171073" y="10500"/>
                    <a:pt x="158277" y="5169"/>
                  </a:cubicBezTo>
                  <a:close/>
                </a:path>
              </a:pathLst>
            </a:custGeom>
            <a:solidFill>
              <a:srgbClr val="FFFFFF">
                <a:alpha val="15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92" name="Google Shape;1392;p52"/>
            <p:cNvSpPr/>
            <p:nvPr/>
          </p:nvSpPr>
          <p:spPr>
            <a:xfrm>
              <a:off x="877213" y="3129764"/>
              <a:ext cx="8618" cy="107404"/>
            </a:xfrm>
            <a:custGeom>
              <a:avLst/>
              <a:gdLst/>
              <a:ahLst/>
              <a:cxnLst/>
              <a:rect l="l" t="t" r="r" b="b"/>
              <a:pathLst>
                <a:path w="57398" h="715325" extrusionOk="0">
                  <a:moveTo>
                    <a:pt x="57282" y="347455"/>
                  </a:moveTo>
                  <a:cubicBezTo>
                    <a:pt x="54438" y="230511"/>
                    <a:pt x="23159" y="117477"/>
                    <a:pt x="11073" y="1600"/>
                  </a:cubicBezTo>
                  <a:cubicBezTo>
                    <a:pt x="11073" y="-533"/>
                    <a:pt x="7519" y="-533"/>
                    <a:pt x="7519" y="1600"/>
                  </a:cubicBezTo>
                  <a:cubicBezTo>
                    <a:pt x="5031" y="140582"/>
                    <a:pt x="30979" y="278853"/>
                    <a:pt x="23870" y="417835"/>
                  </a:cubicBezTo>
                  <a:cubicBezTo>
                    <a:pt x="18893" y="514163"/>
                    <a:pt x="-29804" y="626486"/>
                    <a:pt x="28135" y="712861"/>
                  </a:cubicBezTo>
                  <a:cubicBezTo>
                    <a:pt x="31334" y="717837"/>
                    <a:pt x="39154" y="714638"/>
                    <a:pt x="37732" y="708951"/>
                  </a:cubicBezTo>
                  <a:cubicBezTo>
                    <a:pt x="9651" y="594495"/>
                    <a:pt x="60126" y="465821"/>
                    <a:pt x="57282" y="347811"/>
                  </a:cubicBezTo>
                  <a:close/>
                </a:path>
              </a:pathLst>
            </a:custGeom>
            <a:solidFill>
              <a:srgbClr val="FFFFFF">
                <a:alpha val="15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93" name="Google Shape;1393;p52"/>
            <p:cNvSpPr/>
            <p:nvPr/>
          </p:nvSpPr>
          <p:spPr>
            <a:xfrm>
              <a:off x="962325" y="3124513"/>
              <a:ext cx="7102" cy="40483"/>
            </a:xfrm>
            <a:custGeom>
              <a:avLst/>
              <a:gdLst/>
              <a:ahLst/>
              <a:cxnLst/>
              <a:rect l="l" t="t" r="r" b="b"/>
              <a:pathLst>
                <a:path w="47298" h="269620" extrusionOk="0">
                  <a:moveTo>
                    <a:pt x="7228" y="2028"/>
                  </a:moveTo>
                  <a:cubicBezTo>
                    <a:pt x="5451" y="-2238"/>
                    <a:pt x="-947" y="961"/>
                    <a:pt x="119" y="4871"/>
                  </a:cubicBezTo>
                  <a:cubicBezTo>
                    <a:pt x="25356" y="93379"/>
                    <a:pt x="22513" y="172290"/>
                    <a:pt x="7228" y="261508"/>
                  </a:cubicBezTo>
                  <a:cubicBezTo>
                    <a:pt x="6162" y="266840"/>
                    <a:pt x="13271" y="272883"/>
                    <a:pt x="17536" y="267551"/>
                  </a:cubicBezTo>
                  <a:cubicBezTo>
                    <a:pt x="72987" y="196460"/>
                    <a:pt x="39930" y="75962"/>
                    <a:pt x="7228" y="2028"/>
                  </a:cubicBezTo>
                  <a:close/>
                </a:path>
              </a:pathLst>
            </a:custGeom>
            <a:solidFill>
              <a:srgbClr val="FFFFFF">
                <a:alpha val="15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94" name="Google Shape;1394;p52"/>
            <p:cNvSpPr/>
            <p:nvPr/>
          </p:nvSpPr>
          <p:spPr>
            <a:xfrm>
              <a:off x="898686" y="3096839"/>
              <a:ext cx="21695" cy="23828"/>
            </a:xfrm>
            <a:custGeom>
              <a:avLst/>
              <a:gdLst/>
              <a:ahLst/>
              <a:cxnLst/>
              <a:rect l="l" t="t" r="r" b="b"/>
              <a:pathLst>
                <a:path w="144490" h="158697" extrusionOk="0">
                  <a:moveTo>
                    <a:pt x="90834" y="1161"/>
                  </a:moveTo>
                  <a:cubicBezTo>
                    <a:pt x="90834" y="1161"/>
                    <a:pt x="89412" y="4005"/>
                    <a:pt x="90834" y="4360"/>
                  </a:cubicBezTo>
                  <a:cubicBezTo>
                    <a:pt x="99721" y="6849"/>
                    <a:pt x="110384" y="8270"/>
                    <a:pt x="118560" y="12891"/>
                  </a:cubicBezTo>
                  <a:cubicBezTo>
                    <a:pt x="140242" y="25332"/>
                    <a:pt x="135621" y="53768"/>
                    <a:pt x="120337" y="69053"/>
                  </a:cubicBezTo>
                  <a:cubicBezTo>
                    <a:pt x="108962" y="80783"/>
                    <a:pt x="95100" y="91091"/>
                    <a:pt x="82303" y="101044"/>
                  </a:cubicBezTo>
                  <a:cubicBezTo>
                    <a:pt x="57422" y="120949"/>
                    <a:pt x="18677" y="131257"/>
                    <a:pt x="194" y="157205"/>
                  </a:cubicBezTo>
                  <a:cubicBezTo>
                    <a:pt x="-517" y="157916"/>
                    <a:pt x="905" y="158982"/>
                    <a:pt x="1616" y="158627"/>
                  </a:cubicBezTo>
                  <a:cubicBezTo>
                    <a:pt x="28985" y="141921"/>
                    <a:pt x="58488" y="131968"/>
                    <a:pt x="84436" y="112063"/>
                  </a:cubicBezTo>
                  <a:cubicBezTo>
                    <a:pt x="103275" y="97489"/>
                    <a:pt x="129223" y="80783"/>
                    <a:pt x="140242" y="58745"/>
                  </a:cubicBezTo>
                  <a:cubicBezTo>
                    <a:pt x="156238" y="26399"/>
                    <a:pt x="124247" y="-6659"/>
                    <a:pt x="91190" y="1161"/>
                  </a:cubicBezTo>
                  <a:close/>
                </a:path>
              </a:pathLst>
            </a:custGeom>
            <a:solidFill>
              <a:srgbClr val="FFFFFF">
                <a:alpha val="15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95" name="Google Shape;1395;p52"/>
            <p:cNvSpPr/>
            <p:nvPr/>
          </p:nvSpPr>
          <p:spPr>
            <a:xfrm>
              <a:off x="976832" y="3098832"/>
              <a:ext cx="23544" cy="30862"/>
            </a:xfrm>
            <a:custGeom>
              <a:avLst/>
              <a:gdLst/>
              <a:ahLst/>
              <a:cxnLst/>
              <a:rect l="l" t="t" r="r" b="b"/>
              <a:pathLst>
                <a:path w="156808" h="205547" extrusionOk="0">
                  <a:moveTo>
                    <a:pt x="81754" y="355"/>
                  </a:moveTo>
                  <a:cubicBezTo>
                    <a:pt x="78200" y="-711"/>
                    <a:pt x="77133" y="3910"/>
                    <a:pt x="79622" y="5687"/>
                  </a:cubicBezTo>
                  <a:cubicBezTo>
                    <a:pt x="125475" y="40877"/>
                    <a:pt x="172750" y="105925"/>
                    <a:pt x="132229" y="163864"/>
                  </a:cubicBezTo>
                  <a:cubicBezTo>
                    <a:pt x="100949" y="208651"/>
                    <a:pt x="45853" y="193011"/>
                    <a:pt x="0" y="194788"/>
                  </a:cubicBezTo>
                  <a:cubicBezTo>
                    <a:pt x="0" y="194788"/>
                    <a:pt x="0" y="194788"/>
                    <a:pt x="0" y="195144"/>
                  </a:cubicBezTo>
                  <a:cubicBezTo>
                    <a:pt x="51896" y="214338"/>
                    <a:pt x="126897" y="210784"/>
                    <a:pt x="150357" y="151778"/>
                  </a:cubicBezTo>
                  <a:cubicBezTo>
                    <a:pt x="171684" y="98460"/>
                    <a:pt x="137916" y="17417"/>
                    <a:pt x="81754" y="0"/>
                  </a:cubicBezTo>
                  <a:close/>
                </a:path>
              </a:pathLst>
            </a:custGeom>
            <a:solidFill>
              <a:srgbClr val="FFFFFF">
                <a:alpha val="15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96" name="Google Shape;1396;p52"/>
            <p:cNvSpPr/>
            <p:nvPr/>
          </p:nvSpPr>
          <p:spPr>
            <a:xfrm>
              <a:off x="1070407" y="3082202"/>
              <a:ext cx="13344" cy="17285"/>
            </a:xfrm>
            <a:custGeom>
              <a:avLst/>
              <a:gdLst/>
              <a:ahLst/>
              <a:cxnLst/>
              <a:rect l="l" t="t" r="r" b="b"/>
              <a:pathLst>
                <a:path w="88871" h="115121" extrusionOk="0">
                  <a:moveTo>
                    <a:pt x="21645" y="355"/>
                  </a:moveTo>
                  <a:cubicBezTo>
                    <a:pt x="21645" y="355"/>
                    <a:pt x="21289" y="355"/>
                    <a:pt x="21645" y="355"/>
                  </a:cubicBezTo>
                  <a:cubicBezTo>
                    <a:pt x="35152" y="24882"/>
                    <a:pt x="86693" y="40522"/>
                    <a:pt x="79228" y="73934"/>
                  </a:cubicBezTo>
                  <a:cubicBezTo>
                    <a:pt x="72475" y="104503"/>
                    <a:pt x="25555" y="108769"/>
                    <a:pt x="673" y="112679"/>
                  </a:cubicBezTo>
                  <a:cubicBezTo>
                    <a:pt x="-393" y="112679"/>
                    <a:pt x="-38" y="114456"/>
                    <a:pt x="673" y="114456"/>
                  </a:cubicBezTo>
                  <a:cubicBezTo>
                    <a:pt x="28043" y="117655"/>
                    <a:pt x="74963" y="109835"/>
                    <a:pt x="86337" y="79977"/>
                  </a:cubicBezTo>
                  <a:cubicBezTo>
                    <a:pt x="101622" y="40166"/>
                    <a:pt x="43683" y="19905"/>
                    <a:pt x="21645" y="0"/>
                  </a:cubicBezTo>
                  <a:close/>
                </a:path>
              </a:pathLst>
            </a:custGeom>
            <a:solidFill>
              <a:srgbClr val="FFFFFF">
                <a:alpha val="15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97" name="Google Shape;1397;p52"/>
            <p:cNvSpPr/>
            <p:nvPr/>
          </p:nvSpPr>
          <p:spPr>
            <a:xfrm>
              <a:off x="1233736" y="3321060"/>
              <a:ext cx="12430" cy="48182"/>
            </a:xfrm>
            <a:custGeom>
              <a:avLst/>
              <a:gdLst/>
              <a:ahLst/>
              <a:cxnLst/>
              <a:rect l="l" t="t" r="r" b="b"/>
              <a:pathLst>
                <a:path w="82786" h="320898" extrusionOk="0">
                  <a:moveTo>
                    <a:pt x="81826" y="245202"/>
                  </a:moveTo>
                  <a:cubicBezTo>
                    <a:pt x="76849" y="157760"/>
                    <a:pt x="45570" y="74940"/>
                    <a:pt x="1138" y="294"/>
                  </a:cubicBezTo>
                  <a:cubicBezTo>
                    <a:pt x="782" y="-416"/>
                    <a:pt x="-284" y="294"/>
                    <a:pt x="72" y="1005"/>
                  </a:cubicBezTo>
                  <a:cubicBezTo>
                    <a:pt x="2915" y="7759"/>
                    <a:pt x="121281" y="318069"/>
                    <a:pt x="53745" y="312382"/>
                  </a:cubicBezTo>
                  <a:cubicBezTo>
                    <a:pt x="50901" y="312382"/>
                    <a:pt x="49480" y="316648"/>
                    <a:pt x="52323" y="318069"/>
                  </a:cubicBezTo>
                  <a:cubicBezTo>
                    <a:pt x="88579" y="336198"/>
                    <a:pt x="82892" y="261908"/>
                    <a:pt x="81826" y="245202"/>
                  </a:cubicBezTo>
                  <a:close/>
                </a:path>
              </a:pathLst>
            </a:custGeom>
            <a:solidFill>
              <a:srgbClr val="FFFFFF">
                <a:alpha val="15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98" name="Google Shape;1398;p52"/>
            <p:cNvSpPr/>
            <p:nvPr/>
          </p:nvSpPr>
          <p:spPr>
            <a:xfrm>
              <a:off x="1256460" y="3421306"/>
              <a:ext cx="12988" cy="22531"/>
            </a:xfrm>
            <a:custGeom>
              <a:avLst/>
              <a:gdLst/>
              <a:ahLst/>
              <a:cxnLst/>
              <a:rect l="l" t="t" r="r" b="b"/>
              <a:pathLst>
                <a:path w="86499" h="150058" extrusionOk="0">
                  <a:moveTo>
                    <a:pt x="42727" y="0"/>
                  </a:moveTo>
                  <a:cubicBezTo>
                    <a:pt x="42727" y="0"/>
                    <a:pt x="40239" y="0"/>
                    <a:pt x="40594" y="1422"/>
                  </a:cubicBezTo>
                  <a:cubicBezTo>
                    <a:pt x="50547" y="36967"/>
                    <a:pt x="80405" y="62915"/>
                    <a:pt x="76850" y="103081"/>
                  </a:cubicBezTo>
                  <a:cubicBezTo>
                    <a:pt x="72229" y="151779"/>
                    <a:pt x="29220" y="148224"/>
                    <a:pt x="783" y="121210"/>
                  </a:cubicBezTo>
                  <a:cubicBezTo>
                    <a:pt x="783" y="121210"/>
                    <a:pt x="-283" y="121210"/>
                    <a:pt x="73" y="121565"/>
                  </a:cubicBezTo>
                  <a:cubicBezTo>
                    <a:pt x="16423" y="145380"/>
                    <a:pt x="53391" y="164575"/>
                    <a:pt x="75073" y="135072"/>
                  </a:cubicBezTo>
                  <a:cubicBezTo>
                    <a:pt x="104576" y="94551"/>
                    <a:pt x="70808" y="31635"/>
                    <a:pt x="43082" y="0"/>
                  </a:cubicBezTo>
                  <a:close/>
                </a:path>
              </a:pathLst>
            </a:custGeom>
            <a:solidFill>
              <a:srgbClr val="FFFFFF">
                <a:alpha val="15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99" name="Google Shape;1399;p52"/>
            <p:cNvSpPr/>
            <p:nvPr/>
          </p:nvSpPr>
          <p:spPr>
            <a:xfrm>
              <a:off x="1241955" y="3403647"/>
              <a:ext cx="5688" cy="20465"/>
            </a:xfrm>
            <a:custGeom>
              <a:avLst/>
              <a:gdLst/>
              <a:ahLst/>
              <a:cxnLst/>
              <a:rect l="l" t="t" r="r" b="b"/>
              <a:pathLst>
                <a:path w="37885" h="136302" extrusionOk="0">
                  <a:moveTo>
                    <a:pt x="15816" y="455"/>
                  </a:moveTo>
                  <a:cubicBezTo>
                    <a:pt x="15816" y="455"/>
                    <a:pt x="15816" y="-256"/>
                    <a:pt x="15106" y="99"/>
                  </a:cubicBezTo>
                  <a:cubicBezTo>
                    <a:pt x="-20795" y="33868"/>
                    <a:pt x="16172" y="101048"/>
                    <a:pt x="34655" y="135527"/>
                  </a:cubicBezTo>
                  <a:cubicBezTo>
                    <a:pt x="35366" y="136949"/>
                    <a:pt x="38210" y="136238"/>
                    <a:pt x="37855" y="134816"/>
                  </a:cubicBezTo>
                  <a:cubicBezTo>
                    <a:pt x="31812" y="85408"/>
                    <a:pt x="-6577" y="53417"/>
                    <a:pt x="15816" y="810"/>
                  </a:cubicBezTo>
                  <a:close/>
                </a:path>
              </a:pathLst>
            </a:custGeom>
            <a:solidFill>
              <a:srgbClr val="FFFFFF">
                <a:alpha val="15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00" name="Google Shape;1400;p52"/>
            <p:cNvSpPr/>
            <p:nvPr/>
          </p:nvSpPr>
          <p:spPr>
            <a:xfrm>
              <a:off x="1216114" y="3306551"/>
              <a:ext cx="13021" cy="46677"/>
            </a:xfrm>
            <a:custGeom>
              <a:avLst/>
              <a:gdLst/>
              <a:ahLst/>
              <a:cxnLst/>
              <a:rect l="l" t="t" r="r" b="b"/>
              <a:pathLst>
                <a:path w="86722" h="310877" extrusionOk="0">
                  <a:moveTo>
                    <a:pt x="32269" y="137271"/>
                  </a:moveTo>
                  <a:cubicBezTo>
                    <a:pt x="20895" y="98882"/>
                    <a:pt x="-2565" y="38455"/>
                    <a:pt x="22672" y="3265"/>
                  </a:cubicBezTo>
                  <a:cubicBezTo>
                    <a:pt x="23738" y="1488"/>
                    <a:pt x="21606" y="-1001"/>
                    <a:pt x="19828" y="421"/>
                  </a:cubicBezTo>
                  <a:cubicBezTo>
                    <a:pt x="-9674" y="22459"/>
                    <a:pt x="634" y="70090"/>
                    <a:pt x="7387" y="101014"/>
                  </a:cubicBezTo>
                  <a:cubicBezTo>
                    <a:pt x="22672" y="171394"/>
                    <a:pt x="47909" y="245684"/>
                    <a:pt x="80611" y="309310"/>
                  </a:cubicBezTo>
                  <a:cubicBezTo>
                    <a:pt x="82388" y="312509"/>
                    <a:pt x="87364" y="310376"/>
                    <a:pt x="86654" y="306822"/>
                  </a:cubicBezTo>
                  <a:cubicBezTo>
                    <a:pt x="71014" y="249594"/>
                    <a:pt x="49686" y="194143"/>
                    <a:pt x="32625" y="137271"/>
                  </a:cubicBezTo>
                  <a:close/>
                </a:path>
              </a:pathLst>
            </a:custGeom>
            <a:solidFill>
              <a:srgbClr val="FFFFFF">
                <a:alpha val="15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01" name="Google Shape;1401;p52"/>
            <p:cNvSpPr/>
            <p:nvPr/>
          </p:nvSpPr>
          <p:spPr>
            <a:xfrm>
              <a:off x="1035098" y="3074811"/>
              <a:ext cx="19276" cy="20139"/>
            </a:xfrm>
            <a:custGeom>
              <a:avLst/>
              <a:gdLst/>
              <a:ahLst/>
              <a:cxnLst/>
              <a:rect l="l" t="t" r="r" b="b"/>
              <a:pathLst>
                <a:path w="128378" h="134130" extrusionOk="0">
                  <a:moveTo>
                    <a:pt x="127351" y="131603"/>
                  </a:moveTo>
                  <a:cubicBezTo>
                    <a:pt x="96427" y="115963"/>
                    <a:pt x="-30114" y="53048"/>
                    <a:pt x="24981" y="5417"/>
                  </a:cubicBezTo>
                  <a:cubicBezTo>
                    <a:pt x="27469" y="3284"/>
                    <a:pt x="24981" y="-626"/>
                    <a:pt x="21782" y="85"/>
                  </a:cubicBezTo>
                  <a:cubicBezTo>
                    <a:pt x="-13408" y="8616"/>
                    <a:pt x="1166" y="49138"/>
                    <a:pt x="16095" y="70109"/>
                  </a:cubicBezTo>
                  <a:cubicBezTo>
                    <a:pt x="42398" y="106721"/>
                    <a:pt x="84697" y="123427"/>
                    <a:pt x="126641" y="134091"/>
                  </a:cubicBezTo>
                  <a:cubicBezTo>
                    <a:pt x="128062" y="134446"/>
                    <a:pt x="129129" y="132314"/>
                    <a:pt x="127707" y="131603"/>
                  </a:cubicBezTo>
                  <a:close/>
                </a:path>
              </a:pathLst>
            </a:custGeom>
            <a:solidFill>
              <a:srgbClr val="FFFFFF">
                <a:alpha val="15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02" name="Google Shape;1402;p52"/>
            <p:cNvSpPr/>
            <p:nvPr/>
          </p:nvSpPr>
          <p:spPr>
            <a:xfrm>
              <a:off x="960030" y="3092167"/>
              <a:ext cx="11346" cy="29288"/>
            </a:xfrm>
            <a:custGeom>
              <a:avLst/>
              <a:gdLst/>
              <a:ahLst/>
              <a:cxnLst/>
              <a:rect l="l" t="t" r="r" b="b"/>
              <a:pathLst>
                <a:path w="75563" h="195059" extrusionOk="0">
                  <a:moveTo>
                    <a:pt x="75089" y="2358"/>
                  </a:moveTo>
                  <a:cubicBezTo>
                    <a:pt x="75089" y="2358"/>
                    <a:pt x="76156" y="225"/>
                    <a:pt x="75089" y="225"/>
                  </a:cubicBezTo>
                  <a:cubicBezTo>
                    <a:pt x="-17328" y="-7239"/>
                    <a:pt x="-24437" y="172976"/>
                    <a:pt x="53762" y="195014"/>
                  </a:cubicBezTo>
                  <a:cubicBezTo>
                    <a:pt x="55184" y="195369"/>
                    <a:pt x="56250" y="193592"/>
                    <a:pt x="55184" y="192526"/>
                  </a:cubicBezTo>
                  <a:cubicBezTo>
                    <a:pt x="-3110" y="139563"/>
                    <a:pt x="-13418" y="30084"/>
                    <a:pt x="75089" y="2358"/>
                  </a:cubicBezTo>
                  <a:close/>
                </a:path>
              </a:pathLst>
            </a:custGeom>
            <a:solidFill>
              <a:srgbClr val="FFFFFF">
                <a:alpha val="15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03" name="Google Shape;1403;p52"/>
            <p:cNvSpPr/>
            <p:nvPr/>
          </p:nvSpPr>
          <p:spPr>
            <a:xfrm>
              <a:off x="874296" y="3102350"/>
              <a:ext cx="17583" cy="24429"/>
            </a:xfrm>
            <a:custGeom>
              <a:avLst/>
              <a:gdLst/>
              <a:ahLst/>
              <a:cxnLst/>
              <a:rect l="l" t="t" r="r" b="b"/>
              <a:pathLst>
                <a:path w="117106" h="162698" extrusionOk="0">
                  <a:moveTo>
                    <a:pt x="28332" y="151140"/>
                  </a:moveTo>
                  <a:cubicBezTo>
                    <a:pt x="-10057" y="135500"/>
                    <a:pt x="16957" y="95689"/>
                    <a:pt x="29754" y="76850"/>
                  </a:cubicBezTo>
                  <a:cubicBezTo>
                    <a:pt x="51436" y="45215"/>
                    <a:pt x="80939" y="15712"/>
                    <a:pt x="116840" y="783"/>
                  </a:cubicBezTo>
                  <a:cubicBezTo>
                    <a:pt x="117195" y="783"/>
                    <a:pt x="117195" y="-283"/>
                    <a:pt x="116840" y="73"/>
                  </a:cubicBezTo>
                  <a:cubicBezTo>
                    <a:pt x="67432" y="3983"/>
                    <a:pt x="16602" y="65476"/>
                    <a:pt x="2384" y="109908"/>
                  </a:cubicBezTo>
                  <a:cubicBezTo>
                    <a:pt x="-13612" y="160026"/>
                    <a:pt x="54991" y="178510"/>
                    <a:pt x="85915" y="147586"/>
                  </a:cubicBezTo>
                  <a:cubicBezTo>
                    <a:pt x="86982" y="146519"/>
                    <a:pt x="85915" y="144031"/>
                    <a:pt x="84138" y="144742"/>
                  </a:cubicBezTo>
                  <a:cubicBezTo>
                    <a:pt x="68143" y="151140"/>
                    <a:pt x="45749" y="157894"/>
                    <a:pt x="28687" y="151140"/>
                  </a:cubicBezTo>
                  <a:close/>
                </a:path>
              </a:pathLst>
            </a:custGeom>
            <a:solidFill>
              <a:srgbClr val="FFFFFF">
                <a:alpha val="15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04" name="Google Shape;1404;p52"/>
            <p:cNvSpPr/>
            <p:nvPr/>
          </p:nvSpPr>
          <p:spPr>
            <a:xfrm>
              <a:off x="779535" y="3171466"/>
              <a:ext cx="46489" cy="41540"/>
            </a:xfrm>
            <a:custGeom>
              <a:avLst/>
              <a:gdLst/>
              <a:ahLst/>
              <a:cxnLst/>
              <a:rect l="l" t="t" r="r" b="b"/>
              <a:pathLst>
                <a:path w="309619" h="276658" extrusionOk="0">
                  <a:moveTo>
                    <a:pt x="308178" y="13713"/>
                  </a:moveTo>
                  <a:cubicBezTo>
                    <a:pt x="255571" y="-22899"/>
                    <a:pt x="164219" y="21533"/>
                    <a:pt x="121565" y="56722"/>
                  </a:cubicBezTo>
                  <a:cubicBezTo>
                    <a:pt x="56517" y="110040"/>
                    <a:pt x="9597" y="192150"/>
                    <a:pt x="0" y="275326"/>
                  </a:cubicBezTo>
                  <a:cubicBezTo>
                    <a:pt x="0" y="277103"/>
                    <a:pt x="2488" y="277103"/>
                    <a:pt x="2844" y="275326"/>
                  </a:cubicBezTo>
                  <a:cubicBezTo>
                    <a:pt x="19550" y="133500"/>
                    <a:pt x="163508" y="1272"/>
                    <a:pt x="307111" y="18689"/>
                  </a:cubicBezTo>
                  <a:cubicBezTo>
                    <a:pt x="309955" y="18689"/>
                    <a:pt x="310310" y="15134"/>
                    <a:pt x="308533" y="13713"/>
                  </a:cubicBezTo>
                  <a:close/>
                </a:path>
              </a:pathLst>
            </a:custGeom>
            <a:solidFill>
              <a:srgbClr val="FFFFFF">
                <a:alpha val="15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05" name="Google Shape;1405;p52"/>
            <p:cNvSpPr/>
            <p:nvPr/>
          </p:nvSpPr>
          <p:spPr>
            <a:xfrm>
              <a:off x="901418" y="3234490"/>
              <a:ext cx="25497" cy="65161"/>
            </a:xfrm>
            <a:custGeom>
              <a:avLst/>
              <a:gdLst/>
              <a:ahLst/>
              <a:cxnLst/>
              <a:rect l="l" t="t" r="r" b="b"/>
              <a:pathLst>
                <a:path w="169812" h="433981" extrusionOk="0">
                  <a:moveTo>
                    <a:pt x="167934" y="312"/>
                  </a:moveTo>
                  <a:cubicBezTo>
                    <a:pt x="95066" y="-5376"/>
                    <a:pt x="36416" y="67848"/>
                    <a:pt x="15800" y="131118"/>
                  </a:cubicBezTo>
                  <a:cubicBezTo>
                    <a:pt x="-14058" y="221403"/>
                    <a:pt x="-1262" y="352566"/>
                    <a:pt x="51345" y="432187"/>
                  </a:cubicBezTo>
                  <a:cubicBezTo>
                    <a:pt x="53833" y="435742"/>
                    <a:pt x="59520" y="433609"/>
                    <a:pt x="58454" y="429343"/>
                  </a:cubicBezTo>
                  <a:cubicBezTo>
                    <a:pt x="26819" y="287873"/>
                    <a:pt x="-15125" y="61094"/>
                    <a:pt x="168644" y="3866"/>
                  </a:cubicBezTo>
                  <a:cubicBezTo>
                    <a:pt x="170422" y="3155"/>
                    <a:pt x="170066" y="667"/>
                    <a:pt x="168289" y="312"/>
                  </a:cubicBezTo>
                  <a:close/>
                </a:path>
              </a:pathLst>
            </a:custGeom>
            <a:solidFill>
              <a:srgbClr val="FFFFFF">
                <a:alpha val="15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06" name="Google Shape;1406;p52"/>
            <p:cNvSpPr/>
            <p:nvPr/>
          </p:nvSpPr>
          <p:spPr>
            <a:xfrm>
              <a:off x="944363" y="3260149"/>
              <a:ext cx="16375" cy="55746"/>
            </a:xfrm>
            <a:custGeom>
              <a:avLst/>
              <a:gdLst/>
              <a:ahLst/>
              <a:cxnLst/>
              <a:rect l="l" t="t" r="r" b="b"/>
              <a:pathLst>
                <a:path w="109057" h="371276" extrusionOk="0">
                  <a:moveTo>
                    <a:pt x="84336" y="356"/>
                  </a:moveTo>
                  <a:cubicBezTo>
                    <a:pt x="84336" y="356"/>
                    <a:pt x="83269" y="356"/>
                    <a:pt x="83625" y="356"/>
                  </a:cubicBezTo>
                  <a:cubicBezTo>
                    <a:pt x="122369" y="125830"/>
                    <a:pt x="61587" y="261969"/>
                    <a:pt x="449" y="366827"/>
                  </a:cubicBezTo>
                  <a:cubicBezTo>
                    <a:pt x="-1329" y="369671"/>
                    <a:pt x="2581" y="372870"/>
                    <a:pt x="5069" y="370382"/>
                  </a:cubicBezTo>
                  <a:cubicBezTo>
                    <a:pt x="63364" y="314576"/>
                    <a:pt x="85757" y="237087"/>
                    <a:pt x="101042" y="159243"/>
                  </a:cubicBezTo>
                  <a:cubicBezTo>
                    <a:pt x="110995" y="108769"/>
                    <a:pt x="117393" y="43365"/>
                    <a:pt x="84336" y="0"/>
                  </a:cubicBezTo>
                  <a:close/>
                </a:path>
              </a:pathLst>
            </a:custGeom>
            <a:solidFill>
              <a:srgbClr val="FFFFFF">
                <a:alpha val="15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07" name="Google Shape;1407;p52"/>
            <p:cNvSpPr/>
            <p:nvPr/>
          </p:nvSpPr>
          <p:spPr>
            <a:xfrm>
              <a:off x="763615" y="3432107"/>
              <a:ext cx="118869" cy="54047"/>
            </a:xfrm>
            <a:custGeom>
              <a:avLst/>
              <a:gdLst/>
              <a:ahLst/>
              <a:cxnLst/>
              <a:rect l="l" t="t" r="r" b="b"/>
              <a:pathLst>
                <a:path w="791680" h="359962" extrusionOk="0">
                  <a:moveTo>
                    <a:pt x="789015" y="265879"/>
                  </a:moveTo>
                  <a:cubicBezTo>
                    <a:pt x="714014" y="253438"/>
                    <a:pt x="636170" y="254504"/>
                    <a:pt x="563302" y="278675"/>
                  </a:cubicBezTo>
                  <a:cubicBezTo>
                    <a:pt x="491145" y="302490"/>
                    <a:pt x="487946" y="314931"/>
                    <a:pt x="401571" y="315642"/>
                  </a:cubicBezTo>
                  <a:cubicBezTo>
                    <a:pt x="300978" y="316353"/>
                    <a:pt x="278584" y="294670"/>
                    <a:pt x="226333" y="212205"/>
                  </a:cubicBezTo>
                  <a:cubicBezTo>
                    <a:pt x="164128" y="114100"/>
                    <a:pt x="125739" y="23104"/>
                    <a:pt x="1331" y="0"/>
                  </a:cubicBezTo>
                  <a:cubicBezTo>
                    <a:pt x="-91" y="0"/>
                    <a:pt x="-446" y="1777"/>
                    <a:pt x="620" y="2133"/>
                  </a:cubicBezTo>
                  <a:cubicBezTo>
                    <a:pt x="178702" y="46564"/>
                    <a:pt x="171593" y="243841"/>
                    <a:pt x="308087" y="332349"/>
                  </a:cubicBezTo>
                  <a:cubicBezTo>
                    <a:pt x="358206" y="365050"/>
                    <a:pt x="401926" y="365406"/>
                    <a:pt x="457377" y="350477"/>
                  </a:cubicBezTo>
                  <a:cubicBezTo>
                    <a:pt x="511051" y="335903"/>
                    <a:pt x="556548" y="301424"/>
                    <a:pt x="611644" y="289694"/>
                  </a:cubicBezTo>
                  <a:cubicBezTo>
                    <a:pt x="669583" y="277609"/>
                    <a:pt x="730365" y="282230"/>
                    <a:pt x="789015" y="272988"/>
                  </a:cubicBezTo>
                  <a:cubicBezTo>
                    <a:pt x="792569" y="272277"/>
                    <a:pt x="792569" y="266234"/>
                    <a:pt x="789015" y="265523"/>
                  </a:cubicBezTo>
                  <a:close/>
                </a:path>
              </a:pathLst>
            </a:custGeom>
            <a:solidFill>
              <a:srgbClr val="FFFFFF">
                <a:alpha val="15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08" name="Google Shape;1408;p52"/>
            <p:cNvSpPr/>
            <p:nvPr/>
          </p:nvSpPr>
          <p:spPr>
            <a:xfrm>
              <a:off x="727592" y="3536606"/>
              <a:ext cx="59793" cy="90985"/>
            </a:xfrm>
            <a:custGeom>
              <a:avLst/>
              <a:gdLst/>
              <a:ahLst/>
              <a:cxnLst/>
              <a:rect l="l" t="t" r="r" b="b"/>
              <a:pathLst>
                <a:path w="398227" h="605974" extrusionOk="0">
                  <a:moveTo>
                    <a:pt x="397564" y="509947"/>
                  </a:moveTo>
                  <a:cubicBezTo>
                    <a:pt x="396498" y="501415"/>
                    <a:pt x="385123" y="496795"/>
                    <a:pt x="380502" y="505325"/>
                  </a:cubicBezTo>
                  <a:cubicBezTo>
                    <a:pt x="335360" y="584947"/>
                    <a:pt x="288084" y="568952"/>
                    <a:pt x="230501" y="520255"/>
                  </a:cubicBezTo>
                  <a:cubicBezTo>
                    <a:pt x="194245" y="489330"/>
                    <a:pt x="157989" y="450941"/>
                    <a:pt x="131330" y="411486"/>
                  </a:cubicBezTo>
                  <a:cubicBezTo>
                    <a:pt x="52419" y="294187"/>
                    <a:pt x="25049" y="138143"/>
                    <a:pt x="9765" y="938"/>
                  </a:cubicBezTo>
                  <a:cubicBezTo>
                    <a:pt x="9765" y="-129"/>
                    <a:pt x="7987" y="-484"/>
                    <a:pt x="7632" y="938"/>
                  </a:cubicBezTo>
                  <a:cubicBezTo>
                    <a:pt x="-24359" y="172266"/>
                    <a:pt x="47087" y="386249"/>
                    <a:pt x="168297" y="510302"/>
                  </a:cubicBezTo>
                  <a:cubicBezTo>
                    <a:pt x="205264" y="548335"/>
                    <a:pt x="265335" y="608051"/>
                    <a:pt x="323630" y="605919"/>
                  </a:cubicBezTo>
                  <a:cubicBezTo>
                    <a:pt x="375881" y="604141"/>
                    <a:pt x="402896" y="559355"/>
                    <a:pt x="397564" y="510302"/>
                  </a:cubicBezTo>
                  <a:close/>
                </a:path>
              </a:pathLst>
            </a:custGeom>
            <a:solidFill>
              <a:srgbClr val="FFFFFF">
                <a:alpha val="15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09" name="Google Shape;1409;p52"/>
            <p:cNvSpPr/>
            <p:nvPr/>
          </p:nvSpPr>
          <p:spPr>
            <a:xfrm>
              <a:off x="1083894" y="3512789"/>
              <a:ext cx="146389" cy="253802"/>
            </a:xfrm>
            <a:custGeom>
              <a:avLst/>
              <a:gdLst/>
              <a:ahLst/>
              <a:cxnLst/>
              <a:rect l="l" t="t" r="r" b="b"/>
              <a:pathLst>
                <a:path w="974965" h="1690350" extrusionOk="0">
                  <a:moveTo>
                    <a:pt x="822043" y="111282"/>
                  </a:moveTo>
                  <a:cubicBezTo>
                    <a:pt x="878915" y="116614"/>
                    <a:pt x="931877" y="107727"/>
                    <a:pt x="974532" y="67206"/>
                  </a:cubicBezTo>
                  <a:cubicBezTo>
                    <a:pt x="975598" y="66495"/>
                    <a:pt x="974532" y="65073"/>
                    <a:pt x="973110" y="65429"/>
                  </a:cubicBezTo>
                  <a:cubicBezTo>
                    <a:pt x="850123" y="132965"/>
                    <a:pt x="710075" y="39480"/>
                    <a:pt x="588154" y="11755"/>
                  </a:cubicBezTo>
                  <a:cubicBezTo>
                    <a:pt x="519197" y="-3885"/>
                    <a:pt x="443485" y="-1397"/>
                    <a:pt x="375949" y="21352"/>
                  </a:cubicBezTo>
                  <a:cubicBezTo>
                    <a:pt x="351778" y="-3174"/>
                    <a:pt x="297749" y="2158"/>
                    <a:pt x="268247" y="9623"/>
                  </a:cubicBezTo>
                  <a:cubicBezTo>
                    <a:pt x="175474" y="33793"/>
                    <a:pt x="71326" y="113059"/>
                    <a:pt x="3079" y="736"/>
                  </a:cubicBezTo>
                  <a:cubicBezTo>
                    <a:pt x="2013" y="-1041"/>
                    <a:pt x="-831" y="736"/>
                    <a:pt x="235" y="2513"/>
                  </a:cubicBezTo>
                  <a:cubicBezTo>
                    <a:pt x="32226" y="62940"/>
                    <a:pt x="79857" y="80713"/>
                    <a:pt x="145616" y="67561"/>
                  </a:cubicBezTo>
                  <a:cubicBezTo>
                    <a:pt x="185071" y="59741"/>
                    <a:pt x="222038" y="43035"/>
                    <a:pt x="260782" y="33793"/>
                  </a:cubicBezTo>
                  <a:cubicBezTo>
                    <a:pt x="281754" y="28817"/>
                    <a:pt x="306636" y="22774"/>
                    <a:pt x="328318" y="28817"/>
                  </a:cubicBezTo>
                  <a:cubicBezTo>
                    <a:pt x="333650" y="30239"/>
                    <a:pt x="338271" y="32372"/>
                    <a:pt x="342892" y="34860"/>
                  </a:cubicBezTo>
                  <a:cubicBezTo>
                    <a:pt x="192535" y="104173"/>
                    <a:pt x="217062" y="250975"/>
                    <a:pt x="326897" y="352990"/>
                  </a:cubicBezTo>
                  <a:cubicBezTo>
                    <a:pt x="331517" y="357256"/>
                    <a:pt x="336138" y="361166"/>
                    <a:pt x="340759" y="365076"/>
                  </a:cubicBezTo>
                  <a:cubicBezTo>
                    <a:pt x="338627" y="365786"/>
                    <a:pt x="336849" y="367208"/>
                    <a:pt x="336494" y="369696"/>
                  </a:cubicBezTo>
                  <a:cubicBezTo>
                    <a:pt x="323698" y="432967"/>
                    <a:pt x="377371" y="472422"/>
                    <a:pt x="402963" y="524674"/>
                  </a:cubicBezTo>
                  <a:cubicBezTo>
                    <a:pt x="444551" y="609272"/>
                    <a:pt x="361020" y="660812"/>
                    <a:pt x="368485" y="742211"/>
                  </a:cubicBezTo>
                  <a:cubicBezTo>
                    <a:pt x="368840" y="746121"/>
                    <a:pt x="375238" y="747898"/>
                    <a:pt x="375949" y="743278"/>
                  </a:cubicBezTo>
                  <a:cubicBezTo>
                    <a:pt x="386257" y="676452"/>
                    <a:pt x="448817" y="633087"/>
                    <a:pt x="443841" y="562707"/>
                  </a:cubicBezTo>
                  <a:cubicBezTo>
                    <a:pt x="438864" y="490906"/>
                    <a:pt x="372750" y="444341"/>
                    <a:pt x="354266" y="376095"/>
                  </a:cubicBezTo>
                  <a:cubicBezTo>
                    <a:pt x="432822" y="437943"/>
                    <a:pt x="531638" y="482019"/>
                    <a:pt x="566117" y="581902"/>
                  </a:cubicBezTo>
                  <a:cubicBezTo>
                    <a:pt x="605572" y="695291"/>
                    <a:pt x="560429" y="822188"/>
                    <a:pt x="582112" y="939843"/>
                  </a:cubicBezTo>
                  <a:cubicBezTo>
                    <a:pt x="600951" y="1043635"/>
                    <a:pt x="663155" y="1107261"/>
                    <a:pt x="735667" y="1178707"/>
                  </a:cubicBezTo>
                  <a:cubicBezTo>
                    <a:pt x="752374" y="1195058"/>
                    <a:pt x="766947" y="1211765"/>
                    <a:pt x="780099" y="1228471"/>
                  </a:cubicBezTo>
                  <a:cubicBezTo>
                    <a:pt x="776545" y="1228471"/>
                    <a:pt x="772990" y="1230959"/>
                    <a:pt x="774412" y="1234869"/>
                  </a:cubicBezTo>
                  <a:cubicBezTo>
                    <a:pt x="811379" y="1325154"/>
                    <a:pt x="798938" y="1375984"/>
                    <a:pt x="754506" y="1460937"/>
                  </a:cubicBezTo>
                  <a:cubicBezTo>
                    <a:pt x="728203" y="1511056"/>
                    <a:pt x="710075" y="1556554"/>
                    <a:pt x="704388" y="1613071"/>
                  </a:cubicBezTo>
                  <a:cubicBezTo>
                    <a:pt x="704388" y="1614848"/>
                    <a:pt x="706876" y="1614848"/>
                    <a:pt x="707231" y="1613071"/>
                  </a:cubicBezTo>
                  <a:cubicBezTo>
                    <a:pt x="715051" y="1516388"/>
                    <a:pt x="846213" y="1395889"/>
                    <a:pt x="823109" y="1293519"/>
                  </a:cubicBezTo>
                  <a:cubicBezTo>
                    <a:pt x="886379" y="1412951"/>
                    <a:pt x="878204" y="1543758"/>
                    <a:pt x="823109" y="1686294"/>
                  </a:cubicBezTo>
                  <a:cubicBezTo>
                    <a:pt x="821687" y="1689848"/>
                    <a:pt x="827374" y="1691982"/>
                    <a:pt x="829152" y="1688782"/>
                  </a:cubicBezTo>
                  <a:cubicBezTo>
                    <a:pt x="914460" y="1508568"/>
                    <a:pt x="898109" y="1333329"/>
                    <a:pt x="759838" y="1185106"/>
                  </a:cubicBezTo>
                  <a:cubicBezTo>
                    <a:pt x="641828" y="1058920"/>
                    <a:pt x="585666" y="968990"/>
                    <a:pt x="598818" y="792330"/>
                  </a:cubicBezTo>
                  <a:cubicBezTo>
                    <a:pt x="601662" y="752519"/>
                    <a:pt x="606638" y="713419"/>
                    <a:pt x="607349" y="674675"/>
                  </a:cubicBezTo>
                  <a:cubicBezTo>
                    <a:pt x="619079" y="699912"/>
                    <a:pt x="633297" y="723727"/>
                    <a:pt x="650003" y="742566"/>
                  </a:cubicBezTo>
                  <a:cubicBezTo>
                    <a:pt x="666710" y="761405"/>
                    <a:pt x="687326" y="774557"/>
                    <a:pt x="707231" y="789486"/>
                  </a:cubicBezTo>
                  <a:cubicBezTo>
                    <a:pt x="751663" y="822543"/>
                    <a:pt x="765881" y="852757"/>
                    <a:pt x="769435" y="909274"/>
                  </a:cubicBezTo>
                  <a:cubicBezTo>
                    <a:pt x="769435" y="911051"/>
                    <a:pt x="772279" y="911762"/>
                    <a:pt x="772635" y="909630"/>
                  </a:cubicBezTo>
                  <a:cubicBezTo>
                    <a:pt x="783298" y="851335"/>
                    <a:pt x="769080" y="817212"/>
                    <a:pt x="725004" y="778467"/>
                  </a:cubicBezTo>
                  <a:cubicBezTo>
                    <a:pt x="689103" y="747543"/>
                    <a:pt x="656757" y="724438"/>
                    <a:pt x="634719" y="680362"/>
                  </a:cubicBezTo>
                  <a:cubicBezTo>
                    <a:pt x="622278" y="655125"/>
                    <a:pt x="614813" y="629532"/>
                    <a:pt x="603083" y="606073"/>
                  </a:cubicBezTo>
                  <a:cubicBezTo>
                    <a:pt x="598463" y="579058"/>
                    <a:pt x="590287" y="552755"/>
                    <a:pt x="575358" y="526807"/>
                  </a:cubicBezTo>
                  <a:cubicBezTo>
                    <a:pt x="536614" y="459626"/>
                    <a:pt x="467656" y="419460"/>
                    <a:pt x="407584" y="373962"/>
                  </a:cubicBezTo>
                  <a:cubicBezTo>
                    <a:pt x="335072" y="319222"/>
                    <a:pt x="263982" y="257018"/>
                    <a:pt x="287086" y="161045"/>
                  </a:cubicBezTo>
                  <a:cubicBezTo>
                    <a:pt x="308768" y="70760"/>
                    <a:pt x="401897" y="43390"/>
                    <a:pt x="488983" y="38770"/>
                  </a:cubicBezTo>
                  <a:cubicBezTo>
                    <a:pt x="577846" y="34149"/>
                    <a:pt x="691947" y="89955"/>
                    <a:pt x="796450" y="107372"/>
                  </a:cubicBezTo>
                  <a:cubicBezTo>
                    <a:pt x="775123" y="131187"/>
                    <a:pt x="753796" y="159979"/>
                    <a:pt x="736734" y="184505"/>
                  </a:cubicBezTo>
                  <a:cubicBezTo>
                    <a:pt x="721094" y="206543"/>
                    <a:pt x="712563" y="230359"/>
                    <a:pt x="716473" y="257729"/>
                  </a:cubicBezTo>
                  <a:cubicBezTo>
                    <a:pt x="724293" y="315312"/>
                    <a:pt x="787208" y="384981"/>
                    <a:pt x="845858" y="392801"/>
                  </a:cubicBezTo>
                  <a:cubicBezTo>
                    <a:pt x="847991" y="392801"/>
                    <a:pt x="848702" y="389602"/>
                    <a:pt x="846924" y="388891"/>
                  </a:cubicBezTo>
                  <a:cubicBezTo>
                    <a:pt x="780810" y="350502"/>
                    <a:pt x="693369" y="267326"/>
                    <a:pt x="760905" y="189837"/>
                  </a:cubicBezTo>
                  <a:cubicBezTo>
                    <a:pt x="781876" y="165666"/>
                    <a:pt x="817422" y="143628"/>
                    <a:pt x="823820" y="111282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10" name="Google Shape;1410;p52"/>
            <p:cNvSpPr/>
            <p:nvPr/>
          </p:nvSpPr>
          <p:spPr>
            <a:xfrm>
              <a:off x="901176" y="3533700"/>
              <a:ext cx="183178" cy="351797"/>
            </a:xfrm>
            <a:custGeom>
              <a:avLst/>
              <a:gdLst/>
              <a:ahLst/>
              <a:cxnLst/>
              <a:rect l="l" t="t" r="r" b="b"/>
              <a:pathLst>
                <a:path w="1219986" h="2343007" extrusionOk="0">
                  <a:moveTo>
                    <a:pt x="1218487" y="1814232"/>
                  </a:moveTo>
                  <a:cubicBezTo>
                    <a:pt x="1150595" y="1727857"/>
                    <a:pt x="1067064" y="1695156"/>
                    <a:pt x="959717" y="1721103"/>
                  </a:cubicBezTo>
                  <a:cubicBezTo>
                    <a:pt x="858057" y="1745985"/>
                    <a:pt x="774170" y="1763402"/>
                    <a:pt x="677487" y="1704752"/>
                  </a:cubicBezTo>
                  <a:cubicBezTo>
                    <a:pt x="634122" y="1678449"/>
                    <a:pt x="597510" y="1642904"/>
                    <a:pt x="566586" y="1602738"/>
                  </a:cubicBezTo>
                  <a:cubicBezTo>
                    <a:pt x="555922" y="1562927"/>
                    <a:pt x="543126" y="1523827"/>
                    <a:pt x="522510" y="1487215"/>
                  </a:cubicBezTo>
                  <a:cubicBezTo>
                    <a:pt x="474879" y="1402618"/>
                    <a:pt x="393480" y="1357475"/>
                    <a:pt x="315991" y="1303446"/>
                  </a:cubicBezTo>
                  <a:cubicBezTo>
                    <a:pt x="114805" y="1163753"/>
                    <a:pt x="24165" y="982472"/>
                    <a:pt x="51890" y="769556"/>
                  </a:cubicBezTo>
                  <a:cubicBezTo>
                    <a:pt x="57222" y="811855"/>
                    <a:pt x="68241" y="852021"/>
                    <a:pt x="89568" y="884012"/>
                  </a:cubicBezTo>
                  <a:cubicBezTo>
                    <a:pt x="145729" y="967898"/>
                    <a:pt x="274759" y="986737"/>
                    <a:pt x="363622" y="1012686"/>
                  </a:cubicBezTo>
                  <a:cubicBezTo>
                    <a:pt x="365755" y="1013396"/>
                    <a:pt x="367532" y="1009842"/>
                    <a:pt x="365399" y="1008776"/>
                  </a:cubicBezTo>
                  <a:cubicBezTo>
                    <a:pt x="284001" y="969676"/>
                    <a:pt x="161369" y="951192"/>
                    <a:pt x="109829" y="870860"/>
                  </a:cubicBezTo>
                  <a:cubicBezTo>
                    <a:pt x="74639" y="816120"/>
                    <a:pt x="70729" y="736498"/>
                    <a:pt x="74994" y="664342"/>
                  </a:cubicBezTo>
                  <a:cubicBezTo>
                    <a:pt x="81748" y="641237"/>
                    <a:pt x="89568" y="617777"/>
                    <a:pt x="99165" y="593962"/>
                  </a:cubicBezTo>
                  <a:cubicBezTo>
                    <a:pt x="172033" y="411970"/>
                    <a:pt x="287911" y="203674"/>
                    <a:pt x="245612" y="1066"/>
                  </a:cubicBezTo>
                  <a:cubicBezTo>
                    <a:pt x="245612" y="-355"/>
                    <a:pt x="242768" y="-355"/>
                    <a:pt x="242413" y="1066"/>
                  </a:cubicBezTo>
                  <a:cubicBezTo>
                    <a:pt x="158170" y="406283"/>
                    <a:pt x="-226430" y="907827"/>
                    <a:pt x="190872" y="1259725"/>
                  </a:cubicBezTo>
                  <a:cubicBezTo>
                    <a:pt x="239569" y="1300958"/>
                    <a:pt x="298574" y="1334370"/>
                    <a:pt x="353314" y="1371338"/>
                  </a:cubicBezTo>
                  <a:cubicBezTo>
                    <a:pt x="350115" y="1371338"/>
                    <a:pt x="346916" y="1372049"/>
                    <a:pt x="343361" y="1372759"/>
                  </a:cubicBezTo>
                  <a:cubicBezTo>
                    <a:pt x="338740" y="1373826"/>
                    <a:pt x="336252" y="1379158"/>
                    <a:pt x="337319" y="1383423"/>
                  </a:cubicBezTo>
                  <a:cubicBezTo>
                    <a:pt x="350470" y="1432120"/>
                    <a:pt x="350826" y="1458068"/>
                    <a:pt x="337319" y="1508187"/>
                  </a:cubicBezTo>
                  <a:cubicBezTo>
                    <a:pt x="328432" y="1540533"/>
                    <a:pt x="318124" y="1571457"/>
                    <a:pt x="320968" y="1605581"/>
                  </a:cubicBezTo>
                  <a:cubicBezTo>
                    <a:pt x="327366" y="1687691"/>
                    <a:pt x="387437" y="1752739"/>
                    <a:pt x="456751" y="1789706"/>
                  </a:cubicBezTo>
                  <a:cubicBezTo>
                    <a:pt x="457817" y="1790417"/>
                    <a:pt x="458884" y="1788995"/>
                    <a:pt x="458173" y="1787929"/>
                  </a:cubicBezTo>
                  <a:cubicBezTo>
                    <a:pt x="409120" y="1738521"/>
                    <a:pt x="351892" y="1669207"/>
                    <a:pt x="354380" y="1594206"/>
                  </a:cubicBezTo>
                  <a:cubicBezTo>
                    <a:pt x="355802" y="1549420"/>
                    <a:pt x="381395" y="1506765"/>
                    <a:pt x="389926" y="1463400"/>
                  </a:cubicBezTo>
                  <a:cubicBezTo>
                    <a:pt x="393480" y="1444561"/>
                    <a:pt x="395257" y="1415769"/>
                    <a:pt x="387793" y="1395153"/>
                  </a:cubicBezTo>
                  <a:cubicBezTo>
                    <a:pt x="429381" y="1426077"/>
                    <a:pt x="467059" y="1460556"/>
                    <a:pt x="493718" y="1504633"/>
                  </a:cubicBezTo>
                  <a:cubicBezTo>
                    <a:pt x="555211" y="1606648"/>
                    <a:pt x="559121" y="1732122"/>
                    <a:pt x="608529" y="1839114"/>
                  </a:cubicBezTo>
                  <a:cubicBezTo>
                    <a:pt x="659359" y="1948593"/>
                    <a:pt x="751777" y="2022883"/>
                    <a:pt x="854503" y="2082244"/>
                  </a:cubicBezTo>
                  <a:cubicBezTo>
                    <a:pt x="926660" y="2123832"/>
                    <a:pt x="992063" y="2160088"/>
                    <a:pt x="1045736" y="2225847"/>
                  </a:cubicBezTo>
                  <a:cubicBezTo>
                    <a:pt x="1081282" y="2269567"/>
                    <a:pt x="1110784" y="2309022"/>
                    <a:pt x="1157349" y="2341724"/>
                  </a:cubicBezTo>
                  <a:cubicBezTo>
                    <a:pt x="1164813" y="2346701"/>
                    <a:pt x="1172278" y="2336037"/>
                    <a:pt x="1166590" y="2329639"/>
                  </a:cubicBezTo>
                  <a:cubicBezTo>
                    <a:pt x="1091945" y="2248596"/>
                    <a:pt x="1043248" y="2154401"/>
                    <a:pt x="946565" y="2097528"/>
                  </a:cubicBezTo>
                  <a:cubicBezTo>
                    <a:pt x="802607" y="2012575"/>
                    <a:pt x="672866" y="1942906"/>
                    <a:pt x="612439" y="1775132"/>
                  </a:cubicBezTo>
                  <a:cubicBezTo>
                    <a:pt x="597155" y="1732833"/>
                    <a:pt x="587558" y="1688757"/>
                    <a:pt x="577605" y="1644681"/>
                  </a:cubicBezTo>
                  <a:cubicBezTo>
                    <a:pt x="616349" y="1696222"/>
                    <a:pt x="665402" y="1738521"/>
                    <a:pt x="729028" y="1763047"/>
                  </a:cubicBezTo>
                  <a:cubicBezTo>
                    <a:pt x="768128" y="1777976"/>
                    <a:pt x="809716" y="1786507"/>
                    <a:pt x="851304" y="1782597"/>
                  </a:cubicBezTo>
                  <a:cubicBezTo>
                    <a:pt x="996328" y="1769445"/>
                    <a:pt x="1074173" y="1695156"/>
                    <a:pt x="1214577" y="1818498"/>
                  </a:cubicBezTo>
                  <a:cubicBezTo>
                    <a:pt x="1217776" y="1821341"/>
                    <a:pt x="1221686" y="1817076"/>
                    <a:pt x="1219197" y="181387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11" name="Google Shape;1411;p52"/>
            <p:cNvSpPr/>
            <p:nvPr/>
          </p:nvSpPr>
          <p:spPr>
            <a:xfrm>
              <a:off x="911685" y="3530693"/>
              <a:ext cx="30541" cy="140382"/>
            </a:xfrm>
            <a:custGeom>
              <a:avLst/>
              <a:gdLst/>
              <a:ahLst/>
              <a:cxnLst/>
              <a:rect l="l" t="t" r="r" b="b"/>
              <a:pathLst>
                <a:path w="203409" h="934959" extrusionOk="0">
                  <a:moveTo>
                    <a:pt x="193877" y="790"/>
                  </a:moveTo>
                  <a:cubicBezTo>
                    <a:pt x="193877" y="790"/>
                    <a:pt x="191389" y="-987"/>
                    <a:pt x="191389" y="790"/>
                  </a:cubicBezTo>
                  <a:cubicBezTo>
                    <a:pt x="177881" y="129819"/>
                    <a:pt x="190322" y="263470"/>
                    <a:pt x="146246" y="387523"/>
                  </a:cubicBezTo>
                  <a:cubicBezTo>
                    <a:pt x="113544" y="479585"/>
                    <a:pt x="49207" y="557429"/>
                    <a:pt x="17927" y="649847"/>
                  </a:cubicBezTo>
                  <a:cubicBezTo>
                    <a:pt x="-20106" y="762170"/>
                    <a:pt x="-1978" y="882669"/>
                    <a:pt x="114611" y="934565"/>
                  </a:cubicBezTo>
                  <a:cubicBezTo>
                    <a:pt x="118165" y="936342"/>
                    <a:pt x="123142" y="931721"/>
                    <a:pt x="119232" y="928522"/>
                  </a:cubicBezTo>
                  <a:cubicBezTo>
                    <a:pt x="-63471" y="772478"/>
                    <a:pt x="85464" y="599373"/>
                    <a:pt x="158331" y="431954"/>
                  </a:cubicBezTo>
                  <a:cubicBezTo>
                    <a:pt x="218048" y="294749"/>
                    <a:pt x="204896" y="145815"/>
                    <a:pt x="194232" y="434"/>
                  </a:cubicBezTo>
                  <a:close/>
                </a:path>
              </a:pathLst>
            </a:custGeom>
            <a:solidFill>
              <a:srgbClr val="191919">
                <a:alpha val="1125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12" name="Google Shape;1412;p52"/>
            <p:cNvSpPr/>
            <p:nvPr/>
          </p:nvSpPr>
          <p:spPr>
            <a:xfrm>
              <a:off x="990525" y="3785606"/>
              <a:ext cx="89130" cy="101480"/>
            </a:xfrm>
            <a:custGeom>
              <a:avLst/>
              <a:gdLst/>
              <a:ahLst/>
              <a:cxnLst/>
              <a:rect l="l" t="t" r="r" b="b"/>
              <a:pathLst>
                <a:path w="593614" h="675870" extrusionOk="0">
                  <a:moveTo>
                    <a:pt x="2457" y="632"/>
                  </a:moveTo>
                  <a:cubicBezTo>
                    <a:pt x="2457" y="632"/>
                    <a:pt x="680" y="-790"/>
                    <a:pt x="680" y="632"/>
                  </a:cubicBezTo>
                  <a:cubicBezTo>
                    <a:pt x="-8917" y="135349"/>
                    <a:pt x="84567" y="250160"/>
                    <a:pt x="188359" y="326227"/>
                  </a:cubicBezTo>
                  <a:cubicBezTo>
                    <a:pt x="242388" y="365682"/>
                    <a:pt x="303526" y="394119"/>
                    <a:pt x="357910" y="432863"/>
                  </a:cubicBezTo>
                  <a:cubicBezTo>
                    <a:pt x="454238" y="501465"/>
                    <a:pt x="517508" y="583930"/>
                    <a:pt x="590732" y="675282"/>
                  </a:cubicBezTo>
                  <a:cubicBezTo>
                    <a:pt x="591798" y="676704"/>
                    <a:pt x="593931" y="675282"/>
                    <a:pt x="593575" y="673860"/>
                  </a:cubicBezTo>
                  <a:cubicBezTo>
                    <a:pt x="482674" y="371370"/>
                    <a:pt x="33026" y="348265"/>
                    <a:pt x="2812" y="632"/>
                  </a:cubicBezTo>
                  <a:close/>
                </a:path>
              </a:pathLst>
            </a:custGeom>
            <a:solidFill>
              <a:srgbClr val="191919">
                <a:alpha val="1125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13" name="Google Shape;1413;p52"/>
            <p:cNvSpPr/>
            <p:nvPr/>
          </p:nvSpPr>
          <p:spPr>
            <a:xfrm>
              <a:off x="956260" y="3743918"/>
              <a:ext cx="15214" cy="59022"/>
            </a:xfrm>
            <a:custGeom>
              <a:avLst/>
              <a:gdLst/>
              <a:ahLst/>
              <a:cxnLst/>
              <a:rect l="l" t="t" r="r" b="b"/>
              <a:pathLst>
                <a:path w="101330" h="393093" extrusionOk="0">
                  <a:moveTo>
                    <a:pt x="100152" y="386180"/>
                  </a:moveTo>
                  <a:cubicBezTo>
                    <a:pt x="39725" y="324331"/>
                    <a:pt x="7024" y="271013"/>
                    <a:pt x="13777" y="182861"/>
                  </a:cubicBezTo>
                  <a:cubicBezTo>
                    <a:pt x="18398" y="121367"/>
                    <a:pt x="35104" y="62007"/>
                    <a:pt x="28351" y="158"/>
                  </a:cubicBezTo>
                  <a:cubicBezTo>
                    <a:pt x="28351" y="158"/>
                    <a:pt x="27640" y="-198"/>
                    <a:pt x="27640" y="158"/>
                  </a:cubicBezTo>
                  <a:cubicBezTo>
                    <a:pt x="5957" y="133453"/>
                    <a:pt x="-46650" y="308691"/>
                    <a:pt x="95531" y="392578"/>
                  </a:cubicBezTo>
                  <a:cubicBezTo>
                    <a:pt x="99441" y="394711"/>
                    <a:pt x="103351" y="389734"/>
                    <a:pt x="100152" y="386536"/>
                  </a:cubicBezTo>
                  <a:close/>
                </a:path>
              </a:pathLst>
            </a:custGeom>
            <a:solidFill>
              <a:srgbClr val="191919">
                <a:alpha val="1125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14" name="Google Shape;1414;p52"/>
            <p:cNvSpPr/>
            <p:nvPr/>
          </p:nvSpPr>
          <p:spPr>
            <a:xfrm>
              <a:off x="1001199" y="3782493"/>
              <a:ext cx="87445" cy="26882"/>
            </a:xfrm>
            <a:custGeom>
              <a:avLst/>
              <a:gdLst/>
              <a:ahLst/>
              <a:cxnLst/>
              <a:rect l="l" t="t" r="r" b="b"/>
              <a:pathLst>
                <a:path w="582396" h="179036" extrusionOk="0">
                  <a:moveTo>
                    <a:pt x="455" y="355"/>
                  </a:moveTo>
                  <a:cubicBezTo>
                    <a:pt x="455" y="355"/>
                    <a:pt x="-256" y="355"/>
                    <a:pt x="100" y="711"/>
                  </a:cubicBezTo>
                  <a:cubicBezTo>
                    <a:pt x="58394" y="66470"/>
                    <a:pt x="127352" y="79266"/>
                    <a:pt x="212660" y="76422"/>
                  </a:cubicBezTo>
                  <a:cubicBezTo>
                    <a:pt x="359818" y="72157"/>
                    <a:pt x="471786" y="37678"/>
                    <a:pt x="572023" y="176660"/>
                  </a:cubicBezTo>
                  <a:cubicBezTo>
                    <a:pt x="575222" y="181281"/>
                    <a:pt x="584464" y="178793"/>
                    <a:pt x="581976" y="172394"/>
                  </a:cubicBezTo>
                  <a:cubicBezTo>
                    <a:pt x="484226" y="-77489"/>
                    <a:pt x="162542" y="149290"/>
                    <a:pt x="455" y="0"/>
                  </a:cubicBezTo>
                  <a:close/>
                </a:path>
              </a:pathLst>
            </a:custGeom>
            <a:solidFill>
              <a:srgbClr val="191919">
                <a:alpha val="1125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15" name="Google Shape;1415;p52"/>
            <p:cNvSpPr/>
            <p:nvPr/>
          </p:nvSpPr>
          <p:spPr>
            <a:xfrm>
              <a:off x="1174111" y="3621577"/>
              <a:ext cx="46602" cy="126281"/>
            </a:xfrm>
            <a:custGeom>
              <a:avLst/>
              <a:gdLst/>
              <a:ahLst/>
              <a:cxnLst/>
              <a:rect l="l" t="t" r="r" b="b"/>
              <a:pathLst>
                <a:path w="310377" h="841048" extrusionOk="0">
                  <a:moveTo>
                    <a:pt x="225485" y="475774"/>
                  </a:moveTo>
                  <a:cubicBezTo>
                    <a:pt x="184252" y="411792"/>
                    <a:pt x="129868" y="360252"/>
                    <a:pt x="84014" y="299824"/>
                  </a:cubicBezTo>
                  <a:cubicBezTo>
                    <a:pt x="12568" y="205985"/>
                    <a:pt x="20033" y="108591"/>
                    <a:pt x="4037" y="533"/>
                  </a:cubicBezTo>
                  <a:cubicBezTo>
                    <a:pt x="4037" y="-178"/>
                    <a:pt x="2616" y="-178"/>
                    <a:pt x="2616" y="533"/>
                  </a:cubicBezTo>
                  <a:cubicBezTo>
                    <a:pt x="-939" y="122809"/>
                    <a:pt x="-11603" y="211672"/>
                    <a:pt x="63754" y="315109"/>
                  </a:cubicBezTo>
                  <a:cubicBezTo>
                    <a:pt x="182830" y="478617"/>
                    <a:pt x="328211" y="609780"/>
                    <a:pt x="267428" y="831938"/>
                  </a:cubicBezTo>
                  <a:cubicBezTo>
                    <a:pt x="265295" y="839758"/>
                    <a:pt x="276670" y="844734"/>
                    <a:pt x="280580" y="837625"/>
                  </a:cubicBezTo>
                  <a:cubicBezTo>
                    <a:pt x="344206" y="714994"/>
                    <a:pt x="296575" y="585253"/>
                    <a:pt x="225485" y="475774"/>
                  </a:cubicBezTo>
                  <a:close/>
                </a:path>
              </a:pathLst>
            </a:custGeom>
            <a:solidFill>
              <a:srgbClr val="191919">
                <a:alpha val="1125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16" name="Google Shape;1416;p52"/>
            <p:cNvSpPr/>
            <p:nvPr/>
          </p:nvSpPr>
          <p:spPr>
            <a:xfrm>
              <a:off x="1125720" y="3520049"/>
              <a:ext cx="47551" cy="74096"/>
            </a:xfrm>
            <a:custGeom>
              <a:avLst/>
              <a:gdLst/>
              <a:ahLst/>
              <a:cxnLst/>
              <a:rect l="l" t="t" r="r" b="b"/>
              <a:pathLst>
                <a:path w="316698" h="493490" extrusionOk="0">
                  <a:moveTo>
                    <a:pt x="316142" y="485298"/>
                  </a:moveTo>
                  <a:cubicBezTo>
                    <a:pt x="280597" y="408165"/>
                    <a:pt x="208795" y="370842"/>
                    <a:pt x="142681" y="322856"/>
                  </a:cubicBezTo>
                  <a:cubicBezTo>
                    <a:pt x="87941" y="283045"/>
                    <a:pt x="20405" y="222263"/>
                    <a:pt x="23960" y="146907"/>
                  </a:cubicBezTo>
                  <a:cubicBezTo>
                    <a:pt x="28225" y="52712"/>
                    <a:pt x="125619" y="21787"/>
                    <a:pt x="200264" y="2237"/>
                  </a:cubicBezTo>
                  <a:cubicBezTo>
                    <a:pt x="200975" y="2237"/>
                    <a:pt x="200620" y="1171"/>
                    <a:pt x="200264" y="816"/>
                  </a:cubicBezTo>
                  <a:cubicBezTo>
                    <a:pt x="100027" y="-8426"/>
                    <a:pt x="-14785" y="61598"/>
                    <a:pt x="1566" y="174277"/>
                  </a:cubicBezTo>
                  <a:cubicBezTo>
                    <a:pt x="23249" y="324278"/>
                    <a:pt x="218037" y="390037"/>
                    <a:pt x="307611" y="491696"/>
                  </a:cubicBezTo>
                  <a:cubicBezTo>
                    <a:pt x="312232" y="496673"/>
                    <a:pt x="318630" y="490274"/>
                    <a:pt x="316142" y="484943"/>
                  </a:cubicBezTo>
                  <a:close/>
                </a:path>
              </a:pathLst>
            </a:custGeom>
            <a:solidFill>
              <a:srgbClr val="191919">
                <a:alpha val="1125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17" name="Google Shape;1417;p52"/>
            <p:cNvSpPr/>
            <p:nvPr/>
          </p:nvSpPr>
          <p:spPr>
            <a:xfrm>
              <a:off x="1197478" y="3526260"/>
              <a:ext cx="31559" cy="48879"/>
            </a:xfrm>
            <a:custGeom>
              <a:avLst/>
              <a:gdLst/>
              <a:ahLst/>
              <a:cxnLst/>
              <a:rect l="l" t="t" r="r" b="b"/>
              <a:pathLst>
                <a:path w="210189" h="325540" extrusionOk="0">
                  <a:moveTo>
                    <a:pt x="209478" y="3247"/>
                  </a:moveTo>
                  <a:cubicBezTo>
                    <a:pt x="209478" y="3247"/>
                    <a:pt x="210189" y="1470"/>
                    <a:pt x="209478" y="1470"/>
                  </a:cubicBezTo>
                  <a:cubicBezTo>
                    <a:pt x="113861" y="-9905"/>
                    <a:pt x="26064" y="45546"/>
                    <a:pt x="3671" y="139741"/>
                  </a:cubicBezTo>
                  <a:cubicBezTo>
                    <a:pt x="-15879" y="221851"/>
                    <a:pt x="45970" y="282278"/>
                    <a:pt x="110662" y="324932"/>
                  </a:cubicBezTo>
                  <a:cubicBezTo>
                    <a:pt x="113861" y="327065"/>
                    <a:pt x="117060" y="323155"/>
                    <a:pt x="115639" y="319956"/>
                  </a:cubicBezTo>
                  <a:cubicBezTo>
                    <a:pt x="87202" y="257396"/>
                    <a:pt x="6870" y="234647"/>
                    <a:pt x="21088" y="153604"/>
                  </a:cubicBezTo>
                  <a:cubicBezTo>
                    <a:pt x="39216" y="50523"/>
                    <a:pt x="122392" y="24930"/>
                    <a:pt x="210189" y="3247"/>
                  </a:cubicBezTo>
                  <a:close/>
                </a:path>
              </a:pathLst>
            </a:custGeom>
            <a:solidFill>
              <a:srgbClr val="191919">
                <a:alpha val="1125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18" name="Google Shape;1418;p52"/>
            <p:cNvSpPr/>
            <p:nvPr/>
          </p:nvSpPr>
          <p:spPr>
            <a:xfrm>
              <a:off x="1095131" y="3514732"/>
              <a:ext cx="38331" cy="11256"/>
            </a:xfrm>
            <a:custGeom>
              <a:avLst/>
              <a:gdLst/>
              <a:ahLst/>
              <a:cxnLst/>
              <a:rect l="l" t="t" r="r" b="b"/>
              <a:pathLst>
                <a:path w="255286" h="74968" extrusionOk="0">
                  <a:moveTo>
                    <a:pt x="186791" y="7372"/>
                  </a:moveTo>
                  <a:cubicBezTo>
                    <a:pt x="164752" y="16969"/>
                    <a:pt x="146980" y="34030"/>
                    <a:pt x="125297" y="44694"/>
                  </a:cubicBezTo>
                  <a:cubicBezTo>
                    <a:pt x="86908" y="63533"/>
                    <a:pt x="42477" y="67799"/>
                    <a:pt x="533" y="71353"/>
                  </a:cubicBezTo>
                  <a:cubicBezTo>
                    <a:pt x="-178" y="71353"/>
                    <a:pt x="-178" y="72419"/>
                    <a:pt x="533" y="72775"/>
                  </a:cubicBezTo>
                  <a:cubicBezTo>
                    <a:pt x="43898" y="76329"/>
                    <a:pt x="82643" y="77396"/>
                    <a:pt x="123520" y="61401"/>
                  </a:cubicBezTo>
                  <a:cubicBezTo>
                    <a:pt x="166885" y="44694"/>
                    <a:pt x="200298" y="3106"/>
                    <a:pt x="247928" y="34742"/>
                  </a:cubicBezTo>
                  <a:cubicBezTo>
                    <a:pt x="251483" y="36874"/>
                    <a:pt x="256459" y="33320"/>
                    <a:pt x="255038" y="29054"/>
                  </a:cubicBezTo>
                  <a:cubicBezTo>
                    <a:pt x="243663" y="-2937"/>
                    <a:pt x="215582" y="-5780"/>
                    <a:pt x="186435" y="7372"/>
                  </a:cubicBezTo>
                  <a:close/>
                </a:path>
              </a:pathLst>
            </a:custGeom>
            <a:solidFill>
              <a:srgbClr val="191919">
                <a:alpha val="1125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19" name="Google Shape;1419;p52"/>
            <p:cNvSpPr/>
            <p:nvPr/>
          </p:nvSpPr>
          <p:spPr>
            <a:xfrm>
              <a:off x="1139034" y="3574589"/>
              <a:ext cx="13024" cy="48767"/>
            </a:xfrm>
            <a:custGeom>
              <a:avLst/>
              <a:gdLst/>
              <a:ahLst/>
              <a:cxnLst/>
              <a:rect l="l" t="t" r="r" b="b"/>
              <a:pathLst>
                <a:path w="86742" h="324795" extrusionOk="0">
                  <a:moveTo>
                    <a:pt x="86515" y="154361"/>
                  </a:moveTo>
                  <a:cubicBezTo>
                    <a:pt x="80827" y="98555"/>
                    <a:pt x="48481" y="30308"/>
                    <a:pt x="850" y="94"/>
                  </a:cubicBezTo>
                  <a:cubicBezTo>
                    <a:pt x="139" y="-261"/>
                    <a:pt x="-216" y="450"/>
                    <a:pt x="139" y="1161"/>
                  </a:cubicBezTo>
                  <a:cubicBezTo>
                    <a:pt x="44571" y="58033"/>
                    <a:pt x="87936" y="144764"/>
                    <a:pt x="55590" y="216210"/>
                  </a:cubicBezTo>
                  <a:cubicBezTo>
                    <a:pt x="39595" y="251400"/>
                    <a:pt x="8670" y="280902"/>
                    <a:pt x="16846" y="321424"/>
                  </a:cubicBezTo>
                  <a:cubicBezTo>
                    <a:pt x="17557" y="325334"/>
                    <a:pt x="23599" y="326045"/>
                    <a:pt x="25021" y="322490"/>
                  </a:cubicBezTo>
                  <a:cubicBezTo>
                    <a:pt x="49903" y="272727"/>
                    <a:pt x="92202" y="212300"/>
                    <a:pt x="86159" y="154361"/>
                  </a:cubicBezTo>
                  <a:close/>
                </a:path>
              </a:pathLst>
            </a:custGeom>
            <a:solidFill>
              <a:srgbClr val="191919">
                <a:alpha val="1125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20" name="Google Shape;1420;p52"/>
            <p:cNvSpPr/>
            <p:nvPr/>
          </p:nvSpPr>
          <p:spPr>
            <a:xfrm>
              <a:off x="782094" y="3595540"/>
              <a:ext cx="29398" cy="57445"/>
            </a:xfrm>
            <a:custGeom>
              <a:avLst/>
              <a:gdLst/>
              <a:ahLst/>
              <a:cxnLst/>
              <a:rect l="l" t="t" r="r" b="b"/>
              <a:pathLst>
                <a:path w="195795" h="382592" extrusionOk="0">
                  <a:moveTo>
                    <a:pt x="172085" y="158"/>
                  </a:moveTo>
                  <a:cubicBezTo>
                    <a:pt x="172085" y="158"/>
                    <a:pt x="171374" y="-198"/>
                    <a:pt x="171374" y="158"/>
                  </a:cubicBezTo>
                  <a:cubicBezTo>
                    <a:pt x="168886" y="71959"/>
                    <a:pt x="182393" y="143050"/>
                    <a:pt x="179905" y="214496"/>
                  </a:cubicBezTo>
                  <a:cubicBezTo>
                    <a:pt x="178483" y="253951"/>
                    <a:pt x="172085" y="294829"/>
                    <a:pt x="142938" y="324331"/>
                  </a:cubicBezTo>
                  <a:cubicBezTo>
                    <a:pt x="105260" y="362720"/>
                    <a:pt x="51942" y="358810"/>
                    <a:pt x="3600" y="370540"/>
                  </a:cubicBezTo>
                  <a:cubicBezTo>
                    <a:pt x="-1021" y="371606"/>
                    <a:pt x="-1376" y="379071"/>
                    <a:pt x="3600" y="379782"/>
                  </a:cubicBezTo>
                  <a:cubicBezTo>
                    <a:pt x="78601" y="393289"/>
                    <a:pt x="163554" y="357744"/>
                    <a:pt x="186303" y="280966"/>
                  </a:cubicBezTo>
                  <a:cubicBezTo>
                    <a:pt x="212607" y="191392"/>
                    <a:pt x="176350" y="90443"/>
                    <a:pt x="172085" y="158"/>
                  </a:cubicBezTo>
                  <a:close/>
                </a:path>
              </a:pathLst>
            </a:custGeom>
            <a:solidFill>
              <a:srgbClr val="191919">
                <a:alpha val="1125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21" name="Google Shape;1421;p52"/>
            <p:cNvSpPr/>
            <p:nvPr/>
          </p:nvSpPr>
          <p:spPr>
            <a:xfrm>
              <a:off x="847925" y="3522291"/>
              <a:ext cx="19933" cy="93715"/>
            </a:xfrm>
            <a:custGeom>
              <a:avLst/>
              <a:gdLst/>
              <a:ahLst/>
              <a:cxnLst/>
              <a:rect l="l" t="t" r="r" b="b"/>
              <a:pathLst>
                <a:path w="132757" h="624156" extrusionOk="0">
                  <a:moveTo>
                    <a:pt x="117627" y="1200"/>
                  </a:moveTo>
                  <a:cubicBezTo>
                    <a:pt x="117627" y="1200"/>
                    <a:pt x="115494" y="-933"/>
                    <a:pt x="115139" y="489"/>
                  </a:cubicBezTo>
                  <a:cubicBezTo>
                    <a:pt x="52224" y="198476"/>
                    <a:pt x="181609" y="462933"/>
                    <a:pt x="1749" y="615423"/>
                  </a:cubicBezTo>
                  <a:cubicBezTo>
                    <a:pt x="-2516" y="618977"/>
                    <a:pt x="1749" y="625375"/>
                    <a:pt x="6726" y="623953"/>
                  </a:cubicBezTo>
                  <a:cubicBezTo>
                    <a:pt x="224618" y="565659"/>
                    <a:pt x="87058" y="151201"/>
                    <a:pt x="117627" y="1200"/>
                  </a:cubicBezTo>
                  <a:close/>
                </a:path>
              </a:pathLst>
            </a:custGeom>
            <a:solidFill>
              <a:srgbClr val="191919">
                <a:alpha val="1125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22" name="Google Shape;1422;p52"/>
            <p:cNvSpPr/>
            <p:nvPr/>
          </p:nvSpPr>
          <p:spPr>
            <a:xfrm>
              <a:off x="836938" y="3546141"/>
              <a:ext cx="69744" cy="89018"/>
            </a:xfrm>
            <a:custGeom>
              <a:avLst/>
              <a:gdLst/>
              <a:ahLst/>
              <a:cxnLst/>
              <a:rect l="l" t="t" r="r" b="b"/>
              <a:pathLst>
                <a:path w="464501" h="592871" extrusionOk="0">
                  <a:moveTo>
                    <a:pt x="461168" y="4737"/>
                  </a:moveTo>
                  <a:cubicBezTo>
                    <a:pt x="350267" y="-21567"/>
                    <a:pt x="297304" y="65875"/>
                    <a:pt x="283797" y="163269"/>
                  </a:cubicBezTo>
                  <a:cubicBezTo>
                    <a:pt x="264958" y="299052"/>
                    <a:pt x="220526" y="650950"/>
                    <a:pt x="1923" y="563153"/>
                  </a:cubicBezTo>
                  <a:cubicBezTo>
                    <a:pt x="146" y="562442"/>
                    <a:pt x="-565" y="565286"/>
                    <a:pt x="501" y="565997"/>
                  </a:cubicBezTo>
                  <a:cubicBezTo>
                    <a:pt x="118156" y="652727"/>
                    <a:pt x="220526" y="510191"/>
                    <a:pt x="264958" y="412441"/>
                  </a:cubicBezTo>
                  <a:cubicBezTo>
                    <a:pt x="290551" y="356280"/>
                    <a:pt x="302281" y="301184"/>
                    <a:pt x="308679" y="240402"/>
                  </a:cubicBezTo>
                  <a:cubicBezTo>
                    <a:pt x="312944" y="199880"/>
                    <a:pt x="311878" y="155804"/>
                    <a:pt x="325030" y="116704"/>
                  </a:cubicBezTo>
                  <a:cubicBezTo>
                    <a:pt x="348845" y="45258"/>
                    <a:pt x="395409" y="33884"/>
                    <a:pt x="461168" y="13623"/>
                  </a:cubicBezTo>
                  <a:cubicBezTo>
                    <a:pt x="465433" y="12201"/>
                    <a:pt x="465789" y="5803"/>
                    <a:pt x="461168" y="4737"/>
                  </a:cubicBezTo>
                  <a:close/>
                </a:path>
              </a:pathLst>
            </a:custGeom>
            <a:solidFill>
              <a:srgbClr val="191919">
                <a:alpha val="1125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23" name="Google Shape;1423;p52"/>
            <p:cNvSpPr/>
            <p:nvPr/>
          </p:nvSpPr>
          <p:spPr>
            <a:xfrm>
              <a:off x="791037" y="3612452"/>
              <a:ext cx="32974" cy="48095"/>
            </a:xfrm>
            <a:custGeom>
              <a:avLst/>
              <a:gdLst/>
              <a:ahLst/>
              <a:cxnLst/>
              <a:rect l="l" t="t" r="r" b="b"/>
              <a:pathLst>
                <a:path w="219608" h="320319" extrusionOk="0">
                  <a:moveTo>
                    <a:pt x="192970" y="1833"/>
                  </a:moveTo>
                  <a:cubicBezTo>
                    <a:pt x="189416" y="-2432"/>
                    <a:pt x="183373" y="1478"/>
                    <a:pt x="183018" y="6099"/>
                  </a:cubicBezTo>
                  <a:cubicBezTo>
                    <a:pt x="180885" y="34179"/>
                    <a:pt x="191548" y="60128"/>
                    <a:pt x="192259" y="88208"/>
                  </a:cubicBezTo>
                  <a:cubicBezTo>
                    <a:pt x="192970" y="124820"/>
                    <a:pt x="184084" y="160365"/>
                    <a:pt x="167022" y="192711"/>
                  </a:cubicBezTo>
                  <a:cubicBezTo>
                    <a:pt x="130055" y="261314"/>
                    <a:pt x="69273" y="288328"/>
                    <a:pt x="1026" y="317120"/>
                  </a:cubicBezTo>
                  <a:cubicBezTo>
                    <a:pt x="-396" y="317831"/>
                    <a:pt x="-396" y="320319"/>
                    <a:pt x="1381" y="320319"/>
                  </a:cubicBezTo>
                  <a:cubicBezTo>
                    <a:pt x="76382" y="317475"/>
                    <a:pt x="151027" y="270200"/>
                    <a:pt x="188349" y="205152"/>
                  </a:cubicBezTo>
                  <a:cubicBezTo>
                    <a:pt x="219274" y="151123"/>
                    <a:pt x="237402" y="52663"/>
                    <a:pt x="193326" y="1833"/>
                  </a:cubicBezTo>
                  <a:close/>
                </a:path>
              </a:pathLst>
            </a:custGeom>
            <a:solidFill>
              <a:srgbClr val="191919">
                <a:alpha val="1125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24" name="Google Shape;1424;p52"/>
            <p:cNvSpPr/>
            <p:nvPr/>
          </p:nvSpPr>
          <p:spPr>
            <a:xfrm>
              <a:off x="926015" y="3484537"/>
              <a:ext cx="13749" cy="56497"/>
            </a:xfrm>
            <a:custGeom>
              <a:avLst/>
              <a:gdLst/>
              <a:ahLst/>
              <a:cxnLst/>
              <a:rect l="l" t="t" r="r" b="b"/>
              <a:pathLst>
                <a:path w="91567" h="376276" extrusionOk="0">
                  <a:moveTo>
                    <a:pt x="89372" y="517"/>
                  </a:moveTo>
                  <a:cubicBezTo>
                    <a:pt x="35343" y="23622"/>
                    <a:pt x="32499" y="73741"/>
                    <a:pt x="39253" y="126703"/>
                  </a:cubicBezTo>
                  <a:cubicBezTo>
                    <a:pt x="44229" y="164737"/>
                    <a:pt x="54182" y="202415"/>
                    <a:pt x="51694" y="240803"/>
                  </a:cubicBezTo>
                  <a:cubicBezTo>
                    <a:pt x="48850" y="288434"/>
                    <a:pt x="21480" y="324690"/>
                    <a:pt x="864" y="366279"/>
                  </a:cubicBezTo>
                  <a:cubicBezTo>
                    <a:pt x="-2690" y="373388"/>
                    <a:pt x="5485" y="379430"/>
                    <a:pt x="11528" y="374454"/>
                  </a:cubicBezTo>
                  <a:cubicBezTo>
                    <a:pt x="54182" y="340330"/>
                    <a:pt x="78353" y="295899"/>
                    <a:pt x="81196" y="240448"/>
                  </a:cubicBezTo>
                  <a:cubicBezTo>
                    <a:pt x="85817" y="157628"/>
                    <a:pt x="32855" y="76229"/>
                    <a:pt x="91149" y="2650"/>
                  </a:cubicBezTo>
                  <a:cubicBezTo>
                    <a:pt x="92215" y="1228"/>
                    <a:pt x="91149" y="-549"/>
                    <a:pt x="89016" y="162"/>
                  </a:cubicBezTo>
                  <a:close/>
                </a:path>
              </a:pathLst>
            </a:custGeom>
            <a:solidFill>
              <a:srgbClr val="191919">
                <a:alpha val="1125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25" name="Google Shape;1425;p52"/>
            <p:cNvSpPr/>
            <p:nvPr/>
          </p:nvSpPr>
          <p:spPr>
            <a:xfrm>
              <a:off x="945626" y="3457065"/>
              <a:ext cx="12075" cy="24443"/>
            </a:xfrm>
            <a:custGeom>
              <a:avLst/>
              <a:gdLst/>
              <a:ahLst/>
              <a:cxnLst/>
              <a:rect l="l" t="t" r="r" b="b"/>
              <a:pathLst>
                <a:path w="80423" h="162793" extrusionOk="0">
                  <a:moveTo>
                    <a:pt x="79848" y="68332"/>
                  </a:moveTo>
                  <a:cubicBezTo>
                    <a:pt x="76294" y="31364"/>
                    <a:pt x="42170" y="-10934"/>
                    <a:pt x="938" y="2573"/>
                  </a:cubicBezTo>
                  <a:cubicBezTo>
                    <a:pt x="-129" y="2928"/>
                    <a:pt x="-484" y="4350"/>
                    <a:pt x="938" y="5061"/>
                  </a:cubicBezTo>
                  <a:cubicBezTo>
                    <a:pt x="30796" y="23900"/>
                    <a:pt x="61365" y="34564"/>
                    <a:pt x="58166" y="76507"/>
                  </a:cubicBezTo>
                  <a:cubicBezTo>
                    <a:pt x="57099" y="91436"/>
                    <a:pt x="51412" y="106720"/>
                    <a:pt x="42881" y="119161"/>
                  </a:cubicBezTo>
                  <a:cubicBezTo>
                    <a:pt x="33639" y="132313"/>
                    <a:pt x="18710" y="139778"/>
                    <a:pt x="10535" y="153640"/>
                  </a:cubicBezTo>
                  <a:cubicBezTo>
                    <a:pt x="8047" y="157906"/>
                    <a:pt x="11246" y="161816"/>
                    <a:pt x="15511" y="162527"/>
                  </a:cubicBezTo>
                  <a:cubicBezTo>
                    <a:pt x="58166" y="167503"/>
                    <a:pt x="83047" y="101744"/>
                    <a:pt x="80204" y="67976"/>
                  </a:cubicBezTo>
                  <a:close/>
                </a:path>
              </a:pathLst>
            </a:custGeom>
            <a:solidFill>
              <a:srgbClr val="FFFFFF">
                <a:alpha val="15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26" name="Google Shape;1426;p52"/>
            <p:cNvSpPr/>
            <p:nvPr/>
          </p:nvSpPr>
          <p:spPr>
            <a:xfrm>
              <a:off x="884093" y="3470071"/>
              <a:ext cx="19768" cy="46778"/>
            </a:xfrm>
            <a:custGeom>
              <a:avLst/>
              <a:gdLst/>
              <a:ahLst/>
              <a:cxnLst/>
              <a:rect l="l" t="t" r="r" b="b"/>
              <a:pathLst>
                <a:path w="131660" h="311544" extrusionOk="0">
                  <a:moveTo>
                    <a:pt x="1234" y="0"/>
                  </a:moveTo>
                  <a:cubicBezTo>
                    <a:pt x="1234" y="0"/>
                    <a:pt x="-543" y="711"/>
                    <a:pt x="168" y="1422"/>
                  </a:cubicBezTo>
                  <a:cubicBezTo>
                    <a:pt x="42822" y="44787"/>
                    <a:pt x="100050" y="80332"/>
                    <a:pt x="107870" y="145736"/>
                  </a:cubicBezTo>
                  <a:cubicBezTo>
                    <a:pt x="116401" y="218959"/>
                    <a:pt x="73747" y="270144"/>
                    <a:pt x="12609" y="302135"/>
                  </a:cubicBezTo>
                  <a:cubicBezTo>
                    <a:pt x="7988" y="304623"/>
                    <a:pt x="10476" y="311021"/>
                    <a:pt x="15097" y="311377"/>
                  </a:cubicBezTo>
                  <a:cubicBezTo>
                    <a:pt x="85121" y="315642"/>
                    <a:pt x="127420" y="237443"/>
                    <a:pt x="131330" y="175594"/>
                  </a:cubicBezTo>
                  <a:cubicBezTo>
                    <a:pt x="137017" y="84242"/>
                    <a:pt x="68415" y="44787"/>
                    <a:pt x="1945" y="0"/>
                  </a:cubicBezTo>
                  <a:close/>
                </a:path>
              </a:pathLst>
            </a:custGeom>
            <a:solidFill>
              <a:srgbClr val="191919">
                <a:alpha val="1125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27" name="Google Shape;1427;p52"/>
            <p:cNvSpPr/>
            <p:nvPr/>
          </p:nvSpPr>
          <p:spPr>
            <a:xfrm>
              <a:off x="1079551" y="3469108"/>
              <a:ext cx="113776" cy="24407"/>
            </a:xfrm>
            <a:custGeom>
              <a:avLst/>
              <a:gdLst/>
              <a:ahLst/>
              <a:cxnLst/>
              <a:rect l="l" t="t" r="r" b="b"/>
              <a:pathLst>
                <a:path w="757759" h="162556" extrusionOk="0">
                  <a:moveTo>
                    <a:pt x="752099" y="39455"/>
                  </a:moveTo>
                  <a:cubicBezTo>
                    <a:pt x="749966" y="31635"/>
                    <a:pt x="739658" y="30924"/>
                    <a:pt x="735393" y="37322"/>
                  </a:cubicBezTo>
                  <a:cubicBezTo>
                    <a:pt x="593567" y="260192"/>
                    <a:pt x="202924" y="28436"/>
                    <a:pt x="316" y="0"/>
                  </a:cubicBezTo>
                  <a:cubicBezTo>
                    <a:pt x="316" y="0"/>
                    <a:pt x="-395" y="356"/>
                    <a:pt x="316" y="711"/>
                  </a:cubicBezTo>
                  <a:cubicBezTo>
                    <a:pt x="83847" y="44076"/>
                    <a:pt x="827455" y="317064"/>
                    <a:pt x="752455" y="39811"/>
                  </a:cubicBezTo>
                  <a:close/>
                </a:path>
              </a:pathLst>
            </a:custGeom>
            <a:solidFill>
              <a:srgbClr val="191919">
                <a:alpha val="1125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28" name="Google Shape;1428;p52"/>
            <p:cNvSpPr/>
            <p:nvPr/>
          </p:nvSpPr>
          <p:spPr>
            <a:xfrm>
              <a:off x="1200543" y="3490988"/>
              <a:ext cx="23605" cy="16962"/>
            </a:xfrm>
            <a:custGeom>
              <a:avLst/>
              <a:gdLst/>
              <a:ahLst/>
              <a:cxnLst/>
              <a:rect l="l" t="t" r="r" b="b"/>
              <a:pathLst>
                <a:path w="157215" h="112969" extrusionOk="0">
                  <a:moveTo>
                    <a:pt x="156399" y="67822"/>
                  </a:moveTo>
                  <a:cubicBezTo>
                    <a:pt x="155333" y="63912"/>
                    <a:pt x="151423" y="60713"/>
                    <a:pt x="147158" y="61069"/>
                  </a:cubicBezTo>
                  <a:cubicBezTo>
                    <a:pt x="131517" y="61424"/>
                    <a:pt x="127607" y="73865"/>
                    <a:pt x="114456" y="79552"/>
                  </a:cubicBezTo>
                  <a:cubicBezTo>
                    <a:pt x="98460" y="86661"/>
                    <a:pt x="82110" y="77064"/>
                    <a:pt x="68958" y="67822"/>
                  </a:cubicBezTo>
                  <a:cubicBezTo>
                    <a:pt x="43721" y="49694"/>
                    <a:pt x="22393" y="23391"/>
                    <a:pt x="1777" y="286"/>
                  </a:cubicBezTo>
                  <a:cubicBezTo>
                    <a:pt x="1066" y="-425"/>
                    <a:pt x="0" y="286"/>
                    <a:pt x="0" y="1352"/>
                  </a:cubicBezTo>
                  <a:cubicBezTo>
                    <a:pt x="12796" y="40097"/>
                    <a:pt x="36967" y="81685"/>
                    <a:pt x="73579" y="103012"/>
                  </a:cubicBezTo>
                  <a:cubicBezTo>
                    <a:pt x="89574" y="112254"/>
                    <a:pt x="109124" y="116519"/>
                    <a:pt x="126897" y="109410"/>
                  </a:cubicBezTo>
                  <a:cubicBezTo>
                    <a:pt x="143603" y="103012"/>
                    <a:pt x="162086" y="87372"/>
                    <a:pt x="156044" y="67822"/>
                  </a:cubicBezTo>
                  <a:close/>
                </a:path>
              </a:pathLst>
            </a:custGeom>
            <a:solidFill>
              <a:srgbClr val="191919">
                <a:alpha val="25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29" name="Google Shape;1429;p52"/>
            <p:cNvSpPr/>
            <p:nvPr/>
          </p:nvSpPr>
          <p:spPr>
            <a:xfrm>
              <a:off x="1183968" y="3428792"/>
              <a:ext cx="29933" cy="40401"/>
            </a:xfrm>
            <a:custGeom>
              <a:avLst/>
              <a:gdLst/>
              <a:ahLst/>
              <a:cxnLst/>
              <a:rect l="l" t="t" r="r" b="b"/>
              <a:pathLst>
                <a:path w="199354" h="269077" extrusionOk="0">
                  <a:moveTo>
                    <a:pt x="104503" y="0"/>
                  </a:moveTo>
                  <a:cubicBezTo>
                    <a:pt x="100593" y="0"/>
                    <a:pt x="98461" y="5332"/>
                    <a:pt x="101304" y="7820"/>
                  </a:cubicBezTo>
                  <a:cubicBezTo>
                    <a:pt x="125120" y="28081"/>
                    <a:pt x="163509" y="42654"/>
                    <a:pt x="172750" y="75001"/>
                  </a:cubicBezTo>
                  <a:cubicBezTo>
                    <a:pt x="181992" y="107347"/>
                    <a:pt x="159243" y="141115"/>
                    <a:pt x="139338" y="164219"/>
                  </a:cubicBezTo>
                  <a:cubicBezTo>
                    <a:pt x="100593" y="209362"/>
                    <a:pt x="48697" y="235665"/>
                    <a:pt x="0" y="268367"/>
                  </a:cubicBezTo>
                  <a:cubicBezTo>
                    <a:pt x="0" y="268367"/>
                    <a:pt x="0" y="269078"/>
                    <a:pt x="0" y="269078"/>
                  </a:cubicBezTo>
                  <a:cubicBezTo>
                    <a:pt x="71091" y="264812"/>
                    <a:pt x="153911" y="200831"/>
                    <a:pt x="186968" y="140049"/>
                  </a:cubicBezTo>
                  <a:cubicBezTo>
                    <a:pt x="222869" y="74290"/>
                    <a:pt x="176305" y="4976"/>
                    <a:pt x="104148" y="356"/>
                  </a:cubicBezTo>
                  <a:close/>
                </a:path>
              </a:pathLst>
            </a:custGeom>
            <a:solidFill>
              <a:srgbClr val="FFFFFF">
                <a:alpha val="15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430" name="Google Shape;1430;p52"/>
          <p:cNvGrpSpPr/>
          <p:nvPr/>
        </p:nvGrpSpPr>
        <p:grpSpPr>
          <a:xfrm>
            <a:off x="1900470" y="3073534"/>
            <a:ext cx="848564" cy="873387"/>
            <a:chOff x="6265976" y="2572740"/>
            <a:chExt cx="1674357" cy="1722997"/>
          </a:xfrm>
        </p:grpSpPr>
        <p:sp>
          <p:nvSpPr>
            <p:cNvPr id="1431" name="Google Shape;1431;p52"/>
            <p:cNvSpPr/>
            <p:nvPr/>
          </p:nvSpPr>
          <p:spPr>
            <a:xfrm flipH="1">
              <a:off x="7035371" y="3744661"/>
              <a:ext cx="657676" cy="551075"/>
            </a:xfrm>
            <a:custGeom>
              <a:avLst/>
              <a:gdLst/>
              <a:ahLst/>
              <a:cxnLst/>
              <a:rect l="l" t="t" r="r" b="b"/>
              <a:pathLst>
                <a:path w="1701180" h="1425440" extrusionOk="0">
                  <a:moveTo>
                    <a:pt x="355029" y="1425441"/>
                  </a:moveTo>
                  <a:cubicBezTo>
                    <a:pt x="440532" y="1425441"/>
                    <a:pt x="534614" y="1397334"/>
                    <a:pt x="631360" y="1341417"/>
                  </a:cubicBezTo>
                  <a:lnTo>
                    <a:pt x="1103844" y="1068637"/>
                  </a:lnTo>
                  <a:cubicBezTo>
                    <a:pt x="1433133" y="878400"/>
                    <a:pt x="1701180" y="414200"/>
                    <a:pt x="1701180" y="34024"/>
                  </a:cubicBezTo>
                  <a:cubicBezTo>
                    <a:pt x="1701180" y="15385"/>
                    <a:pt x="1686091" y="0"/>
                    <a:pt x="1667157" y="0"/>
                  </a:cubicBezTo>
                  <a:cubicBezTo>
                    <a:pt x="1648222" y="0"/>
                    <a:pt x="1633133" y="15089"/>
                    <a:pt x="1633133" y="34024"/>
                  </a:cubicBezTo>
                  <a:cubicBezTo>
                    <a:pt x="1633133" y="392603"/>
                    <a:pt x="1380471" y="830472"/>
                    <a:pt x="1069820" y="1009761"/>
                  </a:cubicBezTo>
                  <a:lnTo>
                    <a:pt x="597336" y="1282542"/>
                  </a:lnTo>
                  <a:cubicBezTo>
                    <a:pt x="453253" y="1365677"/>
                    <a:pt x="319526" y="1380175"/>
                    <a:pt x="221005" y="1323074"/>
                  </a:cubicBezTo>
                  <a:cubicBezTo>
                    <a:pt x="122485" y="1265974"/>
                    <a:pt x="68047" y="1143193"/>
                    <a:pt x="68047" y="976625"/>
                  </a:cubicBezTo>
                  <a:cubicBezTo>
                    <a:pt x="68047" y="957986"/>
                    <a:pt x="52958" y="942602"/>
                    <a:pt x="34024" y="942602"/>
                  </a:cubicBezTo>
                  <a:cubicBezTo>
                    <a:pt x="15089" y="942602"/>
                    <a:pt x="0" y="957690"/>
                    <a:pt x="0" y="976625"/>
                  </a:cubicBezTo>
                  <a:cubicBezTo>
                    <a:pt x="0" y="1168341"/>
                    <a:pt x="66272" y="1312127"/>
                    <a:pt x="186982" y="1381950"/>
                  </a:cubicBezTo>
                  <a:cubicBezTo>
                    <a:pt x="237278" y="1410944"/>
                    <a:pt x="294082" y="1425441"/>
                    <a:pt x="355029" y="142544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432" name="Google Shape;1432;p52"/>
            <p:cNvGrpSpPr/>
            <p:nvPr/>
          </p:nvGrpSpPr>
          <p:grpSpPr>
            <a:xfrm flipH="1">
              <a:off x="6265976" y="2881224"/>
              <a:ext cx="519678" cy="370003"/>
              <a:chOff x="6752510" y="1816895"/>
              <a:chExt cx="1344227" cy="957069"/>
            </a:xfrm>
          </p:grpSpPr>
          <p:sp>
            <p:nvSpPr>
              <p:cNvPr id="1433" name="Google Shape;1433;p52"/>
              <p:cNvSpPr/>
              <p:nvPr/>
            </p:nvSpPr>
            <p:spPr>
              <a:xfrm>
                <a:off x="6789122" y="1816895"/>
                <a:ext cx="1307615" cy="948800"/>
              </a:xfrm>
              <a:custGeom>
                <a:avLst/>
                <a:gdLst/>
                <a:ahLst/>
                <a:cxnLst/>
                <a:rect l="l" t="t" r="r" b="b"/>
                <a:pathLst>
                  <a:path w="1307615" h="948800" extrusionOk="0">
                    <a:moveTo>
                      <a:pt x="0" y="641996"/>
                    </a:moveTo>
                    <a:cubicBezTo>
                      <a:pt x="48816" y="613890"/>
                      <a:pt x="128106" y="659452"/>
                      <a:pt x="177219" y="744363"/>
                    </a:cubicBezTo>
                    <a:cubicBezTo>
                      <a:pt x="226035" y="828978"/>
                      <a:pt x="226035" y="920694"/>
                      <a:pt x="177219" y="948800"/>
                    </a:cubicBezTo>
                    <a:lnTo>
                      <a:pt x="1271003" y="315074"/>
                    </a:lnTo>
                    <a:cubicBezTo>
                      <a:pt x="1319820" y="286967"/>
                      <a:pt x="1319820" y="195252"/>
                      <a:pt x="1271003" y="110636"/>
                    </a:cubicBezTo>
                    <a:cubicBezTo>
                      <a:pt x="1222187" y="26021"/>
                      <a:pt x="1142897" y="-19837"/>
                      <a:pt x="1093785" y="8270"/>
                    </a:cubicBezTo>
                    <a:lnTo>
                      <a:pt x="0" y="641996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34" name="Google Shape;1434;p52"/>
              <p:cNvSpPr/>
              <p:nvPr/>
            </p:nvSpPr>
            <p:spPr>
              <a:xfrm>
                <a:off x="6752510" y="2450621"/>
                <a:ext cx="250554" cy="323343"/>
              </a:xfrm>
              <a:custGeom>
                <a:avLst/>
                <a:gdLst/>
                <a:ahLst/>
                <a:cxnLst/>
                <a:rect l="l" t="t" r="r" b="b"/>
                <a:pathLst>
                  <a:path w="250554" h="323343" extrusionOk="0">
                    <a:moveTo>
                      <a:pt x="36612" y="8270"/>
                    </a:moveTo>
                    <a:cubicBezTo>
                      <a:pt x="-12204" y="36376"/>
                      <a:pt x="-12204" y="128092"/>
                      <a:pt x="36612" y="212707"/>
                    </a:cubicBezTo>
                    <a:cubicBezTo>
                      <a:pt x="85429" y="297322"/>
                      <a:pt x="164718" y="343180"/>
                      <a:pt x="213831" y="315074"/>
                    </a:cubicBezTo>
                    <a:cubicBezTo>
                      <a:pt x="262943" y="286968"/>
                      <a:pt x="262647" y="195252"/>
                      <a:pt x="213831" y="110637"/>
                    </a:cubicBezTo>
                    <a:cubicBezTo>
                      <a:pt x="165014" y="26021"/>
                      <a:pt x="85725" y="-19837"/>
                      <a:pt x="36612" y="8270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435" name="Google Shape;1435;p52"/>
            <p:cNvGrpSpPr/>
            <p:nvPr/>
          </p:nvGrpSpPr>
          <p:grpSpPr>
            <a:xfrm flipH="1">
              <a:off x="6653688" y="2808049"/>
              <a:ext cx="1221939" cy="1351340"/>
              <a:chOff x="3933129" y="1627616"/>
              <a:chExt cx="3160732" cy="3495447"/>
            </a:xfrm>
          </p:grpSpPr>
          <p:sp>
            <p:nvSpPr>
              <p:cNvPr id="1436" name="Google Shape;1436;p52"/>
              <p:cNvSpPr/>
              <p:nvPr/>
            </p:nvSpPr>
            <p:spPr>
              <a:xfrm>
                <a:off x="3933129" y="1627616"/>
                <a:ext cx="2904809" cy="3364702"/>
              </a:xfrm>
              <a:custGeom>
                <a:avLst/>
                <a:gdLst/>
                <a:ahLst/>
                <a:cxnLst/>
                <a:rect l="l" t="t" r="r" b="b"/>
                <a:pathLst>
                  <a:path w="2904809" h="3364702" extrusionOk="0">
                    <a:moveTo>
                      <a:pt x="359253" y="3364702"/>
                    </a:moveTo>
                    <a:cubicBezTo>
                      <a:pt x="342685" y="3355235"/>
                      <a:pt x="327004" y="3344288"/>
                      <a:pt x="312211" y="3331862"/>
                    </a:cubicBezTo>
                    <a:cubicBezTo>
                      <a:pt x="-30983" y="3043993"/>
                      <a:pt x="282034" y="2106421"/>
                      <a:pt x="1010731" y="1237488"/>
                    </a:cubicBezTo>
                    <a:cubicBezTo>
                      <a:pt x="1708362" y="406128"/>
                      <a:pt x="2673745" y="25360"/>
                      <a:pt x="2904810" y="48437"/>
                    </a:cubicBezTo>
                    <a:cubicBezTo>
                      <a:pt x="2904810" y="48437"/>
                      <a:pt x="1781735" y="-333811"/>
                      <a:pt x="684696" y="1049322"/>
                    </a:cubicBezTo>
                    <a:cubicBezTo>
                      <a:pt x="-480391" y="2518254"/>
                      <a:pt x="190614" y="3355235"/>
                      <a:pt x="207182" y="3364702"/>
                    </a:cubicBezTo>
                    <a:lnTo>
                      <a:pt x="359253" y="3364702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37" name="Google Shape;1437;p52"/>
              <p:cNvSpPr/>
              <p:nvPr/>
            </p:nvSpPr>
            <p:spPr>
              <a:xfrm>
                <a:off x="4036464" y="1650041"/>
                <a:ext cx="3057397" cy="3473022"/>
              </a:xfrm>
              <a:custGeom>
                <a:avLst/>
                <a:gdLst/>
                <a:ahLst/>
                <a:cxnLst/>
                <a:rect l="l" t="t" r="r" b="b"/>
                <a:pathLst>
                  <a:path w="3057397" h="3473022" extrusionOk="0">
                    <a:moveTo>
                      <a:pt x="195266" y="3418904"/>
                    </a:moveTo>
                    <a:cubicBezTo>
                      <a:pt x="583431" y="3642869"/>
                      <a:pt x="1448814" y="3153816"/>
                      <a:pt x="2179582" y="2282516"/>
                    </a:cubicBezTo>
                    <a:cubicBezTo>
                      <a:pt x="2943190" y="1372459"/>
                      <a:pt x="3271000" y="389917"/>
                      <a:pt x="2911533" y="88438"/>
                    </a:cubicBezTo>
                    <a:cubicBezTo>
                      <a:pt x="2896149" y="75420"/>
                      <a:pt x="2879581" y="63882"/>
                      <a:pt x="2862421" y="54119"/>
                    </a:cubicBezTo>
                    <a:cubicBezTo>
                      <a:pt x="2474256" y="-169845"/>
                      <a:pt x="1608873" y="319207"/>
                      <a:pt x="878105" y="1190507"/>
                    </a:cubicBezTo>
                    <a:cubicBezTo>
                      <a:pt x="114201" y="2100564"/>
                      <a:pt x="-213609" y="3082810"/>
                      <a:pt x="145858" y="3384585"/>
                    </a:cubicBezTo>
                    <a:cubicBezTo>
                      <a:pt x="161243" y="3397603"/>
                      <a:pt x="177811" y="3409141"/>
                      <a:pt x="194971" y="341890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38" name="Google Shape;1438;p52"/>
              <p:cNvSpPr/>
              <p:nvPr/>
            </p:nvSpPr>
            <p:spPr>
              <a:xfrm>
                <a:off x="4149165" y="1817025"/>
                <a:ext cx="2851517" cy="3244675"/>
              </a:xfrm>
              <a:custGeom>
                <a:avLst/>
                <a:gdLst/>
                <a:ahLst/>
                <a:cxnLst/>
                <a:rect l="l" t="t" r="r" b="b"/>
                <a:pathLst>
                  <a:path w="2851517" h="3244675" extrusionOk="0">
                    <a:moveTo>
                      <a:pt x="176353" y="3196595"/>
                    </a:moveTo>
                    <a:cubicBezTo>
                      <a:pt x="532861" y="3400736"/>
                      <a:pt x="1337889" y="2938311"/>
                      <a:pt x="2022207" y="2122632"/>
                    </a:cubicBezTo>
                    <a:cubicBezTo>
                      <a:pt x="2737295" y="1270563"/>
                      <a:pt x="3049720" y="355772"/>
                      <a:pt x="2720431" y="79441"/>
                    </a:cubicBezTo>
                    <a:cubicBezTo>
                      <a:pt x="2706230" y="67607"/>
                      <a:pt x="2691141" y="56956"/>
                      <a:pt x="2675164" y="48081"/>
                    </a:cubicBezTo>
                    <a:cubicBezTo>
                      <a:pt x="2318656" y="-156061"/>
                      <a:pt x="1513628" y="306364"/>
                      <a:pt x="829310" y="1122043"/>
                    </a:cubicBezTo>
                    <a:cubicBezTo>
                      <a:pt x="114223" y="1974112"/>
                      <a:pt x="-198203" y="2888903"/>
                      <a:pt x="131087" y="3165234"/>
                    </a:cubicBezTo>
                    <a:cubicBezTo>
                      <a:pt x="145288" y="3177068"/>
                      <a:pt x="160377" y="3187719"/>
                      <a:pt x="176353" y="319659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439" name="Google Shape;1439;p52"/>
            <p:cNvSpPr/>
            <p:nvPr/>
          </p:nvSpPr>
          <p:spPr>
            <a:xfrm flipH="1">
              <a:off x="6727984" y="2901480"/>
              <a:ext cx="276557" cy="312678"/>
            </a:xfrm>
            <a:custGeom>
              <a:avLst/>
              <a:gdLst/>
              <a:ahLst/>
              <a:cxnLst/>
              <a:rect l="l" t="t" r="r" b="b"/>
              <a:pathLst>
                <a:path w="715358" h="808790" extrusionOk="0">
                  <a:moveTo>
                    <a:pt x="198656" y="270964"/>
                  </a:moveTo>
                  <a:cubicBezTo>
                    <a:pt x="21733" y="481614"/>
                    <a:pt x="-50456" y="712383"/>
                    <a:pt x="37414" y="786052"/>
                  </a:cubicBezTo>
                  <a:cubicBezTo>
                    <a:pt x="125283" y="859720"/>
                    <a:pt x="339780" y="748478"/>
                    <a:pt x="516703" y="537827"/>
                  </a:cubicBezTo>
                  <a:cubicBezTo>
                    <a:pt x="693625" y="327177"/>
                    <a:pt x="765814" y="96408"/>
                    <a:pt x="677945" y="22739"/>
                  </a:cubicBezTo>
                  <a:cubicBezTo>
                    <a:pt x="590075" y="-50929"/>
                    <a:pt x="375579" y="60313"/>
                    <a:pt x="198656" y="270964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40" name="Google Shape;1440;p52"/>
            <p:cNvSpPr/>
            <p:nvPr/>
          </p:nvSpPr>
          <p:spPr>
            <a:xfrm flipH="1">
              <a:off x="7048472" y="2991038"/>
              <a:ext cx="276557" cy="312678"/>
            </a:xfrm>
            <a:custGeom>
              <a:avLst/>
              <a:gdLst/>
              <a:ahLst/>
              <a:cxnLst/>
              <a:rect l="l" t="t" r="r" b="b"/>
              <a:pathLst>
                <a:path w="715358" h="808790" extrusionOk="0">
                  <a:moveTo>
                    <a:pt x="198656" y="270964"/>
                  </a:moveTo>
                  <a:cubicBezTo>
                    <a:pt x="21733" y="481614"/>
                    <a:pt x="-50456" y="712383"/>
                    <a:pt x="37414" y="786051"/>
                  </a:cubicBezTo>
                  <a:cubicBezTo>
                    <a:pt x="125283" y="859720"/>
                    <a:pt x="339780" y="748478"/>
                    <a:pt x="516703" y="537827"/>
                  </a:cubicBezTo>
                  <a:cubicBezTo>
                    <a:pt x="693625" y="327177"/>
                    <a:pt x="765815" y="96408"/>
                    <a:pt x="677945" y="22740"/>
                  </a:cubicBezTo>
                  <a:cubicBezTo>
                    <a:pt x="590075" y="-50929"/>
                    <a:pt x="375579" y="60313"/>
                    <a:pt x="198656" y="270964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41" name="Google Shape;1441;p52"/>
            <p:cNvSpPr/>
            <p:nvPr/>
          </p:nvSpPr>
          <p:spPr>
            <a:xfrm flipH="1">
              <a:off x="7421003" y="3435055"/>
              <a:ext cx="276557" cy="312678"/>
            </a:xfrm>
            <a:custGeom>
              <a:avLst/>
              <a:gdLst/>
              <a:ahLst/>
              <a:cxnLst/>
              <a:rect l="l" t="t" r="r" b="b"/>
              <a:pathLst>
                <a:path w="715358" h="808790" extrusionOk="0">
                  <a:moveTo>
                    <a:pt x="198656" y="270964"/>
                  </a:moveTo>
                  <a:cubicBezTo>
                    <a:pt x="21733" y="481614"/>
                    <a:pt x="-50456" y="712383"/>
                    <a:pt x="37414" y="786051"/>
                  </a:cubicBezTo>
                  <a:cubicBezTo>
                    <a:pt x="125283" y="859720"/>
                    <a:pt x="339780" y="748478"/>
                    <a:pt x="516703" y="537827"/>
                  </a:cubicBezTo>
                  <a:cubicBezTo>
                    <a:pt x="693625" y="327177"/>
                    <a:pt x="765815" y="96408"/>
                    <a:pt x="677945" y="22740"/>
                  </a:cubicBezTo>
                  <a:cubicBezTo>
                    <a:pt x="590075" y="-50929"/>
                    <a:pt x="375579" y="60313"/>
                    <a:pt x="198656" y="270964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42" name="Google Shape;1442;p52"/>
            <p:cNvSpPr/>
            <p:nvPr/>
          </p:nvSpPr>
          <p:spPr>
            <a:xfrm flipH="1">
              <a:off x="6785287" y="3224828"/>
              <a:ext cx="276557" cy="312678"/>
            </a:xfrm>
            <a:custGeom>
              <a:avLst/>
              <a:gdLst/>
              <a:ahLst/>
              <a:cxnLst/>
              <a:rect l="l" t="t" r="r" b="b"/>
              <a:pathLst>
                <a:path w="715358" h="808790" extrusionOk="0">
                  <a:moveTo>
                    <a:pt x="198656" y="270964"/>
                  </a:moveTo>
                  <a:cubicBezTo>
                    <a:pt x="21733" y="481614"/>
                    <a:pt x="-50456" y="712383"/>
                    <a:pt x="37414" y="786052"/>
                  </a:cubicBezTo>
                  <a:cubicBezTo>
                    <a:pt x="125283" y="859720"/>
                    <a:pt x="339780" y="748478"/>
                    <a:pt x="516703" y="537827"/>
                  </a:cubicBezTo>
                  <a:cubicBezTo>
                    <a:pt x="693625" y="327177"/>
                    <a:pt x="765815" y="96408"/>
                    <a:pt x="677945" y="22739"/>
                  </a:cubicBezTo>
                  <a:cubicBezTo>
                    <a:pt x="590075" y="-50929"/>
                    <a:pt x="375579" y="60313"/>
                    <a:pt x="198656" y="270964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43" name="Google Shape;1443;p52"/>
            <p:cNvSpPr/>
            <p:nvPr/>
          </p:nvSpPr>
          <p:spPr>
            <a:xfrm rot="2998448" flipH="1">
              <a:off x="7103842" y="3745006"/>
              <a:ext cx="384847" cy="160429"/>
            </a:xfrm>
            <a:custGeom>
              <a:avLst/>
              <a:gdLst/>
              <a:ahLst/>
              <a:cxnLst/>
              <a:rect l="l" t="t" r="r" b="b"/>
              <a:pathLst>
                <a:path w="996447" h="415383" extrusionOk="0">
                  <a:moveTo>
                    <a:pt x="996448" y="207692"/>
                  </a:moveTo>
                  <a:cubicBezTo>
                    <a:pt x="996448" y="322397"/>
                    <a:pt x="773385" y="415384"/>
                    <a:pt x="498224" y="415384"/>
                  </a:cubicBezTo>
                  <a:cubicBezTo>
                    <a:pt x="223062" y="415384"/>
                    <a:pt x="0" y="322397"/>
                    <a:pt x="0" y="207692"/>
                  </a:cubicBezTo>
                  <a:cubicBezTo>
                    <a:pt x="0" y="92987"/>
                    <a:pt x="223062" y="0"/>
                    <a:pt x="498224" y="0"/>
                  </a:cubicBezTo>
                  <a:cubicBezTo>
                    <a:pt x="773385" y="0"/>
                    <a:pt x="996448" y="92987"/>
                    <a:pt x="996448" y="20769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44" name="Google Shape;1444;p52"/>
            <p:cNvSpPr/>
            <p:nvPr/>
          </p:nvSpPr>
          <p:spPr>
            <a:xfrm flipH="1">
              <a:off x="7475104" y="3768697"/>
              <a:ext cx="276557" cy="312679"/>
            </a:xfrm>
            <a:custGeom>
              <a:avLst/>
              <a:gdLst/>
              <a:ahLst/>
              <a:cxnLst/>
              <a:rect l="l" t="t" r="r" b="b"/>
              <a:pathLst>
                <a:path w="715358" h="808791" extrusionOk="0">
                  <a:moveTo>
                    <a:pt x="198656" y="270964"/>
                  </a:moveTo>
                  <a:cubicBezTo>
                    <a:pt x="21733" y="481614"/>
                    <a:pt x="-50456" y="712383"/>
                    <a:pt x="37414" y="786052"/>
                  </a:cubicBezTo>
                  <a:cubicBezTo>
                    <a:pt x="125283" y="859720"/>
                    <a:pt x="339780" y="748478"/>
                    <a:pt x="516703" y="537827"/>
                  </a:cubicBezTo>
                  <a:cubicBezTo>
                    <a:pt x="693625" y="327177"/>
                    <a:pt x="765815" y="96408"/>
                    <a:pt x="677945" y="22740"/>
                  </a:cubicBezTo>
                  <a:cubicBezTo>
                    <a:pt x="590075" y="-50929"/>
                    <a:pt x="375579" y="60313"/>
                    <a:pt x="198656" y="270964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45" name="Google Shape;1445;p52"/>
            <p:cNvSpPr/>
            <p:nvPr/>
          </p:nvSpPr>
          <p:spPr>
            <a:xfrm rot="2998448" flipH="1">
              <a:off x="7062294" y="3440671"/>
              <a:ext cx="384847" cy="160429"/>
            </a:xfrm>
            <a:custGeom>
              <a:avLst/>
              <a:gdLst/>
              <a:ahLst/>
              <a:cxnLst/>
              <a:rect l="l" t="t" r="r" b="b"/>
              <a:pathLst>
                <a:path w="996447" h="415383" extrusionOk="0">
                  <a:moveTo>
                    <a:pt x="996448" y="207692"/>
                  </a:moveTo>
                  <a:cubicBezTo>
                    <a:pt x="996448" y="322397"/>
                    <a:pt x="773385" y="415384"/>
                    <a:pt x="498224" y="415384"/>
                  </a:cubicBezTo>
                  <a:cubicBezTo>
                    <a:pt x="223062" y="415384"/>
                    <a:pt x="0" y="322397"/>
                    <a:pt x="0" y="207692"/>
                  </a:cubicBezTo>
                  <a:cubicBezTo>
                    <a:pt x="0" y="92987"/>
                    <a:pt x="223062" y="0"/>
                    <a:pt x="498224" y="0"/>
                  </a:cubicBezTo>
                  <a:cubicBezTo>
                    <a:pt x="773385" y="0"/>
                    <a:pt x="996448" y="92987"/>
                    <a:pt x="996448" y="20769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46" name="Google Shape;1446;p52"/>
            <p:cNvSpPr/>
            <p:nvPr/>
          </p:nvSpPr>
          <p:spPr>
            <a:xfrm flipH="1">
              <a:off x="6715173" y="2914290"/>
              <a:ext cx="276557" cy="312678"/>
            </a:xfrm>
            <a:custGeom>
              <a:avLst/>
              <a:gdLst/>
              <a:ahLst/>
              <a:cxnLst/>
              <a:rect l="l" t="t" r="r" b="b"/>
              <a:pathLst>
                <a:path w="715358" h="808790" extrusionOk="0">
                  <a:moveTo>
                    <a:pt x="198656" y="270964"/>
                  </a:moveTo>
                  <a:cubicBezTo>
                    <a:pt x="21733" y="481614"/>
                    <a:pt x="-50456" y="712383"/>
                    <a:pt x="37413" y="786052"/>
                  </a:cubicBezTo>
                  <a:cubicBezTo>
                    <a:pt x="125283" y="859720"/>
                    <a:pt x="339780" y="748478"/>
                    <a:pt x="516703" y="537827"/>
                  </a:cubicBezTo>
                  <a:cubicBezTo>
                    <a:pt x="693625" y="327177"/>
                    <a:pt x="765815" y="96408"/>
                    <a:pt x="677945" y="22739"/>
                  </a:cubicBezTo>
                  <a:cubicBezTo>
                    <a:pt x="590075" y="-50929"/>
                    <a:pt x="375579" y="60313"/>
                    <a:pt x="198656" y="270964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47" name="Google Shape;1447;p52"/>
            <p:cNvSpPr/>
            <p:nvPr/>
          </p:nvSpPr>
          <p:spPr>
            <a:xfrm flipH="1">
              <a:off x="7035662" y="3003848"/>
              <a:ext cx="276557" cy="312679"/>
            </a:xfrm>
            <a:custGeom>
              <a:avLst/>
              <a:gdLst/>
              <a:ahLst/>
              <a:cxnLst/>
              <a:rect l="l" t="t" r="r" b="b"/>
              <a:pathLst>
                <a:path w="715358" h="808791" extrusionOk="0">
                  <a:moveTo>
                    <a:pt x="198656" y="270964"/>
                  </a:moveTo>
                  <a:cubicBezTo>
                    <a:pt x="21733" y="481614"/>
                    <a:pt x="-50456" y="712383"/>
                    <a:pt x="37414" y="786052"/>
                  </a:cubicBezTo>
                  <a:cubicBezTo>
                    <a:pt x="125283" y="859720"/>
                    <a:pt x="339780" y="748478"/>
                    <a:pt x="516702" y="537827"/>
                  </a:cubicBezTo>
                  <a:cubicBezTo>
                    <a:pt x="693625" y="327177"/>
                    <a:pt x="765815" y="96408"/>
                    <a:pt x="677945" y="22739"/>
                  </a:cubicBezTo>
                  <a:cubicBezTo>
                    <a:pt x="590075" y="-50929"/>
                    <a:pt x="375579" y="60313"/>
                    <a:pt x="198656" y="270964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48" name="Google Shape;1448;p52"/>
            <p:cNvSpPr/>
            <p:nvPr/>
          </p:nvSpPr>
          <p:spPr>
            <a:xfrm flipH="1">
              <a:off x="7408192" y="3447751"/>
              <a:ext cx="276557" cy="312679"/>
            </a:xfrm>
            <a:custGeom>
              <a:avLst/>
              <a:gdLst/>
              <a:ahLst/>
              <a:cxnLst/>
              <a:rect l="l" t="t" r="r" b="b"/>
              <a:pathLst>
                <a:path w="715358" h="808791" extrusionOk="0">
                  <a:moveTo>
                    <a:pt x="198656" y="270964"/>
                  </a:moveTo>
                  <a:cubicBezTo>
                    <a:pt x="21733" y="481614"/>
                    <a:pt x="-50456" y="712383"/>
                    <a:pt x="37414" y="786052"/>
                  </a:cubicBezTo>
                  <a:cubicBezTo>
                    <a:pt x="125283" y="859720"/>
                    <a:pt x="339780" y="748478"/>
                    <a:pt x="516703" y="537827"/>
                  </a:cubicBezTo>
                  <a:cubicBezTo>
                    <a:pt x="693625" y="327177"/>
                    <a:pt x="765815" y="96408"/>
                    <a:pt x="677945" y="22739"/>
                  </a:cubicBezTo>
                  <a:cubicBezTo>
                    <a:pt x="590075" y="-50929"/>
                    <a:pt x="375579" y="60313"/>
                    <a:pt x="198656" y="270964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49" name="Google Shape;1449;p52"/>
            <p:cNvSpPr/>
            <p:nvPr/>
          </p:nvSpPr>
          <p:spPr>
            <a:xfrm flipH="1">
              <a:off x="6772477" y="3237638"/>
              <a:ext cx="276557" cy="312678"/>
            </a:xfrm>
            <a:custGeom>
              <a:avLst/>
              <a:gdLst/>
              <a:ahLst/>
              <a:cxnLst/>
              <a:rect l="l" t="t" r="r" b="b"/>
              <a:pathLst>
                <a:path w="715358" h="808790" extrusionOk="0">
                  <a:moveTo>
                    <a:pt x="198656" y="270964"/>
                  </a:moveTo>
                  <a:cubicBezTo>
                    <a:pt x="21733" y="481614"/>
                    <a:pt x="-50456" y="712383"/>
                    <a:pt x="37414" y="786051"/>
                  </a:cubicBezTo>
                  <a:cubicBezTo>
                    <a:pt x="125283" y="859720"/>
                    <a:pt x="339780" y="748478"/>
                    <a:pt x="516703" y="537827"/>
                  </a:cubicBezTo>
                  <a:cubicBezTo>
                    <a:pt x="693625" y="327177"/>
                    <a:pt x="765814" y="96408"/>
                    <a:pt x="677945" y="22740"/>
                  </a:cubicBezTo>
                  <a:cubicBezTo>
                    <a:pt x="590075" y="-50929"/>
                    <a:pt x="375579" y="60313"/>
                    <a:pt x="198656" y="270964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50" name="Google Shape;1450;p52"/>
            <p:cNvSpPr/>
            <p:nvPr/>
          </p:nvSpPr>
          <p:spPr>
            <a:xfrm rot="2998448" flipH="1">
              <a:off x="7091015" y="3757926"/>
              <a:ext cx="384847" cy="160429"/>
            </a:xfrm>
            <a:custGeom>
              <a:avLst/>
              <a:gdLst/>
              <a:ahLst/>
              <a:cxnLst/>
              <a:rect l="l" t="t" r="r" b="b"/>
              <a:pathLst>
                <a:path w="996447" h="415383" extrusionOk="0">
                  <a:moveTo>
                    <a:pt x="996448" y="207692"/>
                  </a:moveTo>
                  <a:cubicBezTo>
                    <a:pt x="996448" y="322397"/>
                    <a:pt x="773385" y="415384"/>
                    <a:pt x="498224" y="415384"/>
                  </a:cubicBezTo>
                  <a:cubicBezTo>
                    <a:pt x="223062" y="415384"/>
                    <a:pt x="0" y="322397"/>
                    <a:pt x="0" y="207692"/>
                  </a:cubicBezTo>
                  <a:cubicBezTo>
                    <a:pt x="0" y="92987"/>
                    <a:pt x="223062" y="0"/>
                    <a:pt x="498224" y="0"/>
                  </a:cubicBezTo>
                  <a:cubicBezTo>
                    <a:pt x="773385" y="0"/>
                    <a:pt x="996448" y="92987"/>
                    <a:pt x="996448" y="207692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51" name="Google Shape;1451;p52"/>
            <p:cNvSpPr/>
            <p:nvPr/>
          </p:nvSpPr>
          <p:spPr>
            <a:xfrm flipH="1">
              <a:off x="7462293" y="3781507"/>
              <a:ext cx="276557" cy="312679"/>
            </a:xfrm>
            <a:custGeom>
              <a:avLst/>
              <a:gdLst/>
              <a:ahLst/>
              <a:cxnLst/>
              <a:rect l="l" t="t" r="r" b="b"/>
              <a:pathLst>
                <a:path w="715358" h="808791" extrusionOk="0">
                  <a:moveTo>
                    <a:pt x="198656" y="270964"/>
                  </a:moveTo>
                  <a:cubicBezTo>
                    <a:pt x="21733" y="481614"/>
                    <a:pt x="-50456" y="712383"/>
                    <a:pt x="37414" y="786052"/>
                  </a:cubicBezTo>
                  <a:cubicBezTo>
                    <a:pt x="125283" y="859720"/>
                    <a:pt x="339780" y="748478"/>
                    <a:pt x="516703" y="537827"/>
                  </a:cubicBezTo>
                  <a:cubicBezTo>
                    <a:pt x="693625" y="327177"/>
                    <a:pt x="765815" y="96408"/>
                    <a:pt x="677945" y="22739"/>
                  </a:cubicBezTo>
                  <a:cubicBezTo>
                    <a:pt x="590075" y="-50929"/>
                    <a:pt x="375579" y="60313"/>
                    <a:pt x="198656" y="270964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52" name="Google Shape;1452;p52"/>
            <p:cNvSpPr/>
            <p:nvPr/>
          </p:nvSpPr>
          <p:spPr>
            <a:xfrm rot="2998448" flipH="1">
              <a:off x="7049508" y="3453504"/>
              <a:ext cx="384847" cy="160429"/>
            </a:xfrm>
            <a:custGeom>
              <a:avLst/>
              <a:gdLst/>
              <a:ahLst/>
              <a:cxnLst/>
              <a:rect l="l" t="t" r="r" b="b"/>
              <a:pathLst>
                <a:path w="996447" h="415383" extrusionOk="0">
                  <a:moveTo>
                    <a:pt x="996448" y="207692"/>
                  </a:moveTo>
                  <a:cubicBezTo>
                    <a:pt x="996448" y="322397"/>
                    <a:pt x="773385" y="415384"/>
                    <a:pt x="498224" y="415384"/>
                  </a:cubicBezTo>
                  <a:cubicBezTo>
                    <a:pt x="223062" y="415384"/>
                    <a:pt x="0" y="322397"/>
                    <a:pt x="0" y="207692"/>
                  </a:cubicBezTo>
                  <a:cubicBezTo>
                    <a:pt x="0" y="92987"/>
                    <a:pt x="223062" y="0"/>
                    <a:pt x="498224" y="0"/>
                  </a:cubicBezTo>
                  <a:cubicBezTo>
                    <a:pt x="773385" y="0"/>
                    <a:pt x="996448" y="92987"/>
                    <a:pt x="996448" y="207692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53" name="Google Shape;1453;p52"/>
            <p:cNvSpPr/>
            <p:nvPr/>
          </p:nvSpPr>
          <p:spPr>
            <a:xfrm flipH="1">
              <a:off x="6739360" y="2715436"/>
              <a:ext cx="657790" cy="505944"/>
            </a:xfrm>
            <a:custGeom>
              <a:avLst/>
              <a:gdLst/>
              <a:ahLst/>
              <a:cxnLst/>
              <a:rect l="l" t="t" r="r" b="b"/>
              <a:pathLst>
                <a:path w="1701475" h="1308702" extrusionOk="0">
                  <a:moveTo>
                    <a:pt x="34024" y="1308703"/>
                  </a:moveTo>
                  <a:cubicBezTo>
                    <a:pt x="52663" y="1308703"/>
                    <a:pt x="68047" y="1293614"/>
                    <a:pt x="68047" y="1274679"/>
                  </a:cubicBezTo>
                  <a:cubicBezTo>
                    <a:pt x="68047" y="847461"/>
                    <a:pt x="421005" y="579710"/>
                    <a:pt x="631360" y="458409"/>
                  </a:cubicBezTo>
                  <a:lnTo>
                    <a:pt x="1135796" y="190954"/>
                  </a:lnTo>
                  <a:cubicBezTo>
                    <a:pt x="1332838" y="77345"/>
                    <a:pt x="1471003" y="42138"/>
                    <a:pt x="1547334" y="86220"/>
                  </a:cubicBezTo>
                  <a:cubicBezTo>
                    <a:pt x="1604435" y="119060"/>
                    <a:pt x="1633429" y="201605"/>
                    <a:pt x="1633429" y="331782"/>
                  </a:cubicBezTo>
                  <a:cubicBezTo>
                    <a:pt x="1633429" y="350421"/>
                    <a:pt x="1648517" y="365806"/>
                    <a:pt x="1667452" y="365806"/>
                  </a:cubicBezTo>
                  <a:cubicBezTo>
                    <a:pt x="1686387" y="365806"/>
                    <a:pt x="1701476" y="350717"/>
                    <a:pt x="1701476" y="331782"/>
                  </a:cubicBezTo>
                  <a:cubicBezTo>
                    <a:pt x="1701476" y="173498"/>
                    <a:pt x="1662127" y="74090"/>
                    <a:pt x="1581358" y="27345"/>
                  </a:cubicBezTo>
                  <a:cubicBezTo>
                    <a:pt x="1481062" y="-30643"/>
                    <a:pt x="1324554" y="3380"/>
                    <a:pt x="1102956" y="131486"/>
                  </a:cubicBezTo>
                  <a:lnTo>
                    <a:pt x="598520" y="398942"/>
                  </a:lnTo>
                  <a:cubicBezTo>
                    <a:pt x="374260" y="528231"/>
                    <a:pt x="0" y="813438"/>
                    <a:pt x="0" y="1274679"/>
                  </a:cubicBezTo>
                  <a:cubicBezTo>
                    <a:pt x="0" y="1293318"/>
                    <a:pt x="15089" y="1308703"/>
                    <a:pt x="34024" y="130870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54" name="Google Shape;1454;p52"/>
            <p:cNvSpPr/>
            <p:nvPr/>
          </p:nvSpPr>
          <p:spPr>
            <a:xfrm flipH="1">
              <a:off x="7666616" y="3538314"/>
              <a:ext cx="250612" cy="660888"/>
            </a:xfrm>
            <a:custGeom>
              <a:avLst/>
              <a:gdLst/>
              <a:ahLst/>
              <a:cxnLst/>
              <a:rect l="l" t="t" r="r" b="b"/>
              <a:pathLst>
                <a:path w="648247" h="1709487" extrusionOk="0">
                  <a:moveTo>
                    <a:pt x="354437" y="1709487"/>
                  </a:moveTo>
                  <a:cubicBezTo>
                    <a:pt x="439348" y="1709487"/>
                    <a:pt x="533135" y="1686411"/>
                    <a:pt x="628697" y="1639961"/>
                  </a:cubicBezTo>
                  <a:cubicBezTo>
                    <a:pt x="645561" y="1631677"/>
                    <a:pt x="652661" y="1611559"/>
                    <a:pt x="644673" y="1594695"/>
                  </a:cubicBezTo>
                  <a:cubicBezTo>
                    <a:pt x="636389" y="1577831"/>
                    <a:pt x="616271" y="1570730"/>
                    <a:pt x="599407" y="1578719"/>
                  </a:cubicBezTo>
                  <a:cubicBezTo>
                    <a:pt x="442011" y="1654754"/>
                    <a:pt x="294378" y="1662151"/>
                    <a:pt x="194082" y="1599133"/>
                  </a:cubicBezTo>
                  <a:cubicBezTo>
                    <a:pt x="112722" y="1547950"/>
                    <a:pt x="67751" y="1452092"/>
                    <a:pt x="67751" y="1329311"/>
                  </a:cubicBezTo>
                  <a:lnTo>
                    <a:pt x="67751" y="873690"/>
                  </a:lnTo>
                  <a:cubicBezTo>
                    <a:pt x="67751" y="576650"/>
                    <a:pt x="319526" y="213633"/>
                    <a:pt x="628993" y="64521"/>
                  </a:cubicBezTo>
                  <a:cubicBezTo>
                    <a:pt x="645857" y="56237"/>
                    <a:pt x="652957" y="36118"/>
                    <a:pt x="644969" y="19254"/>
                  </a:cubicBezTo>
                  <a:cubicBezTo>
                    <a:pt x="636685" y="2391"/>
                    <a:pt x="616567" y="-4710"/>
                    <a:pt x="599703" y="3278"/>
                  </a:cubicBezTo>
                  <a:cubicBezTo>
                    <a:pt x="268934" y="162745"/>
                    <a:pt x="0" y="553277"/>
                    <a:pt x="0" y="873690"/>
                  </a:cubicBezTo>
                  <a:lnTo>
                    <a:pt x="0" y="1329311"/>
                  </a:lnTo>
                  <a:cubicBezTo>
                    <a:pt x="0" y="1476352"/>
                    <a:pt x="56213" y="1592624"/>
                    <a:pt x="157988" y="1656529"/>
                  </a:cubicBezTo>
                  <a:cubicBezTo>
                    <a:pt x="213905" y="1691736"/>
                    <a:pt x="281065" y="1709192"/>
                    <a:pt x="354733" y="170919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55" name="Google Shape;1455;p52"/>
            <p:cNvSpPr/>
            <p:nvPr/>
          </p:nvSpPr>
          <p:spPr>
            <a:xfrm flipH="1">
              <a:off x="6384214" y="2572740"/>
              <a:ext cx="1387296" cy="437612"/>
            </a:xfrm>
            <a:custGeom>
              <a:avLst/>
              <a:gdLst/>
              <a:ahLst/>
              <a:cxnLst/>
              <a:rect l="l" t="t" r="r" b="b"/>
              <a:pathLst>
                <a:path w="3588454" h="1131950" extrusionOk="0">
                  <a:moveTo>
                    <a:pt x="85503" y="1131950"/>
                  </a:moveTo>
                  <a:lnTo>
                    <a:pt x="1084909" y="459466"/>
                  </a:lnTo>
                  <a:lnTo>
                    <a:pt x="2283428" y="164793"/>
                  </a:lnTo>
                  <a:lnTo>
                    <a:pt x="3441118" y="944968"/>
                  </a:lnTo>
                  <a:lnTo>
                    <a:pt x="3588455" y="859761"/>
                  </a:lnTo>
                  <a:lnTo>
                    <a:pt x="2312717" y="0"/>
                  </a:lnTo>
                  <a:lnTo>
                    <a:pt x="1022187" y="317159"/>
                  </a:lnTo>
                  <a:lnTo>
                    <a:pt x="0" y="1005027"/>
                  </a:lnTo>
                  <a:lnTo>
                    <a:pt x="85503" y="113195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456" name="Google Shape;1456;p52"/>
            <p:cNvGrpSpPr/>
            <p:nvPr/>
          </p:nvGrpSpPr>
          <p:grpSpPr>
            <a:xfrm flipH="1">
              <a:off x="7569633" y="2865365"/>
              <a:ext cx="370700" cy="311020"/>
              <a:chOff x="3765756" y="1775873"/>
              <a:chExt cx="958873" cy="804500"/>
            </a:xfrm>
          </p:grpSpPr>
          <p:sp>
            <p:nvSpPr>
              <p:cNvPr id="1457" name="Google Shape;1457;p52"/>
              <p:cNvSpPr/>
              <p:nvPr/>
            </p:nvSpPr>
            <p:spPr>
              <a:xfrm>
                <a:off x="3817235" y="1775873"/>
                <a:ext cx="907394" cy="792781"/>
              </a:xfrm>
              <a:custGeom>
                <a:avLst/>
                <a:gdLst/>
                <a:ahLst/>
                <a:cxnLst/>
                <a:rect l="l" t="t" r="r" b="b"/>
                <a:pathLst>
                  <a:path w="907394" h="792781" extrusionOk="0">
                    <a:moveTo>
                      <a:pt x="0" y="362013"/>
                    </a:moveTo>
                    <a:cubicBezTo>
                      <a:pt x="68639" y="322369"/>
                      <a:pt x="179881" y="386570"/>
                      <a:pt x="248816" y="505504"/>
                    </a:cubicBezTo>
                    <a:cubicBezTo>
                      <a:pt x="317455" y="624439"/>
                      <a:pt x="317455" y="753137"/>
                      <a:pt x="248816" y="792782"/>
                    </a:cubicBezTo>
                    <a:lnTo>
                      <a:pt x="855915" y="442487"/>
                    </a:lnTo>
                    <a:cubicBezTo>
                      <a:pt x="924554" y="402842"/>
                      <a:pt x="924554" y="274144"/>
                      <a:pt x="855915" y="155209"/>
                    </a:cubicBezTo>
                    <a:cubicBezTo>
                      <a:pt x="787277" y="36275"/>
                      <a:pt x="676034" y="-27927"/>
                      <a:pt x="607099" y="11718"/>
                    </a:cubicBezTo>
                    <a:lnTo>
                      <a:pt x="0" y="362013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58" name="Google Shape;1458;p52"/>
              <p:cNvSpPr/>
              <p:nvPr/>
            </p:nvSpPr>
            <p:spPr>
              <a:xfrm>
                <a:off x="3765756" y="2126168"/>
                <a:ext cx="351774" cy="454205"/>
              </a:xfrm>
              <a:custGeom>
                <a:avLst/>
                <a:gdLst/>
                <a:ahLst/>
                <a:cxnLst/>
                <a:rect l="l" t="t" r="r" b="b"/>
                <a:pathLst>
                  <a:path w="351774" h="454205" extrusionOk="0">
                    <a:moveTo>
                      <a:pt x="51479" y="11718"/>
                    </a:moveTo>
                    <a:cubicBezTo>
                      <a:pt x="-17160" y="51363"/>
                      <a:pt x="-17160" y="180061"/>
                      <a:pt x="51479" y="298996"/>
                    </a:cubicBezTo>
                    <a:cubicBezTo>
                      <a:pt x="120118" y="417931"/>
                      <a:pt x="231360" y="482132"/>
                      <a:pt x="300295" y="442487"/>
                    </a:cubicBezTo>
                    <a:cubicBezTo>
                      <a:pt x="368934" y="402842"/>
                      <a:pt x="368934" y="274144"/>
                      <a:pt x="300295" y="155209"/>
                    </a:cubicBezTo>
                    <a:cubicBezTo>
                      <a:pt x="231656" y="36275"/>
                      <a:pt x="120414" y="-27927"/>
                      <a:pt x="51479" y="11718"/>
                    </a:cubicBez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459" name="Google Shape;1459;p52"/>
          <p:cNvGrpSpPr/>
          <p:nvPr/>
        </p:nvGrpSpPr>
        <p:grpSpPr>
          <a:xfrm>
            <a:off x="3369852" y="3055469"/>
            <a:ext cx="608997" cy="909516"/>
            <a:chOff x="5589850" y="2610351"/>
            <a:chExt cx="692199" cy="1033776"/>
          </a:xfrm>
        </p:grpSpPr>
        <p:sp>
          <p:nvSpPr>
            <p:cNvPr id="1460" name="Google Shape;1460;p52"/>
            <p:cNvSpPr/>
            <p:nvPr/>
          </p:nvSpPr>
          <p:spPr>
            <a:xfrm>
              <a:off x="5874138" y="2630669"/>
              <a:ext cx="124114" cy="136492"/>
            </a:xfrm>
            <a:custGeom>
              <a:avLst/>
              <a:gdLst/>
              <a:ahLst/>
              <a:cxnLst/>
              <a:rect l="l" t="t" r="r" b="b"/>
              <a:pathLst>
                <a:path w="141440" h="155546" extrusionOk="0">
                  <a:moveTo>
                    <a:pt x="121315" y="115108"/>
                  </a:moveTo>
                  <a:cubicBezTo>
                    <a:pt x="121315" y="137491"/>
                    <a:pt x="103259" y="155547"/>
                    <a:pt x="80877" y="155547"/>
                  </a:cubicBezTo>
                  <a:lnTo>
                    <a:pt x="60564" y="155547"/>
                  </a:lnTo>
                  <a:cubicBezTo>
                    <a:pt x="38181" y="155547"/>
                    <a:pt x="20125" y="137491"/>
                    <a:pt x="20125" y="115108"/>
                  </a:cubicBezTo>
                  <a:lnTo>
                    <a:pt x="0" y="40438"/>
                  </a:lnTo>
                  <a:cubicBezTo>
                    <a:pt x="0" y="18056"/>
                    <a:pt x="18056" y="0"/>
                    <a:pt x="40438" y="0"/>
                  </a:cubicBezTo>
                  <a:lnTo>
                    <a:pt x="101002" y="0"/>
                  </a:lnTo>
                  <a:cubicBezTo>
                    <a:pt x="123384" y="0"/>
                    <a:pt x="141440" y="18056"/>
                    <a:pt x="141440" y="40438"/>
                  </a:cubicBezTo>
                  <a:lnTo>
                    <a:pt x="121315" y="115108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1" name="Google Shape;1461;p52"/>
            <p:cNvSpPr/>
            <p:nvPr/>
          </p:nvSpPr>
          <p:spPr>
            <a:xfrm>
              <a:off x="5589850" y="2724166"/>
              <a:ext cx="692199" cy="919961"/>
            </a:xfrm>
            <a:custGeom>
              <a:avLst/>
              <a:gdLst/>
              <a:ahLst/>
              <a:cxnLst/>
              <a:rect l="l" t="t" r="r" b="b"/>
              <a:pathLst>
                <a:path w="788831" h="1048389" extrusionOk="0">
                  <a:moveTo>
                    <a:pt x="31975" y="0"/>
                  </a:moveTo>
                  <a:lnTo>
                    <a:pt x="756857" y="0"/>
                  </a:lnTo>
                  <a:cubicBezTo>
                    <a:pt x="774537" y="0"/>
                    <a:pt x="788831" y="14295"/>
                    <a:pt x="788831" y="31975"/>
                  </a:cubicBezTo>
                  <a:lnTo>
                    <a:pt x="788831" y="1016415"/>
                  </a:lnTo>
                  <a:cubicBezTo>
                    <a:pt x="788831" y="1034095"/>
                    <a:pt x="774537" y="1048390"/>
                    <a:pt x="756857" y="1048390"/>
                  </a:cubicBezTo>
                  <a:lnTo>
                    <a:pt x="31975" y="1048390"/>
                  </a:lnTo>
                  <a:cubicBezTo>
                    <a:pt x="14295" y="1048390"/>
                    <a:pt x="0" y="1034095"/>
                    <a:pt x="0" y="1016415"/>
                  </a:cubicBezTo>
                  <a:lnTo>
                    <a:pt x="0" y="31975"/>
                  </a:lnTo>
                  <a:cubicBezTo>
                    <a:pt x="0" y="14295"/>
                    <a:pt x="14295" y="0"/>
                    <a:pt x="3197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2" name="Google Shape;1462;p52"/>
            <p:cNvSpPr/>
            <p:nvPr/>
          </p:nvSpPr>
          <p:spPr>
            <a:xfrm>
              <a:off x="5648491" y="2765132"/>
              <a:ext cx="575017" cy="838264"/>
            </a:xfrm>
            <a:custGeom>
              <a:avLst/>
              <a:gdLst/>
              <a:ahLst/>
              <a:cxnLst/>
              <a:rect l="l" t="t" r="r" b="b"/>
              <a:pathLst>
                <a:path w="655290" h="955287" extrusionOk="0">
                  <a:moveTo>
                    <a:pt x="34044" y="0"/>
                  </a:moveTo>
                  <a:lnTo>
                    <a:pt x="621247" y="0"/>
                  </a:lnTo>
                  <a:cubicBezTo>
                    <a:pt x="640056" y="0"/>
                    <a:pt x="655291" y="15235"/>
                    <a:pt x="655291" y="34044"/>
                  </a:cubicBezTo>
                  <a:lnTo>
                    <a:pt x="655291" y="921244"/>
                  </a:lnTo>
                  <a:cubicBezTo>
                    <a:pt x="655291" y="940052"/>
                    <a:pt x="640056" y="955287"/>
                    <a:pt x="621247" y="955287"/>
                  </a:cubicBezTo>
                  <a:lnTo>
                    <a:pt x="34044" y="955287"/>
                  </a:lnTo>
                  <a:cubicBezTo>
                    <a:pt x="15235" y="955287"/>
                    <a:pt x="0" y="940052"/>
                    <a:pt x="0" y="921244"/>
                  </a:cubicBezTo>
                  <a:lnTo>
                    <a:pt x="0" y="34044"/>
                  </a:lnTo>
                  <a:cubicBezTo>
                    <a:pt x="0" y="15235"/>
                    <a:pt x="15235" y="0"/>
                    <a:pt x="34044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3" name="Google Shape;1463;p52"/>
            <p:cNvSpPr/>
            <p:nvPr/>
          </p:nvSpPr>
          <p:spPr>
            <a:xfrm>
              <a:off x="5807733" y="2702030"/>
              <a:ext cx="256810" cy="104968"/>
            </a:xfrm>
            <a:custGeom>
              <a:avLst/>
              <a:gdLst/>
              <a:ahLst/>
              <a:cxnLst/>
              <a:rect l="l" t="t" r="r" b="b"/>
              <a:pathLst>
                <a:path w="292661" h="119622" extrusionOk="0">
                  <a:moveTo>
                    <a:pt x="28213" y="0"/>
                  </a:moveTo>
                  <a:lnTo>
                    <a:pt x="264449" y="0"/>
                  </a:lnTo>
                  <a:cubicBezTo>
                    <a:pt x="280060" y="0"/>
                    <a:pt x="292661" y="12602"/>
                    <a:pt x="292661" y="28213"/>
                  </a:cubicBezTo>
                  <a:lnTo>
                    <a:pt x="292661" y="91410"/>
                  </a:lnTo>
                  <a:cubicBezTo>
                    <a:pt x="292661" y="107021"/>
                    <a:pt x="280060" y="119623"/>
                    <a:pt x="264449" y="119623"/>
                  </a:cubicBezTo>
                  <a:lnTo>
                    <a:pt x="28213" y="119623"/>
                  </a:lnTo>
                  <a:cubicBezTo>
                    <a:pt x="12602" y="119623"/>
                    <a:pt x="0" y="107021"/>
                    <a:pt x="0" y="91410"/>
                  </a:cubicBezTo>
                  <a:lnTo>
                    <a:pt x="0" y="28213"/>
                  </a:lnTo>
                  <a:cubicBezTo>
                    <a:pt x="0" y="12602"/>
                    <a:pt x="12602" y="0"/>
                    <a:pt x="2821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4" name="Google Shape;1464;p52"/>
            <p:cNvSpPr/>
            <p:nvPr/>
          </p:nvSpPr>
          <p:spPr>
            <a:xfrm>
              <a:off x="5928485" y="2863915"/>
              <a:ext cx="231723" cy="13699"/>
            </a:xfrm>
            <a:custGeom>
              <a:avLst/>
              <a:gdLst/>
              <a:ahLst/>
              <a:cxnLst/>
              <a:rect l="l" t="t" r="r" b="b"/>
              <a:pathLst>
                <a:path w="264072" h="15611" extrusionOk="0">
                  <a:moveTo>
                    <a:pt x="0" y="0"/>
                  </a:moveTo>
                  <a:lnTo>
                    <a:pt x="264072" y="0"/>
                  </a:lnTo>
                  <a:lnTo>
                    <a:pt x="264072" y="15611"/>
                  </a:lnTo>
                  <a:lnTo>
                    <a:pt x="0" y="1561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5" name="Google Shape;1465;p52"/>
            <p:cNvSpPr/>
            <p:nvPr/>
          </p:nvSpPr>
          <p:spPr>
            <a:xfrm>
              <a:off x="5928485" y="2898439"/>
              <a:ext cx="231723" cy="13699"/>
            </a:xfrm>
            <a:custGeom>
              <a:avLst/>
              <a:gdLst/>
              <a:ahLst/>
              <a:cxnLst/>
              <a:rect l="l" t="t" r="r" b="b"/>
              <a:pathLst>
                <a:path w="264072" h="15611" extrusionOk="0">
                  <a:moveTo>
                    <a:pt x="0" y="0"/>
                  </a:moveTo>
                  <a:lnTo>
                    <a:pt x="264072" y="0"/>
                  </a:lnTo>
                  <a:lnTo>
                    <a:pt x="264072" y="15611"/>
                  </a:lnTo>
                  <a:lnTo>
                    <a:pt x="0" y="1561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6" name="Google Shape;1466;p52"/>
            <p:cNvSpPr/>
            <p:nvPr/>
          </p:nvSpPr>
          <p:spPr>
            <a:xfrm>
              <a:off x="5691440" y="3010767"/>
              <a:ext cx="379604" cy="13699"/>
            </a:xfrm>
            <a:custGeom>
              <a:avLst/>
              <a:gdLst/>
              <a:ahLst/>
              <a:cxnLst/>
              <a:rect l="l" t="t" r="r" b="b"/>
              <a:pathLst>
                <a:path w="432597" h="15611" extrusionOk="0">
                  <a:moveTo>
                    <a:pt x="0" y="0"/>
                  </a:moveTo>
                  <a:lnTo>
                    <a:pt x="432597" y="0"/>
                  </a:lnTo>
                  <a:lnTo>
                    <a:pt x="432597" y="15611"/>
                  </a:lnTo>
                  <a:lnTo>
                    <a:pt x="0" y="1561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7" name="Google Shape;1467;p52"/>
            <p:cNvSpPr/>
            <p:nvPr/>
          </p:nvSpPr>
          <p:spPr>
            <a:xfrm>
              <a:off x="5691440" y="3045292"/>
              <a:ext cx="379604" cy="13699"/>
            </a:xfrm>
            <a:custGeom>
              <a:avLst/>
              <a:gdLst/>
              <a:ahLst/>
              <a:cxnLst/>
              <a:rect l="l" t="t" r="r" b="b"/>
              <a:pathLst>
                <a:path w="432597" h="15611" extrusionOk="0">
                  <a:moveTo>
                    <a:pt x="0" y="0"/>
                  </a:moveTo>
                  <a:lnTo>
                    <a:pt x="432597" y="0"/>
                  </a:lnTo>
                  <a:lnTo>
                    <a:pt x="432597" y="15611"/>
                  </a:lnTo>
                  <a:lnTo>
                    <a:pt x="0" y="1561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8" name="Google Shape;1468;p52"/>
            <p:cNvSpPr/>
            <p:nvPr/>
          </p:nvSpPr>
          <p:spPr>
            <a:xfrm>
              <a:off x="5691440" y="3148370"/>
              <a:ext cx="379604" cy="13699"/>
            </a:xfrm>
            <a:custGeom>
              <a:avLst/>
              <a:gdLst/>
              <a:ahLst/>
              <a:cxnLst/>
              <a:rect l="l" t="t" r="r" b="b"/>
              <a:pathLst>
                <a:path w="432597" h="15611" extrusionOk="0">
                  <a:moveTo>
                    <a:pt x="0" y="0"/>
                  </a:moveTo>
                  <a:lnTo>
                    <a:pt x="432597" y="0"/>
                  </a:lnTo>
                  <a:lnTo>
                    <a:pt x="432597" y="15611"/>
                  </a:lnTo>
                  <a:lnTo>
                    <a:pt x="0" y="1561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9" name="Google Shape;1469;p52"/>
            <p:cNvSpPr/>
            <p:nvPr/>
          </p:nvSpPr>
          <p:spPr>
            <a:xfrm>
              <a:off x="5691440" y="3182729"/>
              <a:ext cx="379604" cy="13699"/>
            </a:xfrm>
            <a:custGeom>
              <a:avLst/>
              <a:gdLst/>
              <a:ahLst/>
              <a:cxnLst/>
              <a:rect l="l" t="t" r="r" b="b"/>
              <a:pathLst>
                <a:path w="432597" h="15611" extrusionOk="0">
                  <a:moveTo>
                    <a:pt x="0" y="0"/>
                  </a:moveTo>
                  <a:lnTo>
                    <a:pt x="432597" y="0"/>
                  </a:lnTo>
                  <a:lnTo>
                    <a:pt x="432597" y="15611"/>
                  </a:lnTo>
                  <a:lnTo>
                    <a:pt x="0" y="1561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70" name="Google Shape;1470;p52"/>
            <p:cNvSpPr/>
            <p:nvPr/>
          </p:nvSpPr>
          <p:spPr>
            <a:xfrm>
              <a:off x="5691440" y="3281347"/>
              <a:ext cx="379604" cy="13699"/>
            </a:xfrm>
            <a:custGeom>
              <a:avLst/>
              <a:gdLst/>
              <a:ahLst/>
              <a:cxnLst/>
              <a:rect l="l" t="t" r="r" b="b"/>
              <a:pathLst>
                <a:path w="432597" h="15611" extrusionOk="0">
                  <a:moveTo>
                    <a:pt x="0" y="0"/>
                  </a:moveTo>
                  <a:lnTo>
                    <a:pt x="432597" y="0"/>
                  </a:lnTo>
                  <a:lnTo>
                    <a:pt x="432597" y="15611"/>
                  </a:lnTo>
                  <a:lnTo>
                    <a:pt x="0" y="1561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71" name="Google Shape;1471;p52"/>
            <p:cNvSpPr/>
            <p:nvPr/>
          </p:nvSpPr>
          <p:spPr>
            <a:xfrm>
              <a:off x="5691440" y="3315871"/>
              <a:ext cx="379604" cy="13699"/>
            </a:xfrm>
            <a:custGeom>
              <a:avLst/>
              <a:gdLst/>
              <a:ahLst/>
              <a:cxnLst/>
              <a:rect l="l" t="t" r="r" b="b"/>
              <a:pathLst>
                <a:path w="432597" h="15611" extrusionOk="0">
                  <a:moveTo>
                    <a:pt x="0" y="0"/>
                  </a:moveTo>
                  <a:lnTo>
                    <a:pt x="432597" y="0"/>
                  </a:lnTo>
                  <a:lnTo>
                    <a:pt x="432597" y="15611"/>
                  </a:lnTo>
                  <a:lnTo>
                    <a:pt x="0" y="1561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72" name="Google Shape;1472;p52"/>
            <p:cNvSpPr/>
            <p:nvPr/>
          </p:nvSpPr>
          <p:spPr>
            <a:xfrm>
              <a:off x="5691440" y="3418453"/>
              <a:ext cx="379604" cy="13699"/>
            </a:xfrm>
            <a:custGeom>
              <a:avLst/>
              <a:gdLst/>
              <a:ahLst/>
              <a:cxnLst/>
              <a:rect l="l" t="t" r="r" b="b"/>
              <a:pathLst>
                <a:path w="432597" h="15611" extrusionOk="0">
                  <a:moveTo>
                    <a:pt x="0" y="0"/>
                  </a:moveTo>
                  <a:lnTo>
                    <a:pt x="432597" y="0"/>
                  </a:lnTo>
                  <a:lnTo>
                    <a:pt x="432597" y="15611"/>
                  </a:lnTo>
                  <a:lnTo>
                    <a:pt x="0" y="1561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73" name="Google Shape;1473;p52"/>
            <p:cNvSpPr/>
            <p:nvPr/>
          </p:nvSpPr>
          <p:spPr>
            <a:xfrm>
              <a:off x="5691440" y="3452812"/>
              <a:ext cx="379604" cy="13699"/>
            </a:xfrm>
            <a:custGeom>
              <a:avLst/>
              <a:gdLst/>
              <a:ahLst/>
              <a:cxnLst/>
              <a:rect l="l" t="t" r="r" b="b"/>
              <a:pathLst>
                <a:path w="432597" h="15611" extrusionOk="0">
                  <a:moveTo>
                    <a:pt x="0" y="0"/>
                  </a:moveTo>
                  <a:lnTo>
                    <a:pt x="432597" y="0"/>
                  </a:lnTo>
                  <a:lnTo>
                    <a:pt x="432597" y="15611"/>
                  </a:lnTo>
                  <a:lnTo>
                    <a:pt x="0" y="1561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74" name="Google Shape;1474;p52"/>
            <p:cNvSpPr/>
            <p:nvPr/>
          </p:nvSpPr>
          <p:spPr>
            <a:xfrm>
              <a:off x="5738023" y="2823939"/>
              <a:ext cx="117181" cy="116851"/>
            </a:xfrm>
            <a:custGeom>
              <a:avLst/>
              <a:gdLst/>
              <a:ahLst/>
              <a:cxnLst/>
              <a:rect l="l" t="t" r="r" b="b"/>
              <a:pathLst>
                <a:path w="133540" h="133164" extrusionOk="0">
                  <a:moveTo>
                    <a:pt x="124701" y="41943"/>
                  </a:moveTo>
                  <a:lnTo>
                    <a:pt x="91598" y="41943"/>
                  </a:lnTo>
                  <a:lnTo>
                    <a:pt x="91598" y="8840"/>
                  </a:lnTo>
                  <a:cubicBezTo>
                    <a:pt x="91598" y="3950"/>
                    <a:pt x="87648" y="0"/>
                    <a:pt x="82758" y="0"/>
                  </a:cubicBezTo>
                  <a:lnTo>
                    <a:pt x="50783" y="0"/>
                  </a:lnTo>
                  <a:cubicBezTo>
                    <a:pt x="45893" y="0"/>
                    <a:pt x="41943" y="3950"/>
                    <a:pt x="41943" y="8840"/>
                  </a:cubicBezTo>
                  <a:lnTo>
                    <a:pt x="41943" y="41943"/>
                  </a:lnTo>
                  <a:lnTo>
                    <a:pt x="8840" y="41943"/>
                  </a:lnTo>
                  <a:cubicBezTo>
                    <a:pt x="3950" y="41943"/>
                    <a:pt x="0" y="45893"/>
                    <a:pt x="0" y="50783"/>
                  </a:cubicBezTo>
                  <a:lnTo>
                    <a:pt x="0" y="82570"/>
                  </a:lnTo>
                  <a:cubicBezTo>
                    <a:pt x="0" y="87460"/>
                    <a:pt x="3950" y="91410"/>
                    <a:pt x="8840" y="91410"/>
                  </a:cubicBezTo>
                  <a:lnTo>
                    <a:pt x="41943" y="91410"/>
                  </a:lnTo>
                  <a:lnTo>
                    <a:pt x="41943" y="124325"/>
                  </a:lnTo>
                  <a:cubicBezTo>
                    <a:pt x="41943" y="129215"/>
                    <a:pt x="45893" y="133165"/>
                    <a:pt x="50783" y="133165"/>
                  </a:cubicBezTo>
                  <a:lnTo>
                    <a:pt x="82758" y="133165"/>
                  </a:lnTo>
                  <a:cubicBezTo>
                    <a:pt x="87648" y="133165"/>
                    <a:pt x="91598" y="129215"/>
                    <a:pt x="91598" y="124325"/>
                  </a:cubicBezTo>
                  <a:lnTo>
                    <a:pt x="91598" y="91410"/>
                  </a:lnTo>
                  <a:lnTo>
                    <a:pt x="124701" y="91410"/>
                  </a:lnTo>
                  <a:cubicBezTo>
                    <a:pt x="129591" y="91410"/>
                    <a:pt x="133541" y="87460"/>
                    <a:pt x="133541" y="82570"/>
                  </a:cubicBezTo>
                  <a:lnTo>
                    <a:pt x="133541" y="50783"/>
                  </a:lnTo>
                  <a:cubicBezTo>
                    <a:pt x="133541" y="45893"/>
                    <a:pt x="129591" y="41943"/>
                    <a:pt x="124701" y="41943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75" name="Google Shape;1475;p52"/>
            <p:cNvSpPr/>
            <p:nvPr/>
          </p:nvSpPr>
          <p:spPr>
            <a:xfrm>
              <a:off x="6101437" y="2988137"/>
              <a:ext cx="63707" cy="62387"/>
            </a:xfrm>
            <a:custGeom>
              <a:avLst/>
              <a:gdLst/>
              <a:ahLst/>
              <a:cxnLst/>
              <a:rect l="l" t="t" r="r" b="b"/>
              <a:pathLst>
                <a:path w="72601" h="71096" extrusionOk="0">
                  <a:moveTo>
                    <a:pt x="3574" y="0"/>
                  </a:moveTo>
                  <a:lnTo>
                    <a:pt x="68839" y="0"/>
                  </a:lnTo>
                  <a:cubicBezTo>
                    <a:pt x="70908" y="0"/>
                    <a:pt x="72601" y="1693"/>
                    <a:pt x="72601" y="3762"/>
                  </a:cubicBezTo>
                  <a:lnTo>
                    <a:pt x="72601" y="67335"/>
                  </a:lnTo>
                  <a:cubicBezTo>
                    <a:pt x="72601" y="69404"/>
                    <a:pt x="70908" y="71096"/>
                    <a:pt x="68839" y="71096"/>
                  </a:cubicBezTo>
                  <a:lnTo>
                    <a:pt x="3574" y="71096"/>
                  </a:lnTo>
                  <a:cubicBezTo>
                    <a:pt x="1505" y="71096"/>
                    <a:pt x="0" y="69404"/>
                    <a:pt x="0" y="67523"/>
                  </a:cubicBezTo>
                  <a:lnTo>
                    <a:pt x="0" y="3950"/>
                  </a:lnTo>
                  <a:cubicBezTo>
                    <a:pt x="0" y="1881"/>
                    <a:pt x="1693" y="188"/>
                    <a:pt x="3762" y="18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76" name="Google Shape;1476;p52"/>
            <p:cNvSpPr/>
            <p:nvPr/>
          </p:nvSpPr>
          <p:spPr>
            <a:xfrm>
              <a:off x="6101437" y="3079981"/>
              <a:ext cx="63707" cy="62387"/>
            </a:xfrm>
            <a:custGeom>
              <a:avLst/>
              <a:gdLst/>
              <a:ahLst/>
              <a:cxnLst/>
              <a:rect l="l" t="t" r="r" b="b"/>
              <a:pathLst>
                <a:path w="72601" h="71096" extrusionOk="0">
                  <a:moveTo>
                    <a:pt x="3574" y="0"/>
                  </a:moveTo>
                  <a:lnTo>
                    <a:pt x="68839" y="0"/>
                  </a:lnTo>
                  <a:cubicBezTo>
                    <a:pt x="70908" y="0"/>
                    <a:pt x="72601" y="1693"/>
                    <a:pt x="72601" y="3762"/>
                  </a:cubicBezTo>
                  <a:lnTo>
                    <a:pt x="72601" y="67335"/>
                  </a:lnTo>
                  <a:cubicBezTo>
                    <a:pt x="72601" y="69404"/>
                    <a:pt x="70908" y="71096"/>
                    <a:pt x="68839" y="71096"/>
                  </a:cubicBezTo>
                  <a:lnTo>
                    <a:pt x="3574" y="71096"/>
                  </a:lnTo>
                  <a:cubicBezTo>
                    <a:pt x="1505" y="71096"/>
                    <a:pt x="0" y="69404"/>
                    <a:pt x="0" y="67523"/>
                  </a:cubicBezTo>
                  <a:lnTo>
                    <a:pt x="0" y="3950"/>
                  </a:lnTo>
                  <a:cubicBezTo>
                    <a:pt x="0" y="1881"/>
                    <a:pt x="1693" y="188"/>
                    <a:pt x="3762" y="18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77" name="Google Shape;1477;p52"/>
            <p:cNvSpPr/>
            <p:nvPr/>
          </p:nvSpPr>
          <p:spPr>
            <a:xfrm>
              <a:off x="6101272" y="3171661"/>
              <a:ext cx="63707" cy="62387"/>
            </a:xfrm>
            <a:custGeom>
              <a:avLst/>
              <a:gdLst/>
              <a:ahLst/>
              <a:cxnLst/>
              <a:rect l="l" t="t" r="r" b="b"/>
              <a:pathLst>
                <a:path w="72601" h="71096" extrusionOk="0">
                  <a:moveTo>
                    <a:pt x="3574" y="0"/>
                  </a:moveTo>
                  <a:lnTo>
                    <a:pt x="68839" y="0"/>
                  </a:lnTo>
                  <a:cubicBezTo>
                    <a:pt x="70908" y="0"/>
                    <a:pt x="72601" y="1693"/>
                    <a:pt x="72601" y="3762"/>
                  </a:cubicBezTo>
                  <a:lnTo>
                    <a:pt x="72601" y="67335"/>
                  </a:lnTo>
                  <a:cubicBezTo>
                    <a:pt x="72601" y="69404"/>
                    <a:pt x="70908" y="71096"/>
                    <a:pt x="68839" y="71096"/>
                  </a:cubicBezTo>
                  <a:lnTo>
                    <a:pt x="3574" y="71096"/>
                  </a:lnTo>
                  <a:cubicBezTo>
                    <a:pt x="1505" y="71096"/>
                    <a:pt x="0" y="69404"/>
                    <a:pt x="0" y="67523"/>
                  </a:cubicBezTo>
                  <a:lnTo>
                    <a:pt x="0" y="3950"/>
                  </a:lnTo>
                  <a:cubicBezTo>
                    <a:pt x="0" y="1881"/>
                    <a:pt x="1693" y="376"/>
                    <a:pt x="3574" y="37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78" name="Google Shape;1478;p52"/>
            <p:cNvSpPr/>
            <p:nvPr/>
          </p:nvSpPr>
          <p:spPr>
            <a:xfrm>
              <a:off x="6101437" y="3263506"/>
              <a:ext cx="63707" cy="62387"/>
            </a:xfrm>
            <a:custGeom>
              <a:avLst/>
              <a:gdLst/>
              <a:ahLst/>
              <a:cxnLst/>
              <a:rect l="l" t="t" r="r" b="b"/>
              <a:pathLst>
                <a:path w="72601" h="71096" extrusionOk="0">
                  <a:moveTo>
                    <a:pt x="3574" y="0"/>
                  </a:moveTo>
                  <a:lnTo>
                    <a:pt x="68839" y="0"/>
                  </a:lnTo>
                  <a:cubicBezTo>
                    <a:pt x="70908" y="0"/>
                    <a:pt x="72601" y="1693"/>
                    <a:pt x="72601" y="3762"/>
                  </a:cubicBezTo>
                  <a:lnTo>
                    <a:pt x="72601" y="67335"/>
                  </a:lnTo>
                  <a:cubicBezTo>
                    <a:pt x="72601" y="69404"/>
                    <a:pt x="70908" y="71096"/>
                    <a:pt x="68839" y="71096"/>
                  </a:cubicBezTo>
                  <a:lnTo>
                    <a:pt x="3574" y="71096"/>
                  </a:lnTo>
                  <a:cubicBezTo>
                    <a:pt x="1505" y="71096"/>
                    <a:pt x="0" y="69404"/>
                    <a:pt x="0" y="67523"/>
                  </a:cubicBezTo>
                  <a:lnTo>
                    <a:pt x="0" y="3950"/>
                  </a:lnTo>
                  <a:cubicBezTo>
                    <a:pt x="0" y="1881"/>
                    <a:pt x="1693" y="188"/>
                    <a:pt x="3762" y="18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79" name="Google Shape;1479;p52"/>
            <p:cNvSpPr/>
            <p:nvPr/>
          </p:nvSpPr>
          <p:spPr>
            <a:xfrm>
              <a:off x="6101437" y="3355186"/>
              <a:ext cx="63707" cy="62387"/>
            </a:xfrm>
            <a:custGeom>
              <a:avLst/>
              <a:gdLst/>
              <a:ahLst/>
              <a:cxnLst/>
              <a:rect l="l" t="t" r="r" b="b"/>
              <a:pathLst>
                <a:path w="72601" h="71096" extrusionOk="0">
                  <a:moveTo>
                    <a:pt x="3574" y="0"/>
                  </a:moveTo>
                  <a:lnTo>
                    <a:pt x="68839" y="0"/>
                  </a:lnTo>
                  <a:cubicBezTo>
                    <a:pt x="70908" y="0"/>
                    <a:pt x="72601" y="1693"/>
                    <a:pt x="72601" y="3762"/>
                  </a:cubicBezTo>
                  <a:lnTo>
                    <a:pt x="72601" y="67335"/>
                  </a:lnTo>
                  <a:cubicBezTo>
                    <a:pt x="72601" y="69404"/>
                    <a:pt x="70908" y="71096"/>
                    <a:pt x="68839" y="71096"/>
                  </a:cubicBezTo>
                  <a:lnTo>
                    <a:pt x="3574" y="71096"/>
                  </a:lnTo>
                  <a:cubicBezTo>
                    <a:pt x="1505" y="71096"/>
                    <a:pt x="0" y="69404"/>
                    <a:pt x="0" y="67523"/>
                  </a:cubicBezTo>
                  <a:lnTo>
                    <a:pt x="0" y="3950"/>
                  </a:lnTo>
                  <a:cubicBezTo>
                    <a:pt x="0" y="1881"/>
                    <a:pt x="1693" y="188"/>
                    <a:pt x="3762" y="18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80" name="Google Shape;1480;p52"/>
            <p:cNvSpPr/>
            <p:nvPr/>
          </p:nvSpPr>
          <p:spPr>
            <a:xfrm>
              <a:off x="6101437" y="3447031"/>
              <a:ext cx="63707" cy="62387"/>
            </a:xfrm>
            <a:custGeom>
              <a:avLst/>
              <a:gdLst/>
              <a:ahLst/>
              <a:cxnLst/>
              <a:rect l="l" t="t" r="r" b="b"/>
              <a:pathLst>
                <a:path w="72601" h="71096" extrusionOk="0">
                  <a:moveTo>
                    <a:pt x="3574" y="0"/>
                  </a:moveTo>
                  <a:lnTo>
                    <a:pt x="68839" y="0"/>
                  </a:lnTo>
                  <a:cubicBezTo>
                    <a:pt x="70908" y="0"/>
                    <a:pt x="72601" y="1693"/>
                    <a:pt x="72601" y="3762"/>
                  </a:cubicBezTo>
                  <a:lnTo>
                    <a:pt x="72601" y="67335"/>
                  </a:lnTo>
                  <a:cubicBezTo>
                    <a:pt x="72601" y="69404"/>
                    <a:pt x="70908" y="71096"/>
                    <a:pt x="68839" y="71096"/>
                  </a:cubicBezTo>
                  <a:lnTo>
                    <a:pt x="3574" y="71096"/>
                  </a:lnTo>
                  <a:cubicBezTo>
                    <a:pt x="1505" y="71096"/>
                    <a:pt x="0" y="69404"/>
                    <a:pt x="0" y="67523"/>
                  </a:cubicBezTo>
                  <a:lnTo>
                    <a:pt x="0" y="3950"/>
                  </a:lnTo>
                  <a:cubicBezTo>
                    <a:pt x="0" y="1881"/>
                    <a:pt x="1693" y="188"/>
                    <a:pt x="3762" y="18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81" name="Google Shape;1481;p52"/>
            <p:cNvSpPr/>
            <p:nvPr/>
          </p:nvSpPr>
          <p:spPr>
            <a:xfrm>
              <a:off x="6142733" y="2637276"/>
              <a:ext cx="52606" cy="185016"/>
            </a:xfrm>
            <a:custGeom>
              <a:avLst/>
              <a:gdLst/>
              <a:ahLst/>
              <a:cxnLst/>
              <a:rect l="l" t="t" r="r" b="b"/>
              <a:pathLst>
                <a:path w="59950" h="210844" extrusionOk="0">
                  <a:moveTo>
                    <a:pt x="50971" y="210656"/>
                  </a:moveTo>
                  <a:cubicBezTo>
                    <a:pt x="50971" y="210656"/>
                    <a:pt x="49090" y="210656"/>
                    <a:pt x="48150" y="210280"/>
                  </a:cubicBezTo>
                  <a:cubicBezTo>
                    <a:pt x="46645" y="209716"/>
                    <a:pt x="9216" y="196738"/>
                    <a:pt x="7523" y="149340"/>
                  </a:cubicBezTo>
                  <a:cubicBezTo>
                    <a:pt x="6959" y="136550"/>
                    <a:pt x="12790" y="120375"/>
                    <a:pt x="18997" y="103259"/>
                  </a:cubicBezTo>
                  <a:cubicBezTo>
                    <a:pt x="26332" y="82946"/>
                    <a:pt x="34608" y="59999"/>
                    <a:pt x="31598" y="43448"/>
                  </a:cubicBezTo>
                  <a:cubicBezTo>
                    <a:pt x="27272" y="18997"/>
                    <a:pt x="10721" y="17868"/>
                    <a:pt x="8840" y="17868"/>
                  </a:cubicBezTo>
                  <a:cubicBezTo>
                    <a:pt x="3950" y="17868"/>
                    <a:pt x="0" y="13730"/>
                    <a:pt x="0" y="8840"/>
                  </a:cubicBezTo>
                  <a:cubicBezTo>
                    <a:pt x="0" y="3950"/>
                    <a:pt x="3950" y="0"/>
                    <a:pt x="8840" y="0"/>
                  </a:cubicBezTo>
                  <a:cubicBezTo>
                    <a:pt x="20313" y="0"/>
                    <a:pt x="43448" y="8464"/>
                    <a:pt x="49278" y="40438"/>
                  </a:cubicBezTo>
                  <a:cubicBezTo>
                    <a:pt x="53040" y="61504"/>
                    <a:pt x="44012" y="87084"/>
                    <a:pt x="35924" y="109466"/>
                  </a:cubicBezTo>
                  <a:cubicBezTo>
                    <a:pt x="30470" y="124889"/>
                    <a:pt x="25015" y="139560"/>
                    <a:pt x="25392" y="148964"/>
                  </a:cubicBezTo>
                  <a:cubicBezTo>
                    <a:pt x="26708" y="183948"/>
                    <a:pt x="53416" y="193352"/>
                    <a:pt x="53793" y="193352"/>
                  </a:cubicBezTo>
                  <a:cubicBezTo>
                    <a:pt x="58495" y="194857"/>
                    <a:pt x="61128" y="199935"/>
                    <a:pt x="59435" y="204637"/>
                  </a:cubicBezTo>
                  <a:cubicBezTo>
                    <a:pt x="58118" y="208399"/>
                    <a:pt x="54733" y="210844"/>
                    <a:pt x="50971" y="210844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82" name="Google Shape;1482;p52"/>
            <p:cNvSpPr/>
            <p:nvPr/>
          </p:nvSpPr>
          <p:spPr>
            <a:xfrm>
              <a:off x="6112340" y="2610351"/>
              <a:ext cx="27727" cy="49678"/>
            </a:xfrm>
            <a:custGeom>
              <a:avLst/>
              <a:gdLst/>
              <a:ahLst/>
              <a:cxnLst/>
              <a:rect l="l" t="t" r="r" b="b"/>
              <a:pathLst>
                <a:path w="31598" h="56613" extrusionOk="0">
                  <a:moveTo>
                    <a:pt x="31598" y="40815"/>
                  </a:moveTo>
                  <a:cubicBezTo>
                    <a:pt x="31598" y="49467"/>
                    <a:pt x="24639" y="56614"/>
                    <a:pt x="15799" y="56614"/>
                  </a:cubicBezTo>
                  <a:lnTo>
                    <a:pt x="15799" y="56614"/>
                  </a:lnTo>
                  <a:cubicBezTo>
                    <a:pt x="7147" y="56614"/>
                    <a:pt x="0" y="49467"/>
                    <a:pt x="0" y="40815"/>
                  </a:cubicBezTo>
                  <a:lnTo>
                    <a:pt x="0" y="15799"/>
                  </a:lnTo>
                  <a:cubicBezTo>
                    <a:pt x="0" y="7147"/>
                    <a:pt x="7147" y="0"/>
                    <a:pt x="15799" y="0"/>
                  </a:cubicBezTo>
                  <a:lnTo>
                    <a:pt x="15799" y="0"/>
                  </a:lnTo>
                  <a:cubicBezTo>
                    <a:pt x="24451" y="0"/>
                    <a:pt x="31598" y="6959"/>
                    <a:pt x="31598" y="15799"/>
                  </a:cubicBezTo>
                  <a:lnTo>
                    <a:pt x="31598" y="40815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83" name="Google Shape;1483;p52"/>
            <p:cNvSpPr/>
            <p:nvPr/>
          </p:nvSpPr>
          <p:spPr>
            <a:xfrm>
              <a:off x="6120929" y="3148535"/>
              <a:ext cx="11883" cy="51493"/>
            </a:xfrm>
            <a:custGeom>
              <a:avLst/>
              <a:gdLst/>
              <a:ahLst/>
              <a:cxnLst/>
              <a:rect l="l" t="t" r="r" b="b"/>
              <a:pathLst>
                <a:path w="13542" h="58682" extrusionOk="0">
                  <a:moveTo>
                    <a:pt x="13542" y="51912"/>
                  </a:moveTo>
                  <a:cubicBezTo>
                    <a:pt x="13542" y="55673"/>
                    <a:pt x="10533" y="58683"/>
                    <a:pt x="6771" y="58683"/>
                  </a:cubicBezTo>
                  <a:lnTo>
                    <a:pt x="6771" y="58683"/>
                  </a:lnTo>
                  <a:cubicBezTo>
                    <a:pt x="3009" y="58683"/>
                    <a:pt x="0" y="55673"/>
                    <a:pt x="0" y="51912"/>
                  </a:cubicBezTo>
                  <a:lnTo>
                    <a:pt x="0" y="6771"/>
                  </a:lnTo>
                  <a:cubicBezTo>
                    <a:pt x="0" y="3009"/>
                    <a:pt x="3009" y="0"/>
                    <a:pt x="6771" y="0"/>
                  </a:cubicBezTo>
                  <a:lnTo>
                    <a:pt x="6771" y="0"/>
                  </a:lnTo>
                  <a:cubicBezTo>
                    <a:pt x="10533" y="0"/>
                    <a:pt x="13542" y="3009"/>
                    <a:pt x="13542" y="6771"/>
                  </a:cubicBezTo>
                  <a:lnTo>
                    <a:pt x="13542" y="51912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84" name="Google Shape;1484;p52"/>
            <p:cNvSpPr/>
            <p:nvPr/>
          </p:nvSpPr>
          <p:spPr>
            <a:xfrm>
              <a:off x="6103089" y="2819974"/>
              <a:ext cx="47532" cy="354021"/>
            </a:xfrm>
            <a:custGeom>
              <a:avLst/>
              <a:gdLst/>
              <a:ahLst/>
              <a:cxnLst/>
              <a:rect l="l" t="t" r="r" b="b"/>
              <a:pathLst>
                <a:path w="54168" h="403443" extrusionOk="0">
                  <a:moveTo>
                    <a:pt x="54169" y="358491"/>
                  </a:moveTo>
                  <a:cubicBezTo>
                    <a:pt x="54169" y="368460"/>
                    <a:pt x="46081" y="403444"/>
                    <a:pt x="36112" y="403444"/>
                  </a:cubicBezTo>
                  <a:lnTo>
                    <a:pt x="18056" y="403444"/>
                  </a:lnTo>
                  <a:cubicBezTo>
                    <a:pt x="8088" y="403444"/>
                    <a:pt x="0" y="368460"/>
                    <a:pt x="0" y="358491"/>
                  </a:cubicBezTo>
                  <a:lnTo>
                    <a:pt x="0" y="18056"/>
                  </a:lnTo>
                  <a:cubicBezTo>
                    <a:pt x="0" y="8088"/>
                    <a:pt x="8088" y="0"/>
                    <a:pt x="18056" y="0"/>
                  </a:cubicBezTo>
                  <a:lnTo>
                    <a:pt x="36112" y="0"/>
                  </a:lnTo>
                  <a:cubicBezTo>
                    <a:pt x="46081" y="0"/>
                    <a:pt x="54169" y="8088"/>
                    <a:pt x="54169" y="18056"/>
                  </a:cubicBezTo>
                  <a:lnTo>
                    <a:pt x="54169" y="35830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85" name="Google Shape;1485;p52"/>
            <p:cNvSpPr/>
            <p:nvPr/>
          </p:nvSpPr>
          <p:spPr>
            <a:xfrm>
              <a:off x="6103089" y="2633146"/>
              <a:ext cx="47532" cy="330255"/>
            </a:xfrm>
            <a:custGeom>
              <a:avLst/>
              <a:gdLst/>
              <a:ahLst/>
              <a:cxnLst/>
              <a:rect l="l" t="t" r="r" b="b"/>
              <a:pathLst>
                <a:path w="54168" h="376359" extrusionOk="0">
                  <a:moveTo>
                    <a:pt x="18244" y="0"/>
                  </a:moveTo>
                  <a:lnTo>
                    <a:pt x="36301" y="0"/>
                  </a:lnTo>
                  <a:cubicBezTo>
                    <a:pt x="46269" y="0"/>
                    <a:pt x="54169" y="8088"/>
                    <a:pt x="54169" y="17868"/>
                  </a:cubicBezTo>
                  <a:lnTo>
                    <a:pt x="54169" y="358303"/>
                  </a:lnTo>
                  <a:cubicBezTo>
                    <a:pt x="54169" y="368272"/>
                    <a:pt x="46081" y="376360"/>
                    <a:pt x="36112" y="376360"/>
                  </a:cubicBezTo>
                  <a:lnTo>
                    <a:pt x="18056" y="376360"/>
                  </a:lnTo>
                  <a:cubicBezTo>
                    <a:pt x="8088" y="376360"/>
                    <a:pt x="0" y="368272"/>
                    <a:pt x="0" y="358303"/>
                  </a:cubicBezTo>
                  <a:lnTo>
                    <a:pt x="0" y="18056"/>
                  </a:lnTo>
                  <a:cubicBezTo>
                    <a:pt x="0" y="8088"/>
                    <a:pt x="8088" y="0"/>
                    <a:pt x="1805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86" name="Google Shape;1486;p52"/>
            <p:cNvSpPr/>
            <p:nvPr/>
          </p:nvSpPr>
          <p:spPr>
            <a:xfrm>
              <a:off x="6103254" y="2947996"/>
              <a:ext cx="47367" cy="19475"/>
            </a:xfrm>
            <a:custGeom>
              <a:avLst/>
              <a:gdLst/>
              <a:ahLst/>
              <a:cxnLst/>
              <a:rect l="l" t="t" r="r" b="b"/>
              <a:pathLst>
                <a:path w="53980" h="22194" extrusionOk="0">
                  <a:moveTo>
                    <a:pt x="0" y="0"/>
                  </a:moveTo>
                  <a:lnTo>
                    <a:pt x="53981" y="0"/>
                  </a:lnTo>
                  <a:lnTo>
                    <a:pt x="53981" y="22194"/>
                  </a:lnTo>
                  <a:lnTo>
                    <a:pt x="0" y="22194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487" name="Google Shape;1487;p52"/>
          <p:cNvGrpSpPr/>
          <p:nvPr/>
        </p:nvGrpSpPr>
        <p:grpSpPr>
          <a:xfrm>
            <a:off x="4599666" y="3002077"/>
            <a:ext cx="822200" cy="1016301"/>
            <a:chOff x="4748397" y="2548161"/>
            <a:chExt cx="822200" cy="1016301"/>
          </a:xfrm>
        </p:grpSpPr>
        <p:sp>
          <p:nvSpPr>
            <p:cNvPr id="1488" name="Google Shape;1488;p52"/>
            <p:cNvSpPr/>
            <p:nvPr/>
          </p:nvSpPr>
          <p:spPr>
            <a:xfrm>
              <a:off x="4926941" y="2683973"/>
              <a:ext cx="246694" cy="216881"/>
            </a:xfrm>
            <a:custGeom>
              <a:avLst/>
              <a:gdLst/>
              <a:ahLst/>
              <a:cxnLst/>
              <a:rect l="l" t="t" r="r" b="b"/>
              <a:pathLst>
                <a:path w="246694" h="216881" extrusionOk="0">
                  <a:moveTo>
                    <a:pt x="61543" y="0"/>
                  </a:moveTo>
                  <a:lnTo>
                    <a:pt x="185326" y="0"/>
                  </a:lnTo>
                  <a:cubicBezTo>
                    <a:pt x="219148" y="0"/>
                    <a:pt x="246694" y="27546"/>
                    <a:pt x="246694" y="61369"/>
                  </a:cubicBezTo>
                  <a:lnTo>
                    <a:pt x="246694" y="155513"/>
                  </a:lnTo>
                  <a:cubicBezTo>
                    <a:pt x="246694" y="189336"/>
                    <a:pt x="219148" y="216882"/>
                    <a:pt x="185326" y="216882"/>
                  </a:cubicBezTo>
                  <a:lnTo>
                    <a:pt x="61369" y="216882"/>
                  </a:lnTo>
                  <a:cubicBezTo>
                    <a:pt x="27546" y="216882"/>
                    <a:pt x="0" y="189336"/>
                    <a:pt x="0" y="155513"/>
                  </a:cubicBezTo>
                  <a:lnTo>
                    <a:pt x="0" y="61369"/>
                  </a:lnTo>
                  <a:cubicBezTo>
                    <a:pt x="0" y="27546"/>
                    <a:pt x="27546" y="0"/>
                    <a:pt x="6136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89" name="Google Shape;1489;p52"/>
            <p:cNvSpPr/>
            <p:nvPr/>
          </p:nvSpPr>
          <p:spPr>
            <a:xfrm>
              <a:off x="4887888" y="2548161"/>
              <a:ext cx="324974" cy="188289"/>
            </a:xfrm>
            <a:custGeom>
              <a:avLst/>
              <a:gdLst/>
              <a:ahLst/>
              <a:cxnLst/>
              <a:rect l="l" t="t" r="r" b="b"/>
              <a:pathLst>
                <a:path w="324974" h="188289" extrusionOk="0">
                  <a:moveTo>
                    <a:pt x="61369" y="0"/>
                  </a:moveTo>
                  <a:lnTo>
                    <a:pt x="263606" y="0"/>
                  </a:lnTo>
                  <a:cubicBezTo>
                    <a:pt x="297428" y="0"/>
                    <a:pt x="324974" y="27546"/>
                    <a:pt x="324974" y="61369"/>
                  </a:cubicBezTo>
                  <a:lnTo>
                    <a:pt x="324974" y="126921"/>
                  </a:lnTo>
                  <a:cubicBezTo>
                    <a:pt x="324974" y="160744"/>
                    <a:pt x="297428" y="188290"/>
                    <a:pt x="263606" y="188290"/>
                  </a:cubicBezTo>
                  <a:lnTo>
                    <a:pt x="61369" y="188290"/>
                  </a:lnTo>
                  <a:cubicBezTo>
                    <a:pt x="27546" y="188290"/>
                    <a:pt x="0" y="160744"/>
                    <a:pt x="0" y="126921"/>
                  </a:cubicBezTo>
                  <a:lnTo>
                    <a:pt x="0" y="61369"/>
                  </a:lnTo>
                  <a:cubicBezTo>
                    <a:pt x="0" y="27546"/>
                    <a:pt x="27546" y="0"/>
                    <a:pt x="6136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90" name="Google Shape;1490;p52"/>
            <p:cNvSpPr/>
            <p:nvPr/>
          </p:nvSpPr>
          <p:spPr>
            <a:xfrm>
              <a:off x="4917352" y="2568036"/>
              <a:ext cx="45677" cy="154816"/>
            </a:xfrm>
            <a:custGeom>
              <a:avLst/>
              <a:gdLst/>
              <a:ahLst/>
              <a:cxnLst/>
              <a:rect l="l" t="t" r="r" b="b"/>
              <a:pathLst>
                <a:path w="45677" h="154816" extrusionOk="0">
                  <a:moveTo>
                    <a:pt x="45678" y="131977"/>
                  </a:moveTo>
                  <a:cubicBezTo>
                    <a:pt x="45678" y="144530"/>
                    <a:pt x="35392" y="154816"/>
                    <a:pt x="22839" y="154816"/>
                  </a:cubicBezTo>
                  <a:lnTo>
                    <a:pt x="22839" y="154816"/>
                  </a:lnTo>
                  <a:cubicBezTo>
                    <a:pt x="10286" y="154816"/>
                    <a:pt x="0" y="144530"/>
                    <a:pt x="0" y="131977"/>
                  </a:cubicBezTo>
                  <a:lnTo>
                    <a:pt x="0" y="22839"/>
                  </a:lnTo>
                  <a:cubicBezTo>
                    <a:pt x="0" y="10286"/>
                    <a:pt x="10286" y="0"/>
                    <a:pt x="22839" y="0"/>
                  </a:cubicBezTo>
                  <a:lnTo>
                    <a:pt x="22839" y="0"/>
                  </a:lnTo>
                  <a:cubicBezTo>
                    <a:pt x="35566" y="0"/>
                    <a:pt x="45678" y="10286"/>
                    <a:pt x="45678" y="22839"/>
                  </a:cubicBezTo>
                  <a:lnTo>
                    <a:pt x="45678" y="131977"/>
                  </a:lnTo>
                  <a:close/>
                </a:path>
              </a:pathLst>
            </a:custGeom>
            <a:solidFill>
              <a:srgbClr val="FFFFFF">
                <a:alpha val="15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91" name="Google Shape;1491;p52"/>
            <p:cNvSpPr/>
            <p:nvPr/>
          </p:nvSpPr>
          <p:spPr>
            <a:xfrm>
              <a:off x="4990750" y="2568036"/>
              <a:ext cx="45677" cy="154816"/>
            </a:xfrm>
            <a:custGeom>
              <a:avLst/>
              <a:gdLst/>
              <a:ahLst/>
              <a:cxnLst/>
              <a:rect l="l" t="t" r="r" b="b"/>
              <a:pathLst>
                <a:path w="45677" h="154816" extrusionOk="0">
                  <a:moveTo>
                    <a:pt x="45678" y="131977"/>
                  </a:moveTo>
                  <a:cubicBezTo>
                    <a:pt x="45678" y="144530"/>
                    <a:pt x="35392" y="154816"/>
                    <a:pt x="22839" y="154816"/>
                  </a:cubicBezTo>
                  <a:lnTo>
                    <a:pt x="22839" y="154816"/>
                  </a:lnTo>
                  <a:cubicBezTo>
                    <a:pt x="10286" y="154816"/>
                    <a:pt x="0" y="144530"/>
                    <a:pt x="0" y="131977"/>
                  </a:cubicBezTo>
                  <a:lnTo>
                    <a:pt x="0" y="22839"/>
                  </a:lnTo>
                  <a:cubicBezTo>
                    <a:pt x="0" y="10286"/>
                    <a:pt x="10286" y="0"/>
                    <a:pt x="22839" y="0"/>
                  </a:cubicBezTo>
                  <a:lnTo>
                    <a:pt x="22839" y="0"/>
                  </a:lnTo>
                  <a:cubicBezTo>
                    <a:pt x="35392" y="0"/>
                    <a:pt x="45678" y="10286"/>
                    <a:pt x="45678" y="22839"/>
                  </a:cubicBezTo>
                  <a:lnTo>
                    <a:pt x="45678" y="131977"/>
                  </a:lnTo>
                  <a:close/>
                </a:path>
              </a:pathLst>
            </a:custGeom>
            <a:solidFill>
              <a:srgbClr val="FFFFFF">
                <a:alpha val="15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92" name="Google Shape;1492;p52"/>
            <p:cNvSpPr/>
            <p:nvPr/>
          </p:nvSpPr>
          <p:spPr>
            <a:xfrm>
              <a:off x="5064323" y="2568036"/>
              <a:ext cx="45677" cy="154816"/>
            </a:xfrm>
            <a:custGeom>
              <a:avLst/>
              <a:gdLst/>
              <a:ahLst/>
              <a:cxnLst/>
              <a:rect l="l" t="t" r="r" b="b"/>
              <a:pathLst>
                <a:path w="45677" h="154816" extrusionOk="0">
                  <a:moveTo>
                    <a:pt x="45678" y="131977"/>
                  </a:moveTo>
                  <a:cubicBezTo>
                    <a:pt x="45678" y="144530"/>
                    <a:pt x="35391" y="154816"/>
                    <a:pt x="22839" y="154816"/>
                  </a:cubicBezTo>
                  <a:lnTo>
                    <a:pt x="22839" y="154816"/>
                  </a:lnTo>
                  <a:cubicBezTo>
                    <a:pt x="10286" y="154816"/>
                    <a:pt x="0" y="144530"/>
                    <a:pt x="0" y="131977"/>
                  </a:cubicBezTo>
                  <a:lnTo>
                    <a:pt x="0" y="22839"/>
                  </a:lnTo>
                  <a:cubicBezTo>
                    <a:pt x="0" y="10286"/>
                    <a:pt x="10286" y="0"/>
                    <a:pt x="22839" y="0"/>
                  </a:cubicBezTo>
                  <a:lnTo>
                    <a:pt x="22839" y="0"/>
                  </a:lnTo>
                  <a:cubicBezTo>
                    <a:pt x="35391" y="0"/>
                    <a:pt x="45678" y="10286"/>
                    <a:pt x="45678" y="22839"/>
                  </a:cubicBezTo>
                  <a:lnTo>
                    <a:pt x="45678" y="131977"/>
                  </a:lnTo>
                  <a:close/>
                </a:path>
              </a:pathLst>
            </a:custGeom>
            <a:solidFill>
              <a:srgbClr val="FFFFFF">
                <a:alpha val="15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93" name="Google Shape;1493;p52"/>
            <p:cNvSpPr/>
            <p:nvPr/>
          </p:nvSpPr>
          <p:spPr>
            <a:xfrm>
              <a:off x="5137721" y="2568036"/>
              <a:ext cx="45677" cy="154816"/>
            </a:xfrm>
            <a:custGeom>
              <a:avLst/>
              <a:gdLst/>
              <a:ahLst/>
              <a:cxnLst/>
              <a:rect l="l" t="t" r="r" b="b"/>
              <a:pathLst>
                <a:path w="45677" h="154816" extrusionOk="0">
                  <a:moveTo>
                    <a:pt x="45678" y="131977"/>
                  </a:moveTo>
                  <a:cubicBezTo>
                    <a:pt x="45678" y="144530"/>
                    <a:pt x="35392" y="154816"/>
                    <a:pt x="22839" y="154816"/>
                  </a:cubicBezTo>
                  <a:lnTo>
                    <a:pt x="22839" y="154816"/>
                  </a:lnTo>
                  <a:cubicBezTo>
                    <a:pt x="10112" y="154816"/>
                    <a:pt x="0" y="144530"/>
                    <a:pt x="0" y="131977"/>
                  </a:cubicBezTo>
                  <a:lnTo>
                    <a:pt x="0" y="22839"/>
                  </a:lnTo>
                  <a:cubicBezTo>
                    <a:pt x="0" y="10286"/>
                    <a:pt x="10286" y="0"/>
                    <a:pt x="22839" y="0"/>
                  </a:cubicBezTo>
                  <a:lnTo>
                    <a:pt x="22839" y="0"/>
                  </a:lnTo>
                  <a:cubicBezTo>
                    <a:pt x="35392" y="0"/>
                    <a:pt x="45678" y="10286"/>
                    <a:pt x="45678" y="22839"/>
                  </a:cubicBezTo>
                  <a:lnTo>
                    <a:pt x="45678" y="131977"/>
                  </a:lnTo>
                  <a:close/>
                </a:path>
              </a:pathLst>
            </a:custGeom>
            <a:solidFill>
              <a:srgbClr val="FFFFFF">
                <a:alpha val="15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94" name="Google Shape;1494;p52"/>
            <p:cNvSpPr/>
            <p:nvPr/>
          </p:nvSpPr>
          <p:spPr>
            <a:xfrm>
              <a:off x="4815188" y="2808977"/>
              <a:ext cx="470549" cy="642626"/>
            </a:xfrm>
            <a:custGeom>
              <a:avLst/>
              <a:gdLst/>
              <a:ahLst/>
              <a:cxnLst/>
              <a:rect l="l" t="t" r="r" b="b"/>
              <a:pathLst>
                <a:path w="470549" h="642626" extrusionOk="0">
                  <a:moveTo>
                    <a:pt x="61369" y="0"/>
                  </a:moveTo>
                  <a:lnTo>
                    <a:pt x="409181" y="0"/>
                  </a:lnTo>
                  <a:cubicBezTo>
                    <a:pt x="443004" y="0"/>
                    <a:pt x="470550" y="27546"/>
                    <a:pt x="470550" y="61369"/>
                  </a:cubicBezTo>
                  <a:lnTo>
                    <a:pt x="470550" y="581258"/>
                  </a:lnTo>
                  <a:cubicBezTo>
                    <a:pt x="470550" y="615080"/>
                    <a:pt x="443004" y="642626"/>
                    <a:pt x="409181" y="642626"/>
                  </a:cubicBezTo>
                  <a:lnTo>
                    <a:pt x="61369" y="642626"/>
                  </a:lnTo>
                  <a:cubicBezTo>
                    <a:pt x="27546" y="642626"/>
                    <a:pt x="0" y="615080"/>
                    <a:pt x="0" y="581258"/>
                  </a:cubicBezTo>
                  <a:lnTo>
                    <a:pt x="0" y="61369"/>
                  </a:lnTo>
                  <a:cubicBezTo>
                    <a:pt x="0" y="27546"/>
                    <a:pt x="27546" y="0"/>
                    <a:pt x="6136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95" name="Google Shape;1495;p52"/>
            <p:cNvSpPr/>
            <p:nvPr/>
          </p:nvSpPr>
          <p:spPr>
            <a:xfrm>
              <a:off x="5046714" y="2576753"/>
              <a:ext cx="125352" cy="34868"/>
            </a:xfrm>
            <a:custGeom>
              <a:avLst/>
              <a:gdLst/>
              <a:ahLst/>
              <a:cxnLst/>
              <a:rect l="l" t="t" r="r" b="b"/>
              <a:pathLst>
                <a:path w="125352" h="34868" extrusionOk="0">
                  <a:moveTo>
                    <a:pt x="125352" y="17434"/>
                  </a:moveTo>
                  <a:cubicBezTo>
                    <a:pt x="125352" y="27023"/>
                    <a:pt x="117507" y="34868"/>
                    <a:pt x="107918" y="34868"/>
                  </a:cubicBezTo>
                  <a:lnTo>
                    <a:pt x="17434" y="34868"/>
                  </a:lnTo>
                  <a:cubicBezTo>
                    <a:pt x="7845" y="34868"/>
                    <a:pt x="0" y="27023"/>
                    <a:pt x="0" y="17434"/>
                  </a:cubicBezTo>
                  <a:lnTo>
                    <a:pt x="0" y="17434"/>
                  </a:lnTo>
                  <a:cubicBezTo>
                    <a:pt x="0" y="7845"/>
                    <a:pt x="7845" y="0"/>
                    <a:pt x="17434" y="0"/>
                  </a:cubicBezTo>
                  <a:lnTo>
                    <a:pt x="107918" y="0"/>
                  </a:lnTo>
                  <a:cubicBezTo>
                    <a:pt x="117507" y="0"/>
                    <a:pt x="125352" y="7845"/>
                    <a:pt x="125352" y="17434"/>
                  </a:cubicBezTo>
                  <a:lnTo>
                    <a:pt x="125352" y="17434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96" name="Google Shape;1496;p52"/>
            <p:cNvSpPr/>
            <p:nvPr/>
          </p:nvSpPr>
          <p:spPr>
            <a:xfrm>
              <a:off x="4815188" y="2931888"/>
              <a:ext cx="345372" cy="206247"/>
            </a:xfrm>
            <a:custGeom>
              <a:avLst/>
              <a:gdLst/>
              <a:ahLst/>
              <a:cxnLst/>
              <a:rect l="l" t="t" r="r" b="b"/>
              <a:pathLst>
                <a:path w="345372" h="206247" extrusionOk="0">
                  <a:moveTo>
                    <a:pt x="345372" y="24582"/>
                  </a:moveTo>
                  <a:lnTo>
                    <a:pt x="345372" y="181665"/>
                  </a:lnTo>
                  <a:cubicBezTo>
                    <a:pt x="345372" y="195263"/>
                    <a:pt x="334389" y="206247"/>
                    <a:pt x="320790" y="206247"/>
                  </a:cubicBezTo>
                  <a:lnTo>
                    <a:pt x="0" y="206247"/>
                  </a:lnTo>
                  <a:lnTo>
                    <a:pt x="0" y="0"/>
                  </a:lnTo>
                  <a:lnTo>
                    <a:pt x="320790" y="0"/>
                  </a:lnTo>
                  <a:cubicBezTo>
                    <a:pt x="334389" y="0"/>
                    <a:pt x="345372" y="10984"/>
                    <a:pt x="345372" y="24582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97" name="Google Shape;1497;p52"/>
            <p:cNvSpPr/>
            <p:nvPr/>
          </p:nvSpPr>
          <p:spPr>
            <a:xfrm>
              <a:off x="4815188" y="3067527"/>
              <a:ext cx="263779" cy="22664"/>
            </a:xfrm>
            <a:custGeom>
              <a:avLst/>
              <a:gdLst/>
              <a:ahLst/>
              <a:cxnLst/>
              <a:rect l="l" t="t" r="r" b="b"/>
              <a:pathLst>
                <a:path w="263779" h="22664" extrusionOk="0">
                  <a:moveTo>
                    <a:pt x="0" y="22665"/>
                  </a:moveTo>
                  <a:lnTo>
                    <a:pt x="0" y="0"/>
                  </a:lnTo>
                  <a:lnTo>
                    <a:pt x="252448" y="0"/>
                  </a:lnTo>
                  <a:cubicBezTo>
                    <a:pt x="258724" y="0"/>
                    <a:pt x="263780" y="5056"/>
                    <a:pt x="263780" y="11332"/>
                  </a:cubicBezTo>
                  <a:cubicBezTo>
                    <a:pt x="263780" y="17609"/>
                    <a:pt x="258724" y="22665"/>
                    <a:pt x="252448" y="22665"/>
                  </a:cubicBezTo>
                  <a:lnTo>
                    <a:pt x="0" y="22665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98" name="Google Shape;1498;p52"/>
            <p:cNvSpPr/>
            <p:nvPr/>
          </p:nvSpPr>
          <p:spPr>
            <a:xfrm>
              <a:off x="4815188" y="3023767"/>
              <a:ext cx="263779" cy="22664"/>
            </a:xfrm>
            <a:custGeom>
              <a:avLst/>
              <a:gdLst/>
              <a:ahLst/>
              <a:cxnLst/>
              <a:rect l="l" t="t" r="r" b="b"/>
              <a:pathLst>
                <a:path w="263779" h="22664" extrusionOk="0">
                  <a:moveTo>
                    <a:pt x="0" y="22665"/>
                  </a:moveTo>
                  <a:lnTo>
                    <a:pt x="0" y="0"/>
                  </a:lnTo>
                  <a:lnTo>
                    <a:pt x="252448" y="0"/>
                  </a:lnTo>
                  <a:cubicBezTo>
                    <a:pt x="258724" y="0"/>
                    <a:pt x="263780" y="5056"/>
                    <a:pt x="263780" y="11332"/>
                  </a:cubicBezTo>
                  <a:cubicBezTo>
                    <a:pt x="263780" y="17609"/>
                    <a:pt x="258724" y="22665"/>
                    <a:pt x="252448" y="22665"/>
                  </a:cubicBezTo>
                  <a:lnTo>
                    <a:pt x="0" y="22665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99" name="Google Shape;1499;p52"/>
            <p:cNvSpPr/>
            <p:nvPr/>
          </p:nvSpPr>
          <p:spPr>
            <a:xfrm>
              <a:off x="4815188" y="2979832"/>
              <a:ext cx="263779" cy="22664"/>
            </a:xfrm>
            <a:custGeom>
              <a:avLst/>
              <a:gdLst/>
              <a:ahLst/>
              <a:cxnLst/>
              <a:rect l="l" t="t" r="r" b="b"/>
              <a:pathLst>
                <a:path w="263779" h="22664" extrusionOk="0">
                  <a:moveTo>
                    <a:pt x="0" y="22665"/>
                  </a:moveTo>
                  <a:lnTo>
                    <a:pt x="0" y="0"/>
                  </a:lnTo>
                  <a:lnTo>
                    <a:pt x="252448" y="0"/>
                  </a:lnTo>
                  <a:cubicBezTo>
                    <a:pt x="258724" y="0"/>
                    <a:pt x="263780" y="5056"/>
                    <a:pt x="263780" y="11332"/>
                  </a:cubicBezTo>
                  <a:cubicBezTo>
                    <a:pt x="263780" y="17609"/>
                    <a:pt x="258724" y="22665"/>
                    <a:pt x="252448" y="22665"/>
                  </a:cubicBezTo>
                  <a:lnTo>
                    <a:pt x="0" y="22665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00" name="Google Shape;1500;p52"/>
            <p:cNvSpPr/>
            <p:nvPr/>
          </p:nvSpPr>
          <p:spPr>
            <a:xfrm>
              <a:off x="4833842" y="3364606"/>
              <a:ext cx="429056" cy="62414"/>
            </a:xfrm>
            <a:custGeom>
              <a:avLst/>
              <a:gdLst/>
              <a:ahLst/>
              <a:cxnLst/>
              <a:rect l="l" t="t" r="r" b="b"/>
              <a:pathLst>
                <a:path w="429056" h="62414" extrusionOk="0">
                  <a:moveTo>
                    <a:pt x="404474" y="0"/>
                  </a:moveTo>
                  <a:cubicBezTo>
                    <a:pt x="418051" y="0"/>
                    <a:pt x="429057" y="11006"/>
                    <a:pt x="429057" y="24582"/>
                  </a:cubicBezTo>
                  <a:lnTo>
                    <a:pt x="429057" y="37832"/>
                  </a:lnTo>
                  <a:cubicBezTo>
                    <a:pt x="429057" y="51409"/>
                    <a:pt x="418051" y="62415"/>
                    <a:pt x="404474" y="62415"/>
                  </a:cubicBezTo>
                  <a:lnTo>
                    <a:pt x="24582" y="62415"/>
                  </a:lnTo>
                  <a:cubicBezTo>
                    <a:pt x="11006" y="62415"/>
                    <a:pt x="0" y="51409"/>
                    <a:pt x="0" y="37832"/>
                  </a:cubicBezTo>
                  <a:lnTo>
                    <a:pt x="0" y="24582"/>
                  </a:lnTo>
                  <a:cubicBezTo>
                    <a:pt x="0" y="11006"/>
                    <a:pt x="11006" y="0"/>
                    <a:pt x="2458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01" name="Google Shape;1501;p52"/>
            <p:cNvSpPr/>
            <p:nvPr/>
          </p:nvSpPr>
          <p:spPr>
            <a:xfrm>
              <a:off x="5064323" y="2837743"/>
              <a:ext cx="184105" cy="41144"/>
            </a:xfrm>
            <a:custGeom>
              <a:avLst/>
              <a:gdLst/>
              <a:ahLst/>
              <a:cxnLst/>
              <a:rect l="l" t="t" r="r" b="b"/>
              <a:pathLst>
                <a:path w="184105" h="41144" extrusionOk="0">
                  <a:moveTo>
                    <a:pt x="184106" y="20572"/>
                  </a:moveTo>
                  <a:cubicBezTo>
                    <a:pt x="184106" y="31905"/>
                    <a:pt x="174865" y="41145"/>
                    <a:pt x="163533" y="41145"/>
                  </a:cubicBezTo>
                  <a:lnTo>
                    <a:pt x="20572" y="41145"/>
                  </a:lnTo>
                  <a:cubicBezTo>
                    <a:pt x="9240" y="41145"/>
                    <a:pt x="0" y="31905"/>
                    <a:pt x="0" y="20572"/>
                  </a:cubicBezTo>
                  <a:lnTo>
                    <a:pt x="0" y="20572"/>
                  </a:lnTo>
                  <a:cubicBezTo>
                    <a:pt x="0" y="9240"/>
                    <a:pt x="9240" y="0"/>
                    <a:pt x="20572" y="0"/>
                  </a:cubicBezTo>
                  <a:lnTo>
                    <a:pt x="163533" y="0"/>
                  </a:lnTo>
                  <a:cubicBezTo>
                    <a:pt x="174865" y="0"/>
                    <a:pt x="184106" y="9240"/>
                    <a:pt x="184106" y="20572"/>
                  </a:cubicBezTo>
                  <a:lnTo>
                    <a:pt x="184106" y="20572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02" name="Google Shape;1502;p52"/>
            <p:cNvSpPr/>
            <p:nvPr/>
          </p:nvSpPr>
          <p:spPr>
            <a:xfrm>
              <a:off x="5039741" y="3029694"/>
              <a:ext cx="470026" cy="524073"/>
            </a:xfrm>
            <a:custGeom>
              <a:avLst/>
              <a:gdLst/>
              <a:ahLst/>
              <a:cxnLst/>
              <a:rect l="l" t="t" r="r" b="b"/>
              <a:pathLst>
                <a:path w="470026" h="524073" extrusionOk="0">
                  <a:moveTo>
                    <a:pt x="19526" y="0"/>
                  </a:moveTo>
                  <a:lnTo>
                    <a:pt x="450501" y="0"/>
                  </a:lnTo>
                  <a:cubicBezTo>
                    <a:pt x="461310" y="0"/>
                    <a:pt x="470027" y="8717"/>
                    <a:pt x="470027" y="19526"/>
                  </a:cubicBezTo>
                  <a:lnTo>
                    <a:pt x="470027" y="504547"/>
                  </a:lnTo>
                  <a:cubicBezTo>
                    <a:pt x="470027" y="515356"/>
                    <a:pt x="461310" y="524073"/>
                    <a:pt x="450501" y="524073"/>
                  </a:cubicBezTo>
                  <a:lnTo>
                    <a:pt x="19526" y="524073"/>
                  </a:lnTo>
                  <a:cubicBezTo>
                    <a:pt x="8717" y="524073"/>
                    <a:pt x="0" y="515356"/>
                    <a:pt x="0" y="504547"/>
                  </a:cubicBezTo>
                  <a:lnTo>
                    <a:pt x="0" y="19526"/>
                  </a:lnTo>
                  <a:cubicBezTo>
                    <a:pt x="0" y="8717"/>
                    <a:pt x="8717" y="0"/>
                    <a:pt x="19526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03" name="Google Shape;1503;p52"/>
            <p:cNvSpPr/>
            <p:nvPr/>
          </p:nvSpPr>
          <p:spPr>
            <a:xfrm>
              <a:off x="5155678" y="3005809"/>
              <a:ext cx="290454" cy="485717"/>
            </a:xfrm>
            <a:custGeom>
              <a:avLst/>
              <a:gdLst/>
              <a:ahLst/>
              <a:cxnLst/>
              <a:rect l="l" t="t" r="r" b="b"/>
              <a:pathLst>
                <a:path w="290454" h="485717" extrusionOk="0">
                  <a:moveTo>
                    <a:pt x="273194" y="0"/>
                  </a:moveTo>
                  <a:cubicBezTo>
                    <a:pt x="282727" y="0"/>
                    <a:pt x="290454" y="7728"/>
                    <a:pt x="290454" y="17260"/>
                  </a:cubicBezTo>
                  <a:lnTo>
                    <a:pt x="290454" y="468458"/>
                  </a:lnTo>
                  <a:cubicBezTo>
                    <a:pt x="290454" y="477990"/>
                    <a:pt x="282727" y="485718"/>
                    <a:pt x="273194" y="485718"/>
                  </a:cubicBezTo>
                  <a:lnTo>
                    <a:pt x="17260" y="485718"/>
                  </a:lnTo>
                  <a:cubicBezTo>
                    <a:pt x="7727" y="485718"/>
                    <a:pt x="0" y="477990"/>
                    <a:pt x="0" y="468458"/>
                  </a:cubicBezTo>
                  <a:lnTo>
                    <a:pt x="0" y="17260"/>
                  </a:lnTo>
                  <a:cubicBezTo>
                    <a:pt x="0" y="7728"/>
                    <a:pt x="7727" y="0"/>
                    <a:pt x="17260" y="0"/>
                  </a:cubicBezTo>
                  <a:close/>
                </a:path>
              </a:pathLst>
            </a:custGeom>
            <a:solidFill>
              <a:srgbClr val="FFFFFF">
                <a:alpha val="2089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04" name="Google Shape;1504;p52"/>
            <p:cNvSpPr/>
            <p:nvPr/>
          </p:nvSpPr>
          <p:spPr>
            <a:xfrm>
              <a:off x="4998596" y="2965188"/>
              <a:ext cx="552490" cy="129013"/>
            </a:xfrm>
            <a:custGeom>
              <a:avLst/>
              <a:gdLst/>
              <a:ahLst/>
              <a:cxnLst/>
              <a:rect l="l" t="t" r="r" b="b"/>
              <a:pathLst>
                <a:path w="552490" h="129013" extrusionOk="0">
                  <a:moveTo>
                    <a:pt x="19526" y="0"/>
                  </a:moveTo>
                  <a:lnTo>
                    <a:pt x="532965" y="0"/>
                  </a:lnTo>
                  <a:cubicBezTo>
                    <a:pt x="543774" y="0"/>
                    <a:pt x="552491" y="8717"/>
                    <a:pt x="552491" y="19526"/>
                  </a:cubicBezTo>
                  <a:lnTo>
                    <a:pt x="552491" y="109487"/>
                  </a:lnTo>
                  <a:cubicBezTo>
                    <a:pt x="552491" y="120296"/>
                    <a:pt x="543774" y="129013"/>
                    <a:pt x="532965" y="129013"/>
                  </a:cubicBezTo>
                  <a:lnTo>
                    <a:pt x="19526" y="129013"/>
                  </a:lnTo>
                  <a:cubicBezTo>
                    <a:pt x="8717" y="129013"/>
                    <a:pt x="0" y="120296"/>
                    <a:pt x="0" y="109487"/>
                  </a:cubicBezTo>
                  <a:lnTo>
                    <a:pt x="0" y="19526"/>
                  </a:lnTo>
                  <a:cubicBezTo>
                    <a:pt x="0" y="8717"/>
                    <a:pt x="8717" y="0"/>
                    <a:pt x="1952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05" name="Google Shape;1505;p52"/>
            <p:cNvSpPr/>
            <p:nvPr/>
          </p:nvSpPr>
          <p:spPr>
            <a:xfrm>
              <a:off x="5226287" y="3172655"/>
              <a:ext cx="283480" cy="223855"/>
            </a:xfrm>
            <a:custGeom>
              <a:avLst/>
              <a:gdLst/>
              <a:ahLst/>
              <a:cxnLst/>
              <a:rect l="l" t="t" r="r" b="b"/>
              <a:pathLst>
                <a:path w="283480" h="223855" extrusionOk="0">
                  <a:moveTo>
                    <a:pt x="283481" y="0"/>
                  </a:moveTo>
                  <a:lnTo>
                    <a:pt x="283481" y="223856"/>
                  </a:lnTo>
                  <a:lnTo>
                    <a:pt x="19526" y="223856"/>
                  </a:lnTo>
                  <a:cubicBezTo>
                    <a:pt x="8717" y="223856"/>
                    <a:pt x="0" y="215139"/>
                    <a:pt x="0" y="204329"/>
                  </a:cubicBezTo>
                  <a:lnTo>
                    <a:pt x="0" y="19526"/>
                  </a:lnTo>
                  <a:cubicBezTo>
                    <a:pt x="0" y="8717"/>
                    <a:pt x="8717" y="0"/>
                    <a:pt x="19526" y="0"/>
                  </a:cubicBezTo>
                  <a:lnTo>
                    <a:pt x="283481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06" name="Google Shape;1506;p52"/>
            <p:cNvSpPr/>
            <p:nvPr/>
          </p:nvSpPr>
          <p:spPr>
            <a:xfrm>
              <a:off x="5274754" y="3217810"/>
              <a:ext cx="235013" cy="28766"/>
            </a:xfrm>
            <a:custGeom>
              <a:avLst/>
              <a:gdLst/>
              <a:ahLst/>
              <a:cxnLst/>
              <a:rect l="l" t="t" r="r" b="b"/>
              <a:pathLst>
                <a:path w="235013" h="28766" extrusionOk="0">
                  <a:moveTo>
                    <a:pt x="235013" y="0"/>
                  </a:moveTo>
                  <a:lnTo>
                    <a:pt x="235013" y="28767"/>
                  </a:lnTo>
                  <a:lnTo>
                    <a:pt x="14296" y="28767"/>
                  </a:lnTo>
                  <a:cubicBezTo>
                    <a:pt x="6451" y="28767"/>
                    <a:pt x="0" y="22316"/>
                    <a:pt x="0" y="14470"/>
                  </a:cubicBezTo>
                  <a:cubicBezTo>
                    <a:pt x="0" y="6625"/>
                    <a:pt x="6451" y="0"/>
                    <a:pt x="14296" y="0"/>
                  </a:cubicBezTo>
                  <a:lnTo>
                    <a:pt x="23501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07" name="Google Shape;1507;p52"/>
            <p:cNvSpPr/>
            <p:nvPr/>
          </p:nvSpPr>
          <p:spPr>
            <a:xfrm>
              <a:off x="5274754" y="3273251"/>
              <a:ext cx="235013" cy="28766"/>
            </a:xfrm>
            <a:custGeom>
              <a:avLst/>
              <a:gdLst/>
              <a:ahLst/>
              <a:cxnLst/>
              <a:rect l="l" t="t" r="r" b="b"/>
              <a:pathLst>
                <a:path w="235013" h="28766" extrusionOk="0">
                  <a:moveTo>
                    <a:pt x="235013" y="0"/>
                  </a:moveTo>
                  <a:lnTo>
                    <a:pt x="235013" y="28767"/>
                  </a:lnTo>
                  <a:lnTo>
                    <a:pt x="14296" y="28767"/>
                  </a:lnTo>
                  <a:cubicBezTo>
                    <a:pt x="6451" y="28767"/>
                    <a:pt x="0" y="22316"/>
                    <a:pt x="0" y="14470"/>
                  </a:cubicBezTo>
                  <a:cubicBezTo>
                    <a:pt x="0" y="6625"/>
                    <a:pt x="6451" y="174"/>
                    <a:pt x="14296" y="174"/>
                  </a:cubicBezTo>
                  <a:lnTo>
                    <a:pt x="235013" y="174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08" name="Google Shape;1508;p52"/>
            <p:cNvSpPr/>
            <p:nvPr/>
          </p:nvSpPr>
          <p:spPr>
            <a:xfrm>
              <a:off x="5274754" y="3328691"/>
              <a:ext cx="235013" cy="28592"/>
            </a:xfrm>
            <a:custGeom>
              <a:avLst/>
              <a:gdLst/>
              <a:ahLst/>
              <a:cxnLst/>
              <a:rect l="l" t="t" r="r" b="b"/>
              <a:pathLst>
                <a:path w="235013" h="28592" extrusionOk="0">
                  <a:moveTo>
                    <a:pt x="235013" y="0"/>
                  </a:moveTo>
                  <a:lnTo>
                    <a:pt x="235013" y="28592"/>
                  </a:lnTo>
                  <a:lnTo>
                    <a:pt x="14296" y="28592"/>
                  </a:lnTo>
                  <a:cubicBezTo>
                    <a:pt x="6451" y="28592"/>
                    <a:pt x="0" y="22141"/>
                    <a:pt x="0" y="14296"/>
                  </a:cubicBezTo>
                  <a:cubicBezTo>
                    <a:pt x="0" y="6451"/>
                    <a:pt x="6451" y="0"/>
                    <a:pt x="14296" y="0"/>
                  </a:cubicBezTo>
                  <a:lnTo>
                    <a:pt x="23501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09" name="Google Shape;1509;p52"/>
            <p:cNvSpPr/>
            <p:nvPr/>
          </p:nvSpPr>
          <p:spPr>
            <a:xfrm>
              <a:off x="5027711" y="2980530"/>
              <a:ext cx="22664" cy="97631"/>
            </a:xfrm>
            <a:custGeom>
              <a:avLst/>
              <a:gdLst/>
              <a:ahLst/>
              <a:cxnLst/>
              <a:rect l="l" t="t" r="r" b="b"/>
              <a:pathLst>
                <a:path w="22664" h="97631" extrusionOk="0">
                  <a:moveTo>
                    <a:pt x="22664" y="86300"/>
                  </a:moveTo>
                  <a:cubicBezTo>
                    <a:pt x="22664" y="92576"/>
                    <a:pt x="17609" y="97632"/>
                    <a:pt x="11332" y="97632"/>
                  </a:cubicBezTo>
                  <a:lnTo>
                    <a:pt x="11332" y="97632"/>
                  </a:lnTo>
                  <a:cubicBezTo>
                    <a:pt x="5056" y="97632"/>
                    <a:pt x="0" y="92576"/>
                    <a:pt x="0" y="86300"/>
                  </a:cubicBezTo>
                  <a:lnTo>
                    <a:pt x="0" y="11332"/>
                  </a:lnTo>
                  <a:cubicBezTo>
                    <a:pt x="0" y="5056"/>
                    <a:pt x="5056" y="0"/>
                    <a:pt x="11332" y="0"/>
                  </a:cubicBezTo>
                  <a:lnTo>
                    <a:pt x="11332" y="0"/>
                  </a:lnTo>
                  <a:cubicBezTo>
                    <a:pt x="17609" y="0"/>
                    <a:pt x="22664" y="5056"/>
                    <a:pt x="22664" y="11332"/>
                  </a:cubicBezTo>
                  <a:lnTo>
                    <a:pt x="22664" y="86300"/>
                  </a:lnTo>
                  <a:close/>
                </a:path>
              </a:pathLst>
            </a:custGeom>
            <a:solidFill>
              <a:srgbClr val="FFFFFF">
                <a:alpha val="15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10" name="Google Shape;1510;p52"/>
            <p:cNvSpPr/>
            <p:nvPr/>
          </p:nvSpPr>
          <p:spPr>
            <a:xfrm>
              <a:off x="5075132" y="2980530"/>
              <a:ext cx="22664" cy="97631"/>
            </a:xfrm>
            <a:custGeom>
              <a:avLst/>
              <a:gdLst/>
              <a:ahLst/>
              <a:cxnLst/>
              <a:rect l="l" t="t" r="r" b="b"/>
              <a:pathLst>
                <a:path w="22664" h="97631" extrusionOk="0">
                  <a:moveTo>
                    <a:pt x="22665" y="86300"/>
                  </a:moveTo>
                  <a:cubicBezTo>
                    <a:pt x="22665" y="92576"/>
                    <a:pt x="17609" y="97632"/>
                    <a:pt x="11332" y="97632"/>
                  </a:cubicBezTo>
                  <a:lnTo>
                    <a:pt x="11332" y="97632"/>
                  </a:lnTo>
                  <a:cubicBezTo>
                    <a:pt x="5056" y="97632"/>
                    <a:pt x="0" y="92576"/>
                    <a:pt x="0" y="86300"/>
                  </a:cubicBezTo>
                  <a:lnTo>
                    <a:pt x="0" y="11332"/>
                  </a:lnTo>
                  <a:cubicBezTo>
                    <a:pt x="0" y="5056"/>
                    <a:pt x="5056" y="0"/>
                    <a:pt x="11332" y="0"/>
                  </a:cubicBezTo>
                  <a:lnTo>
                    <a:pt x="11332" y="0"/>
                  </a:lnTo>
                  <a:cubicBezTo>
                    <a:pt x="17609" y="0"/>
                    <a:pt x="22665" y="5056"/>
                    <a:pt x="22665" y="11332"/>
                  </a:cubicBezTo>
                  <a:lnTo>
                    <a:pt x="22665" y="86300"/>
                  </a:lnTo>
                  <a:close/>
                </a:path>
              </a:pathLst>
            </a:custGeom>
            <a:solidFill>
              <a:srgbClr val="FFFFFF">
                <a:alpha val="15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11" name="Google Shape;1511;p52"/>
            <p:cNvSpPr/>
            <p:nvPr/>
          </p:nvSpPr>
          <p:spPr>
            <a:xfrm>
              <a:off x="5122727" y="2980530"/>
              <a:ext cx="22664" cy="97631"/>
            </a:xfrm>
            <a:custGeom>
              <a:avLst/>
              <a:gdLst/>
              <a:ahLst/>
              <a:cxnLst/>
              <a:rect l="l" t="t" r="r" b="b"/>
              <a:pathLst>
                <a:path w="22664" h="97631" extrusionOk="0">
                  <a:moveTo>
                    <a:pt x="22665" y="86300"/>
                  </a:moveTo>
                  <a:cubicBezTo>
                    <a:pt x="22665" y="92576"/>
                    <a:pt x="17609" y="97632"/>
                    <a:pt x="11332" y="97632"/>
                  </a:cubicBezTo>
                  <a:lnTo>
                    <a:pt x="11332" y="97632"/>
                  </a:lnTo>
                  <a:cubicBezTo>
                    <a:pt x="5056" y="97632"/>
                    <a:pt x="0" y="92576"/>
                    <a:pt x="0" y="86300"/>
                  </a:cubicBezTo>
                  <a:lnTo>
                    <a:pt x="0" y="11332"/>
                  </a:lnTo>
                  <a:cubicBezTo>
                    <a:pt x="0" y="5056"/>
                    <a:pt x="5056" y="0"/>
                    <a:pt x="11332" y="0"/>
                  </a:cubicBezTo>
                  <a:lnTo>
                    <a:pt x="11332" y="0"/>
                  </a:lnTo>
                  <a:cubicBezTo>
                    <a:pt x="17609" y="0"/>
                    <a:pt x="22665" y="5056"/>
                    <a:pt x="22665" y="11332"/>
                  </a:cubicBezTo>
                  <a:lnTo>
                    <a:pt x="22665" y="86300"/>
                  </a:lnTo>
                  <a:close/>
                </a:path>
              </a:pathLst>
            </a:custGeom>
            <a:solidFill>
              <a:srgbClr val="FFFFFF">
                <a:alpha val="15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12" name="Google Shape;1512;p52"/>
            <p:cNvSpPr/>
            <p:nvPr/>
          </p:nvSpPr>
          <p:spPr>
            <a:xfrm>
              <a:off x="5170149" y="2980530"/>
              <a:ext cx="22664" cy="97631"/>
            </a:xfrm>
            <a:custGeom>
              <a:avLst/>
              <a:gdLst/>
              <a:ahLst/>
              <a:cxnLst/>
              <a:rect l="l" t="t" r="r" b="b"/>
              <a:pathLst>
                <a:path w="22664" h="97631" extrusionOk="0">
                  <a:moveTo>
                    <a:pt x="22664" y="86300"/>
                  </a:moveTo>
                  <a:cubicBezTo>
                    <a:pt x="22664" y="92576"/>
                    <a:pt x="17609" y="97632"/>
                    <a:pt x="11332" y="97632"/>
                  </a:cubicBezTo>
                  <a:lnTo>
                    <a:pt x="11332" y="97632"/>
                  </a:lnTo>
                  <a:cubicBezTo>
                    <a:pt x="5056" y="97632"/>
                    <a:pt x="0" y="92576"/>
                    <a:pt x="0" y="86300"/>
                  </a:cubicBezTo>
                  <a:lnTo>
                    <a:pt x="0" y="11332"/>
                  </a:lnTo>
                  <a:cubicBezTo>
                    <a:pt x="0" y="5056"/>
                    <a:pt x="5056" y="0"/>
                    <a:pt x="11332" y="0"/>
                  </a:cubicBezTo>
                  <a:lnTo>
                    <a:pt x="11332" y="0"/>
                  </a:lnTo>
                  <a:cubicBezTo>
                    <a:pt x="17609" y="0"/>
                    <a:pt x="22664" y="5056"/>
                    <a:pt x="22664" y="11332"/>
                  </a:cubicBezTo>
                  <a:lnTo>
                    <a:pt x="22664" y="86300"/>
                  </a:lnTo>
                  <a:close/>
                </a:path>
              </a:pathLst>
            </a:custGeom>
            <a:solidFill>
              <a:srgbClr val="FFFFFF">
                <a:alpha val="15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13" name="Google Shape;1513;p52"/>
            <p:cNvSpPr/>
            <p:nvPr/>
          </p:nvSpPr>
          <p:spPr>
            <a:xfrm>
              <a:off x="5217570" y="2980530"/>
              <a:ext cx="22664" cy="97631"/>
            </a:xfrm>
            <a:custGeom>
              <a:avLst/>
              <a:gdLst/>
              <a:ahLst/>
              <a:cxnLst/>
              <a:rect l="l" t="t" r="r" b="b"/>
              <a:pathLst>
                <a:path w="22664" h="97631" extrusionOk="0">
                  <a:moveTo>
                    <a:pt x="22664" y="86300"/>
                  </a:moveTo>
                  <a:cubicBezTo>
                    <a:pt x="22664" y="92576"/>
                    <a:pt x="17609" y="97632"/>
                    <a:pt x="11332" y="97632"/>
                  </a:cubicBezTo>
                  <a:lnTo>
                    <a:pt x="11332" y="97632"/>
                  </a:lnTo>
                  <a:cubicBezTo>
                    <a:pt x="5056" y="97632"/>
                    <a:pt x="0" y="92576"/>
                    <a:pt x="0" y="86300"/>
                  </a:cubicBezTo>
                  <a:lnTo>
                    <a:pt x="0" y="11332"/>
                  </a:lnTo>
                  <a:cubicBezTo>
                    <a:pt x="0" y="5056"/>
                    <a:pt x="5056" y="0"/>
                    <a:pt x="11332" y="0"/>
                  </a:cubicBezTo>
                  <a:lnTo>
                    <a:pt x="11332" y="0"/>
                  </a:lnTo>
                  <a:cubicBezTo>
                    <a:pt x="17609" y="0"/>
                    <a:pt x="22664" y="5056"/>
                    <a:pt x="22664" y="11332"/>
                  </a:cubicBezTo>
                  <a:lnTo>
                    <a:pt x="22664" y="86300"/>
                  </a:lnTo>
                  <a:close/>
                </a:path>
              </a:pathLst>
            </a:custGeom>
            <a:solidFill>
              <a:srgbClr val="FFFFFF">
                <a:alpha val="15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14" name="Google Shape;1514;p52"/>
            <p:cNvSpPr/>
            <p:nvPr/>
          </p:nvSpPr>
          <p:spPr>
            <a:xfrm>
              <a:off x="5264991" y="2980530"/>
              <a:ext cx="22664" cy="97631"/>
            </a:xfrm>
            <a:custGeom>
              <a:avLst/>
              <a:gdLst/>
              <a:ahLst/>
              <a:cxnLst/>
              <a:rect l="l" t="t" r="r" b="b"/>
              <a:pathLst>
                <a:path w="22664" h="97631" extrusionOk="0">
                  <a:moveTo>
                    <a:pt x="22665" y="86300"/>
                  </a:moveTo>
                  <a:cubicBezTo>
                    <a:pt x="22665" y="92576"/>
                    <a:pt x="17609" y="97632"/>
                    <a:pt x="11332" y="97632"/>
                  </a:cubicBezTo>
                  <a:lnTo>
                    <a:pt x="11332" y="97632"/>
                  </a:lnTo>
                  <a:cubicBezTo>
                    <a:pt x="5056" y="97632"/>
                    <a:pt x="0" y="92576"/>
                    <a:pt x="0" y="86300"/>
                  </a:cubicBezTo>
                  <a:lnTo>
                    <a:pt x="0" y="11332"/>
                  </a:lnTo>
                  <a:cubicBezTo>
                    <a:pt x="0" y="5056"/>
                    <a:pt x="5056" y="0"/>
                    <a:pt x="11332" y="0"/>
                  </a:cubicBezTo>
                  <a:lnTo>
                    <a:pt x="11332" y="0"/>
                  </a:lnTo>
                  <a:cubicBezTo>
                    <a:pt x="17609" y="0"/>
                    <a:pt x="22665" y="5056"/>
                    <a:pt x="22665" y="11332"/>
                  </a:cubicBezTo>
                  <a:lnTo>
                    <a:pt x="22665" y="86300"/>
                  </a:lnTo>
                  <a:close/>
                </a:path>
              </a:pathLst>
            </a:custGeom>
            <a:solidFill>
              <a:srgbClr val="FFFFFF">
                <a:alpha val="15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15" name="Google Shape;1515;p52"/>
            <p:cNvSpPr/>
            <p:nvPr/>
          </p:nvSpPr>
          <p:spPr>
            <a:xfrm>
              <a:off x="5312412" y="2980530"/>
              <a:ext cx="22664" cy="97631"/>
            </a:xfrm>
            <a:custGeom>
              <a:avLst/>
              <a:gdLst/>
              <a:ahLst/>
              <a:cxnLst/>
              <a:rect l="l" t="t" r="r" b="b"/>
              <a:pathLst>
                <a:path w="22664" h="97631" extrusionOk="0">
                  <a:moveTo>
                    <a:pt x="22665" y="86300"/>
                  </a:moveTo>
                  <a:cubicBezTo>
                    <a:pt x="22665" y="92576"/>
                    <a:pt x="17609" y="97632"/>
                    <a:pt x="11332" y="97632"/>
                  </a:cubicBezTo>
                  <a:lnTo>
                    <a:pt x="11332" y="97632"/>
                  </a:lnTo>
                  <a:cubicBezTo>
                    <a:pt x="5056" y="97632"/>
                    <a:pt x="0" y="92576"/>
                    <a:pt x="0" y="86300"/>
                  </a:cubicBezTo>
                  <a:lnTo>
                    <a:pt x="0" y="11332"/>
                  </a:lnTo>
                  <a:cubicBezTo>
                    <a:pt x="0" y="5056"/>
                    <a:pt x="5056" y="0"/>
                    <a:pt x="11332" y="0"/>
                  </a:cubicBezTo>
                  <a:lnTo>
                    <a:pt x="11332" y="0"/>
                  </a:lnTo>
                  <a:cubicBezTo>
                    <a:pt x="17609" y="0"/>
                    <a:pt x="22665" y="5056"/>
                    <a:pt x="22665" y="11332"/>
                  </a:cubicBezTo>
                  <a:lnTo>
                    <a:pt x="22665" y="86300"/>
                  </a:lnTo>
                  <a:close/>
                </a:path>
              </a:pathLst>
            </a:custGeom>
            <a:solidFill>
              <a:srgbClr val="FFFFFF">
                <a:alpha val="15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16" name="Google Shape;1516;p52"/>
            <p:cNvSpPr/>
            <p:nvPr/>
          </p:nvSpPr>
          <p:spPr>
            <a:xfrm>
              <a:off x="5359833" y="2980530"/>
              <a:ext cx="22664" cy="97631"/>
            </a:xfrm>
            <a:custGeom>
              <a:avLst/>
              <a:gdLst/>
              <a:ahLst/>
              <a:cxnLst/>
              <a:rect l="l" t="t" r="r" b="b"/>
              <a:pathLst>
                <a:path w="22664" h="97631" extrusionOk="0">
                  <a:moveTo>
                    <a:pt x="22664" y="86300"/>
                  </a:moveTo>
                  <a:cubicBezTo>
                    <a:pt x="22664" y="92576"/>
                    <a:pt x="17609" y="97632"/>
                    <a:pt x="11332" y="97632"/>
                  </a:cubicBezTo>
                  <a:lnTo>
                    <a:pt x="11332" y="97632"/>
                  </a:lnTo>
                  <a:cubicBezTo>
                    <a:pt x="5056" y="97632"/>
                    <a:pt x="0" y="92576"/>
                    <a:pt x="0" y="86300"/>
                  </a:cubicBezTo>
                  <a:lnTo>
                    <a:pt x="0" y="11332"/>
                  </a:lnTo>
                  <a:cubicBezTo>
                    <a:pt x="0" y="5056"/>
                    <a:pt x="5056" y="0"/>
                    <a:pt x="11332" y="0"/>
                  </a:cubicBezTo>
                  <a:lnTo>
                    <a:pt x="11332" y="0"/>
                  </a:lnTo>
                  <a:cubicBezTo>
                    <a:pt x="17609" y="0"/>
                    <a:pt x="22664" y="5056"/>
                    <a:pt x="22664" y="11332"/>
                  </a:cubicBezTo>
                  <a:lnTo>
                    <a:pt x="22664" y="86300"/>
                  </a:lnTo>
                  <a:close/>
                </a:path>
              </a:pathLst>
            </a:custGeom>
            <a:solidFill>
              <a:srgbClr val="FFFFFF">
                <a:alpha val="15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17" name="Google Shape;1517;p52"/>
            <p:cNvSpPr/>
            <p:nvPr/>
          </p:nvSpPr>
          <p:spPr>
            <a:xfrm>
              <a:off x="5407429" y="2980530"/>
              <a:ext cx="22664" cy="97631"/>
            </a:xfrm>
            <a:custGeom>
              <a:avLst/>
              <a:gdLst/>
              <a:ahLst/>
              <a:cxnLst/>
              <a:rect l="l" t="t" r="r" b="b"/>
              <a:pathLst>
                <a:path w="22664" h="97631" extrusionOk="0">
                  <a:moveTo>
                    <a:pt x="22664" y="86300"/>
                  </a:moveTo>
                  <a:cubicBezTo>
                    <a:pt x="22664" y="92576"/>
                    <a:pt x="17609" y="97632"/>
                    <a:pt x="11332" y="97632"/>
                  </a:cubicBezTo>
                  <a:lnTo>
                    <a:pt x="11332" y="97632"/>
                  </a:lnTo>
                  <a:cubicBezTo>
                    <a:pt x="5056" y="97632"/>
                    <a:pt x="0" y="92576"/>
                    <a:pt x="0" y="86300"/>
                  </a:cubicBezTo>
                  <a:lnTo>
                    <a:pt x="0" y="11332"/>
                  </a:lnTo>
                  <a:cubicBezTo>
                    <a:pt x="0" y="5056"/>
                    <a:pt x="5056" y="0"/>
                    <a:pt x="11332" y="0"/>
                  </a:cubicBezTo>
                  <a:lnTo>
                    <a:pt x="11332" y="0"/>
                  </a:lnTo>
                  <a:cubicBezTo>
                    <a:pt x="17609" y="0"/>
                    <a:pt x="22664" y="5056"/>
                    <a:pt x="22664" y="11332"/>
                  </a:cubicBezTo>
                  <a:lnTo>
                    <a:pt x="22664" y="86300"/>
                  </a:lnTo>
                  <a:close/>
                </a:path>
              </a:pathLst>
            </a:custGeom>
            <a:solidFill>
              <a:srgbClr val="FFFFFF">
                <a:alpha val="15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18" name="Google Shape;1518;p52"/>
            <p:cNvSpPr/>
            <p:nvPr/>
          </p:nvSpPr>
          <p:spPr>
            <a:xfrm>
              <a:off x="5454850" y="2980530"/>
              <a:ext cx="22664" cy="97631"/>
            </a:xfrm>
            <a:custGeom>
              <a:avLst/>
              <a:gdLst/>
              <a:ahLst/>
              <a:cxnLst/>
              <a:rect l="l" t="t" r="r" b="b"/>
              <a:pathLst>
                <a:path w="22664" h="97631" extrusionOk="0">
                  <a:moveTo>
                    <a:pt x="22664" y="86300"/>
                  </a:moveTo>
                  <a:cubicBezTo>
                    <a:pt x="22664" y="92576"/>
                    <a:pt x="17609" y="97632"/>
                    <a:pt x="11332" y="97632"/>
                  </a:cubicBezTo>
                  <a:lnTo>
                    <a:pt x="11332" y="97632"/>
                  </a:lnTo>
                  <a:cubicBezTo>
                    <a:pt x="5056" y="97632"/>
                    <a:pt x="0" y="92576"/>
                    <a:pt x="0" y="86300"/>
                  </a:cubicBezTo>
                  <a:lnTo>
                    <a:pt x="0" y="11332"/>
                  </a:lnTo>
                  <a:cubicBezTo>
                    <a:pt x="0" y="5056"/>
                    <a:pt x="5056" y="0"/>
                    <a:pt x="11332" y="0"/>
                  </a:cubicBezTo>
                  <a:lnTo>
                    <a:pt x="11332" y="0"/>
                  </a:lnTo>
                  <a:cubicBezTo>
                    <a:pt x="17609" y="0"/>
                    <a:pt x="22664" y="5056"/>
                    <a:pt x="22664" y="11332"/>
                  </a:cubicBezTo>
                  <a:lnTo>
                    <a:pt x="22664" y="86300"/>
                  </a:lnTo>
                  <a:close/>
                </a:path>
              </a:pathLst>
            </a:custGeom>
            <a:solidFill>
              <a:srgbClr val="FFFFFF">
                <a:alpha val="15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19" name="Google Shape;1519;p52"/>
            <p:cNvSpPr/>
            <p:nvPr/>
          </p:nvSpPr>
          <p:spPr>
            <a:xfrm>
              <a:off x="5502271" y="2980530"/>
              <a:ext cx="22664" cy="97631"/>
            </a:xfrm>
            <a:custGeom>
              <a:avLst/>
              <a:gdLst/>
              <a:ahLst/>
              <a:cxnLst/>
              <a:rect l="l" t="t" r="r" b="b"/>
              <a:pathLst>
                <a:path w="22664" h="97631" extrusionOk="0">
                  <a:moveTo>
                    <a:pt x="22664" y="86300"/>
                  </a:moveTo>
                  <a:cubicBezTo>
                    <a:pt x="22664" y="92576"/>
                    <a:pt x="17609" y="97632"/>
                    <a:pt x="11332" y="97632"/>
                  </a:cubicBezTo>
                  <a:lnTo>
                    <a:pt x="11332" y="97632"/>
                  </a:lnTo>
                  <a:cubicBezTo>
                    <a:pt x="5056" y="97632"/>
                    <a:pt x="0" y="92576"/>
                    <a:pt x="0" y="86300"/>
                  </a:cubicBezTo>
                  <a:lnTo>
                    <a:pt x="0" y="11332"/>
                  </a:lnTo>
                  <a:cubicBezTo>
                    <a:pt x="0" y="5056"/>
                    <a:pt x="5056" y="0"/>
                    <a:pt x="11332" y="0"/>
                  </a:cubicBezTo>
                  <a:lnTo>
                    <a:pt x="11332" y="0"/>
                  </a:lnTo>
                  <a:cubicBezTo>
                    <a:pt x="17609" y="0"/>
                    <a:pt x="22664" y="5056"/>
                    <a:pt x="22664" y="11332"/>
                  </a:cubicBezTo>
                  <a:lnTo>
                    <a:pt x="22664" y="86300"/>
                  </a:lnTo>
                  <a:close/>
                </a:path>
              </a:pathLst>
            </a:custGeom>
            <a:solidFill>
              <a:srgbClr val="FFFFFF">
                <a:alpha val="15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20" name="Google Shape;1520;p52"/>
            <p:cNvSpPr/>
            <p:nvPr/>
          </p:nvSpPr>
          <p:spPr>
            <a:xfrm>
              <a:off x="5322001" y="2999882"/>
              <a:ext cx="193171" cy="58753"/>
            </a:xfrm>
            <a:custGeom>
              <a:avLst/>
              <a:gdLst/>
              <a:ahLst/>
              <a:cxnLst/>
              <a:rect l="l" t="t" r="r" b="b"/>
              <a:pathLst>
                <a:path w="193171" h="58753" extrusionOk="0">
                  <a:moveTo>
                    <a:pt x="19526" y="0"/>
                  </a:moveTo>
                  <a:lnTo>
                    <a:pt x="173645" y="0"/>
                  </a:lnTo>
                  <a:cubicBezTo>
                    <a:pt x="184454" y="0"/>
                    <a:pt x="193171" y="8717"/>
                    <a:pt x="193171" y="19526"/>
                  </a:cubicBezTo>
                  <a:lnTo>
                    <a:pt x="193171" y="39227"/>
                  </a:lnTo>
                  <a:cubicBezTo>
                    <a:pt x="193171" y="50036"/>
                    <a:pt x="184454" y="58753"/>
                    <a:pt x="173645" y="58753"/>
                  </a:cubicBezTo>
                  <a:lnTo>
                    <a:pt x="19526" y="58753"/>
                  </a:lnTo>
                  <a:cubicBezTo>
                    <a:pt x="8717" y="58753"/>
                    <a:pt x="0" y="50036"/>
                    <a:pt x="0" y="39227"/>
                  </a:cubicBezTo>
                  <a:lnTo>
                    <a:pt x="0" y="19526"/>
                  </a:lnTo>
                  <a:cubicBezTo>
                    <a:pt x="0" y="8717"/>
                    <a:pt x="8717" y="0"/>
                    <a:pt x="19526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21" name="Google Shape;1521;p52"/>
            <p:cNvSpPr/>
            <p:nvPr/>
          </p:nvSpPr>
          <p:spPr>
            <a:xfrm>
              <a:off x="4748397" y="3362138"/>
              <a:ext cx="239407" cy="99080"/>
            </a:xfrm>
            <a:custGeom>
              <a:avLst/>
              <a:gdLst/>
              <a:ahLst/>
              <a:cxnLst/>
              <a:rect l="l" t="t" r="r" b="b"/>
              <a:pathLst>
                <a:path w="239407" h="99080" extrusionOk="0">
                  <a:moveTo>
                    <a:pt x="45695" y="4734"/>
                  </a:moveTo>
                  <a:lnTo>
                    <a:pt x="190748" y="27"/>
                  </a:lnTo>
                  <a:cubicBezTo>
                    <a:pt x="216725" y="-845"/>
                    <a:pt x="238518" y="19553"/>
                    <a:pt x="239390" y="45705"/>
                  </a:cubicBezTo>
                  <a:cubicBezTo>
                    <a:pt x="239738" y="58606"/>
                    <a:pt x="235031" y="70636"/>
                    <a:pt x="226663" y="79527"/>
                  </a:cubicBezTo>
                  <a:cubicBezTo>
                    <a:pt x="218468" y="88244"/>
                    <a:pt x="206788" y="93998"/>
                    <a:pt x="193712" y="94346"/>
                  </a:cubicBezTo>
                  <a:lnTo>
                    <a:pt x="48659" y="99053"/>
                  </a:lnTo>
                  <a:cubicBezTo>
                    <a:pt x="22682" y="99925"/>
                    <a:pt x="715" y="79353"/>
                    <a:pt x="18" y="53376"/>
                  </a:cubicBezTo>
                  <a:cubicBezTo>
                    <a:pt x="-331" y="40300"/>
                    <a:pt x="4550" y="28445"/>
                    <a:pt x="12744" y="19553"/>
                  </a:cubicBezTo>
                  <a:cubicBezTo>
                    <a:pt x="21113" y="10662"/>
                    <a:pt x="32620" y="5083"/>
                    <a:pt x="45695" y="4734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22" name="Google Shape;1522;p52"/>
            <p:cNvSpPr/>
            <p:nvPr/>
          </p:nvSpPr>
          <p:spPr>
            <a:xfrm>
              <a:off x="4748397" y="3364606"/>
              <a:ext cx="121185" cy="96612"/>
            </a:xfrm>
            <a:custGeom>
              <a:avLst/>
              <a:gdLst/>
              <a:ahLst/>
              <a:cxnLst/>
              <a:rect l="l" t="t" r="r" b="b"/>
              <a:pathLst>
                <a:path w="121185" h="96612" extrusionOk="0">
                  <a:moveTo>
                    <a:pt x="45695" y="2266"/>
                  </a:moveTo>
                  <a:lnTo>
                    <a:pt x="118222" y="0"/>
                  </a:lnTo>
                  <a:lnTo>
                    <a:pt x="121185" y="94319"/>
                  </a:lnTo>
                  <a:lnTo>
                    <a:pt x="48659" y="96586"/>
                  </a:lnTo>
                  <a:cubicBezTo>
                    <a:pt x="22682" y="97457"/>
                    <a:pt x="715" y="76885"/>
                    <a:pt x="18" y="50908"/>
                  </a:cubicBezTo>
                  <a:cubicBezTo>
                    <a:pt x="-331" y="37832"/>
                    <a:pt x="4550" y="25977"/>
                    <a:pt x="12744" y="17086"/>
                  </a:cubicBezTo>
                  <a:cubicBezTo>
                    <a:pt x="21113" y="8194"/>
                    <a:pt x="32620" y="2615"/>
                    <a:pt x="45695" y="226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23" name="Google Shape;1523;p52"/>
            <p:cNvSpPr/>
            <p:nvPr/>
          </p:nvSpPr>
          <p:spPr>
            <a:xfrm>
              <a:off x="4792519" y="3384303"/>
              <a:ext cx="140527" cy="29471"/>
            </a:xfrm>
            <a:custGeom>
              <a:avLst/>
              <a:gdLst/>
              <a:ahLst/>
              <a:cxnLst/>
              <a:rect l="l" t="t" r="r" b="b"/>
              <a:pathLst>
                <a:path w="140527" h="29471" extrusionOk="0">
                  <a:moveTo>
                    <a:pt x="127274" y="4"/>
                  </a:moveTo>
                  <a:cubicBezTo>
                    <a:pt x="134422" y="-170"/>
                    <a:pt x="140350" y="5409"/>
                    <a:pt x="140524" y="12557"/>
                  </a:cubicBezTo>
                  <a:lnTo>
                    <a:pt x="140524" y="12557"/>
                  </a:lnTo>
                  <a:cubicBezTo>
                    <a:pt x="140698" y="19705"/>
                    <a:pt x="135119" y="25632"/>
                    <a:pt x="127971" y="25807"/>
                  </a:cubicBezTo>
                  <a:lnTo>
                    <a:pt x="13254" y="29468"/>
                  </a:lnTo>
                  <a:cubicBezTo>
                    <a:pt x="6106" y="29642"/>
                    <a:pt x="178" y="24063"/>
                    <a:pt x="4" y="16915"/>
                  </a:cubicBezTo>
                  <a:lnTo>
                    <a:pt x="4" y="16915"/>
                  </a:lnTo>
                  <a:cubicBezTo>
                    <a:pt x="-170" y="9767"/>
                    <a:pt x="5409" y="3840"/>
                    <a:pt x="12557" y="3665"/>
                  </a:cubicBezTo>
                  <a:lnTo>
                    <a:pt x="127274" y="4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24" name="Google Shape;1524;p52"/>
            <p:cNvSpPr/>
            <p:nvPr/>
          </p:nvSpPr>
          <p:spPr>
            <a:xfrm>
              <a:off x="5255576" y="3524478"/>
              <a:ext cx="159000" cy="30161"/>
            </a:xfrm>
            <a:custGeom>
              <a:avLst/>
              <a:gdLst/>
              <a:ahLst/>
              <a:cxnLst/>
              <a:rect l="l" t="t" r="r" b="b"/>
              <a:pathLst>
                <a:path w="159000" h="30161" extrusionOk="0">
                  <a:moveTo>
                    <a:pt x="7671" y="0"/>
                  </a:moveTo>
                  <a:lnTo>
                    <a:pt x="151329" y="0"/>
                  </a:lnTo>
                  <a:cubicBezTo>
                    <a:pt x="155513" y="0"/>
                    <a:pt x="159000" y="3487"/>
                    <a:pt x="159000" y="7671"/>
                  </a:cubicBezTo>
                  <a:lnTo>
                    <a:pt x="159000" y="22490"/>
                  </a:lnTo>
                  <a:cubicBezTo>
                    <a:pt x="159000" y="26674"/>
                    <a:pt x="155513" y="30161"/>
                    <a:pt x="151329" y="30161"/>
                  </a:cubicBezTo>
                  <a:lnTo>
                    <a:pt x="7671" y="30161"/>
                  </a:lnTo>
                  <a:cubicBezTo>
                    <a:pt x="3487" y="30161"/>
                    <a:pt x="0" y="26674"/>
                    <a:pt x="0" y="22490"/>
                  </a:cubicBezTo>
                  <a:lnTo>
                    <a:pt x="0" y="7671"/>
                  </a:lnTo>
                  <a:cubicBezTo>
                    <a:pt x="0" y="3487"/>
                    <a:pt x="3487" y="0"/>
                    <a:pt x="7671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25" name="Google Shape;1525;p52"/>
            <p:cNvSpPr/>
            <p:nvPr/>
          </p:nvSpPr>
          <p:spPr>
            <a:xfrm>
              <a:off x="5255576" y="3505126"/>
              <a:ext cx="69911" cy="42888"/>
            </a:xfrm>
            <a:custGeom>
              <a:avLst/>
              <a:gdLst/>
              <a:ahLst/>
              <a:cxnLst/>
              <a:rect l="l" t="t" r="r" b="b"/>
              <a:pathLst>
                <a:path w="69911" h="42888" extrusionOk="0">
                  <a:moveTo>
                    <a:pt x="7671" y="0"/>
                  </a:moveTo>
                  <a:lnTo>
                    <a:pt x="62240" y="0"/>
                  </a:lnTo>
                  <a:cubicBezTo>
                    <a:pt x="66424" y="0"/>
                    <a:pt x="69911" y="3487"/>
                    <a:pt x="69911" y="7671"/>
                  </a:cubicBezTo>
                  <a:lnTo>
                    <a:pt x="69911" y="35217"/>
                  </a:lnTo>
                  <a:cubicBezTo>
                    <a:pt x="69911" y="39401"/>
                    <a:pt x="66424" y="42888"/>
                    <a:pt x="62240" y="42888"/>
                  </a:cubicBezTo>
                  <a:lnTo>
                    <a:pt x="7671" y="42888"/>
                  </a:lnTo>
                  <a:cubicBezTo>
                    <a:pt x="3487" y="42888"/>
                    <a:pt x="0" y="39401"/>
                    <a:pt x="0" y="35217"/>
                  </a:cubicBezTo>
                  <a:lnTo>
                    <a:pt x="0" y="7671"/>
                  </a:lnTo>
                  <a:cubicBezTo>
                    <a:pt x="0" y="3487"/>
                    <a:pt x="3487" y="0"/>
                    <a:pt x="767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26" name="Google Shape;1526;p52"/>
            <p:cNvSpPr/>
            <p:nvPr/>
          </p:nvSpPr>
          <p:spPr>
            <a:xfrm>
              <a:off x="5344840" y="3505126"/>
              <a:ext cx="69911" cy="42888"/>
            </a:xfrm>
            <a:custGeom>
              <a:avLst/>
              <a:gdLst/>
              <a:ahLst/>
              <a:cxnLst/>
              <a:rect l="l" t="t" r="r" b="b"/>
              <a:pathLst>
                <a:path w="69911" h="42888" extrusionOk="0">
                  <a:moveTo>
                    <a:pt x="7497" y="0"/>
                  </a:moveTo>
                  <a:lnTo>
                    <a:pt x="62240" y="0"/>
                  </a:lnTo>
                  <a:cubicBezTo>
                    <a:pt x="66424" y="0"/>
                    <a:pt x="69911" y="3487"/>
                    <a:pt x="69911" y="7671"/>
                  </a:cubicBezTo>
                  <a:lnTo>
                    <a:pt x="69911" y="35217"/>
                  </a:lnTo>
                  <a:cubicBezTo>
                    <a:pt x="69911" y="39401"/>
                    <a:pt x="66424" y="42888"/>
                    <a:pt x="62240" y="42888"/>
                  </a:cubicBezTo>
                  <a:lnTo>
                    <a:pt x="7671" y="42888"/>
                  </a:lnTo>
                  <a:cubicBezTo>
                    <a:pt x="3487" y="42888"/>
                    <a:pt x="0" y="39401"/>
                    <a:pt x="0" y="35217"/>
                  </a:cubicBezTo>
                  <a:lnTo>
                    <a:pt x="0" y="7671"/>
                  </a:lnTo>
                  <a:cubicBezTo>
                    <a:pt x="0" y="3487"/>
                    <a:pt x="3487" y="0"/>
                    <a:pt x="767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27" name="Google Shape;1527;p52"/>
            <p:cNvSpPr/>
            <p:nvPr/>
          </p:nvSpPr>
          <p:spPr>
            <a:xfrm>
              <a:off x="5420684" y="3414559"/>
              <a:ext cx="149913" cy="149903"/>
            </a:xfrm>
            <a:custGeom>
              <a:avLst/>
              <a:gdLst/>
              <a:ahLst/>
              <a:cxnLst/>
              <a:rect l="l" t="t" r="r" b="b"/>
              <a:pathLst>
                <a:path w="149913" h="149903" extrusionOk="0">
                  <a:moveTo>
                    <a:pt x="123952" y="131712"/>
                  </a:moveTo>
                  <a:cubicBezTo>
                    <a:pt x="96580" y="155423"/>
                    <a:pt x="56830" y="155597"/>
                    <a:pt x="29284" y="134327"/>
                  </a:cubicBezTo>
                  <a:cubicBezTo>
                    <a:pt x="25274" y="131364"/>
                    <a:pt x="21613" y="127702"/>
                    <a:pt x="18126" y="123867"/>
                  </a:cubicBezTo>
                  <a:cubicBezTo>
                    <a:pt x="14813" y="119857"/>
                    <a:pt x="11850" y="115673"/>
                    <a:pt x="9409" y="111314"/>
                  </a:cubicBezTo>
                  <a:cubicBezTo>
                    <a:pt x="-7502" y="80979"/>
                    <a:pt x="-1401" y="41752"/>
                    <a:pt x="25971" y="18215"/>
                  </a:cubicBezTo>
                  <a:cubicBezTo>
                    <a:pt x="53343" y="-5495"/>
                    <a:pt x="92919" y="-5670"/>
                    <a:pt x="120465" y="15426"/>
                  </a:cubicBezTo>
                  <a:cubicBezTo>
                    <a:pt x="124475" y="18564"/>
                    <a:pt x="128136" y="22051"/>
                    <a:pt x="131623" y="26061"/>
                  </a:cubicBezTo>
                  <a:cubicBezTo>
                    <a:pt x="135110" y="30071"/>
                    <a:pt x="137899" y="34255"/>
                    <a:pt x="140514" y="38613"/>
                  </a:cubicBezTo>
                  <a:cubicBezTo>
                    <a:pt x="157425" y="69123"/>
                    <a:pt x="151323" y="108176"/>
                    <a:pt x="123777" y="13171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28" name="Google Shape;1528;p52"/>
            <p:cNvSpPr/>
            <p:nvPr/>
          </p:nvSpPr>
          <p:spPr>
            <a:xfrm>
              <a:off x="5430093" y="3429984"/>
              <a:ext cx="131279" cy="118901"/>
            </a:xfrm>
            <a:custGeom>
              <a:avLst/>
              <a:gdLst/>
              <a:ahLst/>
              <a:cxnLst/>
              <a:rect l="l" t="t" r="r" b="b"/>
              <a:pathLst>
                <a:path w="131279" h="118901" extrusionOk="0">
                  <a:moveTo>
                    <a:pt x="131105" y="23188"/>
                  </a:moveTo>
                  <a:lnTo>
                    <a:pt x="20921" y="118030"/>
                  </a:lnTo>
                  <a:cubicBezTo>
                    <a:pt x="20921" y="118030"/>
                    <a:pt x="20224" y="118727"/>
                    <a:pt x="19875" y="118902"/>
                  </a:cubicBezTo>
                  <a:cubicBezTo>
                    <a:pt x="15865" y="115938"/>
                    <a:pt x="12204" y="112276"/>
                    <a:pt x="8717" y="108441"/>
                  </a:cubicBezTo>
                  <a:cubicBezTo>
                    <a:pt x="5405" y="104431"/>
                    <a:pt x="2441" y="100247"/>
                    <a:pt x="0" y="95888"/>
                  </a:cubicBezTo>
                  <a:cubicBezTo>
                    <a:pt x="349" y="95540"/>
                    <a:pt x="697" y="95191"/>
                    <a:pt x="1046" y="95017"/>
                  </a:cubicBezTo>
                  <a:lnTo>
                    <a:pt x="111230" y="0"/>
                  </a:lnTo>
                  <a:cubicBezTo>
                    <a:pt x="115240" y="3138"/>
                    <a:pt x="118901" y="6625"/>
                    <a:pt x="122388" y="10635"/>
                  </a:cubicBezTo>
                  <a:cubicBezTo>
                    <a:pt x="125875" y="14645"/>
                    <a:pt x="128665" y="18829"/>
                    <a:pt x="131280" y="23188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29" name="Google Shape;1529;p52"/>
          <p:cNvGrpSpPr/>
          <p:nvPr/>
        </p:nvGrpSpPr>
        <p:grpSpPr>
          <a:xfrm>
            <a:off x="6042684" y="3002042"/>
            <a:ext cx="943229" cy="1016370"/>
            <a:chOff x="5795962" y="3105038"/>
            <a:chExt cx="1374369" cy="1480941"/>
          </a:xfrm>
        </p:grpSpPr>
        <p:sp>
          <p:nvSpPr>
            <p:cNvPr id="1530" name="Google Shape;1530;p52"/>
            <p:cNvSpPr/>
            <p:nvPr/>
          </p:nvSpPr>
          <p:spPr>
            <a:xfrm>
              <a:off x="6081897" y="3694071"/>
              <a:ext cx="35632" cy="568373"/>
            </a:xfrm>
            <a:custGeom>
              <a:avLst/>
              <a:gdLst/>
              <a:ahLst/>
              <a:cxnLst/>
              <a:rect l="l" t="t" r="r" b="b"/>
              <a:pathLst>
                <a:path w="35632" h="568373" extrusionOk="0">
                  <a:moveTo>
                    <a:pt x="35633" y="550448"/>
                  </a:moveTo>
                  <a:cubicBezTo>
                    <a:pt x="35633" y="560285"/>
                    <a:pt x="27544" y="568373"/>
                    <a:pt x="17926" y="568373"/>
                  </a:cubicBezTo>
                  <a:lnTo>
                    <a:pt x="17926" y="568373"/>
                  </a:lnTo>
                  <a:cubicBezTo>
                    <a:pt x="8088" y="568373"/>
                    <a:pt x="0" y="560285"/>
                    <a:pt x="0" y="550448"/>
                  </a:cubicBezTo>
                  <a:lnTo>
                    <a:pt x="0" y="17926"/>
                  </a:lnTo>
                  <a:cubicBezTo>
                    <a:pt x="0" y="8088"/>
                    <a:pt x="8088" y="0"/>
                    <a:pt x="17926" y="0"/>
                  </a:cubicBezTo>
                  <a:lnTo>
                    <a:pt x="17926" y="0"/>
                  </a:lnTo>
                  <a:cubicBezTo>
                    <a:pt x="27763" y="0"/>
                    <a:pt x="35633" y="8088"/>
                    <a:pt x="35633" y="17926"/>
                  </a:cubicBezTo>
                  <a:lnTo>
                    <a:pt x="35633" y="550448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31" name="Google Shape;1531;p52"/>
            <p:cNvSpPr/>
            <p:nvPr/>
          </p:nvSpPr>
          <p:spPr>
            <a:xfrm>
              <a:off x="6058288" y="3555475"/>
              <a:ext cx="84381" cy="250084"/>
            </a:xfrm>
            <a:custGeom>
              <a:avLst/>
              <a:gdLst/>
              <a:ahLst/>
              <a:cxnLst/>
              <a:rect l="l" t="t" r="r" b="b"/>
              <a:pathLst>
                <a:path w="84381" h="250084" extrusionOk="0">
                  <a:moveTo>
                    <a:pt x="57275" y="0"/>
                  </a:moveTo>
                  <a:cubicBezTo>
                    <a:pt x="72245" y="0"/>
                    <a:pt x="84382" y="12136"/>
                    <a:pt x="84382" y="27107"/>
                  </a:cubicBezTo>
                  <a:lnTo>
                    <a:pt x="84382" y="222977"/>
                  </a:lnTo>
                  <a:cubicBezTo>
                    <a:pt x="84382" y="237948"/>
                    <a:pt x="72245" y="250084"/>
                    <a:pt x="57275" y="250084"/>
                  </a:cubicBezTo>
                  <a:lnTo>
                    <a:pt x="27107" y="250084"/>
                  </a:lnTo>
                  <a:cubicBezTo>
                    <a:pt x="12136" y="250084"/>
                    <a:pt x="0" y="237948"/>
                    <a:pt x="0" y="222977"/>
                  </a:cubicBezTo>
                  <a:lnTo>
                    <a:pt x="0" y="27107"/>
                  </a:lnTo>
                  <a:cubicBezTo>
                    <a:pt x="0" y="12136"/>
                    <a:pt x="12136" y="0"/>
                    <a:pt x="27107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32" name="Google Shape;1532;p52"/>
            <p:cNvSpPr/>
            <p:nvPr/>
          </p:nvSpPr>
          <p:spPr>
            <a:xfrm>
              <a:off x="6058288" y="4128221"/>
              <a:ext cx="84381" cy="250084"/>
            </a:xfrm>
            <a:custGeom>
              <a:avLst/>
              <a:gdLst/>
              <a:ahLst/>
              <a:cxnLst/>
              <a:rect l="l" t="t" r="r" b="b"/>
              <a:pathLst>
                <a:path w="84381" h="250084" extrusionOk="0">
                  <a:moveTo>
                    <a:pt x="57275" y="0"/>
                  </a:moveTo>
                  <a:cubicBezTo>
                    <a:pt x="72245" y="0"/>
                    <a:pt x="84382" y="12136"/>
                    <a:pt x="84382" y="27107"/>
                  </a:cubicBezTo>
                  <a:lnTo>
                    <a:pt x="84382" y="222977"/>
                  </a:lnTo>
                  <a:cubicBezTo>
                    <a:pt x="84382" y="237948"/>
                    <a:pt x="72245" y="250084"/>
                    <a:pt x="57275" y="250084"/>
                  </a:cubicBezTo>
                  <a:lnTo>
                    <a:pt x="27107" y="250084"/>
                  </a:lnTo>
                  <a:cubicBezTo>
                    <a:pt x="12136" y="250084"/>
                    <a:pt x="0" y="237948"/>
                    <a:pt x="0" y="222977"/>
                  </a:cubicBezTo>
                  <a:lnTo>
                    <a:pt x="0" y="27107"/>
                  </a:lnTo>
                  <a:cubicBezTo>
                    <a:pt x="0" y="12136"/>
                    <a:pt x="12136" y="0"/>
                    <a:pt x="27107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33" name="Google Shape;1533;p52"/>
            <p:cNvSpPr/>
            <p:nvPr/>
          </p:nvSpPr>
          <p:spPr>
            <a:xfrm>
              <a:off x="6230111" y="3627833"/>
              <a:ext cx="940220" cy="861304"/>
            </a:xfrm>
            <a:custGeom>
              <a:avLst/>
              <a:gdLst/>
              <a:ahLst/>
              <a:cxnLst/>
              <a:rect l="l" t="t" r="r" b="b"/>
              <a:pathLst>
                <a:path w="940220" h="861304" extrusionOk="0">
                  <a:moveTo>
                    <a:pt x="883383" y="0"/>
                  </a:moveTo>
                  <a:lnTo>
                    <a:pt x="56619" y="0"/>
                  </a:lnTo>
                  <a:cubicBezTo>
                    <a:pt x="25358" y="0"/>
                    <a:pt x="0" y="25358"/>
                    <a:pt x="0" y="56400"/>
                  </a:cubicBezTo>
                  <a:lnTo>
                    <a:pt x="0" y="599853"/>
                  </a:lnTo>
                  <a:cubicBezTo>
                    <a:pt x="0" y="630894"/>
                    <a:pt x="25358" y="656253"/>
                    <a:pt x="56619" y="656253"/>
                  </a:cubicBezTo>
                  <a:lnTo>
                    <a:pt x="550666" y="656253"/>
                  </a:lnTo>
                  <a:cubicBezTo>
                    <a:pt x="581708" y="656253"/>
                    <a:pt x="607066" y="630894"/>
                    <a:pt x="607066" y="599853"/>
                  </a:cubicBezTo>
                  <a:cubicBezTo>
                    <a:pt x="607066" y="599197"/>
                    <a:pt x="607066" y="598541"/>
                    <a:pt x="607066" y="597667"/>
                  </a:cubicBezTo>
                  <a:lnTo>
                    <a:pt x="591983" y="428248"/>
                  </a:lnTo>
                  <a:cubicBezTo>
                    <a:pt x="590890" y="414913"/>
                    <a:pt x="579085" y="405075"/>
                    <a:pt x="565750" y="406387"/>
                  </a:cubicBezTo>
                  <a:cubicBezTo>
                    <a:pt x="552415" y="407699"/>
                    <a:pt x="542578" y="419285"/>
                    <a:pt x="543889" y="432620"/>
                  </a:cubicBezTo>
                  <a:lnTo>
                    <a:pt x="558973" y="600508"/>
                  </a:lnTo>
                  <a:cubicBezTo>
                    <a:pt x="558536" y="604662"/>
                    <a:pt x="555038" y="607941"/>
                    <a:pt x="550885" y="607941"/>
                  </a:cubicBezTo>
                  <a:lnTo>
                    <a:pt x="56837" y="607941"/>
                  </a:lnTo>
                  <a:cubicBezTo>
                    <a:pt x="52247" y="607941"/>
                    <a:pt x="48749" y="604225"/>
                    <a:pt x="48749" y="599853"/>
                  </a:cubicBezTo>
                  <a:lnTo>
                    <a:pt x="48749" y="56400"/>
                  </a:lnTo>
                  <a:cubicBezTo>
                    <a:pt x="48749" y="52028"/>
                    <a:pt x="52465" y="48312"/>
                    <a:pt x="56837" y="48312"/>
                  </a:cubicBezTo>
                  <a:lnTo>
                    <a:pt x="883820" y="48312"/>
                  </a:lnTo>
                  <a:cubicBezTo>
                    <a:pt x="888192" y="48312"/>
                    <a:pt x="891909" y="52028"/>
                    <a:pt x="891909" y="56400"/>
                  </a:cubicBezTo>
                  <a:lnTo>
                    <a:pt x="891909" y="804686"/>
                  </a:lnTo>
                  <a:cubicBezTo>
                    <a:pt x="891909" y="809058"/>
                    <a:pt x="888192" y="812774"/>
                    <a:pt x="883820" y="812774"/>
                  </a:cubicBezTo>
                  <a:lnTo>
                    <a:pt x="536894" y="812774"/>
                  </a:lnTo>
                  <a:cubicBezTo>
                    <a:pt x="523559" y="812774"/>
                    <a:pt x="512629" y="823704"/>
                    <a:pt x="512629" y="837039"/>
                  </a:cubicBezTo>
                  <a:cubicBezTo>
                    <a:pt x="512629" y="850374"/>
                    <a:pt x="523559" y="861304"/>
                    <a:pt x="536894" y="861304"/>
                  </a:cubicBezTo>
                  <a:lnTo>
                    <a:pt x="883820" y="861304"/>
                  </a:lnTo>
                  <a:cubicBezTo>
                    <a:pt x="914862" y="861304"/>
                    <a:pt x="940220" y="835946"/>
                    <a:pt x="940220" y="804904"/>
                  </a:cubicBezTo>
                  <a:lnTo>
                    <a:pt x="940220" y="56400"/>
                  </a:lnTo>
                  <a:cubicBezTo>
                    <a:pt x="940220" y="25358"/>
                    <a:pt x="914862" y="0"/>
                    <a:pt x="88382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34" name="Google Shape;1534;p52"/>
            <p:cNvSpPr/>
            <p:nvPr/>
          </p:nvSpPr>
          <p:spPr>
            <a:xfrm>
              <a:off x="6487747" y="3119576"/>
              <a:ext cx="233350" cy="765336"/>
            </a:xfrm>
            <a:custGeom>
              <a:avLst/>
              <a:gdLst/>
              <a:ahLst/>
              <a:cxnLst/>
              <a:rect l="l" t="t" r="r" b="b"/>
              <a:pathLst>
                <a:path w="233350" h="765336" extrusionOk="0">
                  <a:moveTo>
                    <a:pt x="144378" y="0"/>
                  </a:moveTo>
                  <a:cubicBezTo>
                    <a:pt x="93006" y="0"/>
                    <a:pt x="59341" y="11805"/>
                    <a:pt x="44257" y="34977"/>
                  </a:cubicBezTo>
                  <a:cubicBezTo>
                    <a:pt x="43164" y="36726"/>
                    <a:pt x="42071" y="38475"/>
                    <a:pt x="40322" y="40661"/>
                  </a:cubicBezTo>
                  <a:cubicBezTo>
                    <a:pt x="8187" y="87223"/>
                    <a:pt x="-67231" y="196307"/>
                    <a:pt x="138476" y="757030"/>
                  </a:cubicBezTo>
                  <a:lnTo>
                    <a:pt x="141537" y="765337"/>
                  </a:lnTo>
                  <a:lnTo>
                    <a:pt x="188318" y="748285"/>
                  </a:lnTo>
                  <a:lnTo>
                    <a:pt x="185258" y="739978"/>
                  </a:lnTo>
                  <a:cubicBezTo>
                    <a:pt x="-11706" y="203740"/>
                    <a:pt x="55843" y="106024"/>
                    <a:pt x="81202" y="69079"/>
                  </a:cubicBezTo>
                  <a:cubicBezTo>
                    <a:pt x="82950" y="66675"/>
                    <a:pt x="84481" y="64270"/>
                    <a:pt x="85792" y="62084"/>
                  </a:cubicBezTo>
                  <a:cubicBezTo>
                    <a:pt x="89509" y="56182"/>
                    <a:pt x="106560" y="50061"/>
                    <a:pt x="143285" y="50061"/>
                  </a:cubicBezTo>
                  <a:cubicBezTo>
                    <a:pt x="166020" y="50061"/>
                    <a:pt x="193127" y="52684"/>
                    <a:pt x="215644" y="56837"/>
                  </a:cubicBezTo>
                  <a:lnTo>
                    <a:pt x="224169" y="58368"/>
                  </a:lnTo>
                  <a:lnTo>
                    <a:pt x="233351" y="9400"/>
                  </a:lnTo>
                  <a:lnTo>
                    <a:pt x="224825" y="7870"/>
                  </a:lnTo>
                  <a:cubicBezTo>
                    <a:pt x="212365" y="5465"/>
                    <a:pt x="179355" y="0"/>
                    <a:pt x="14416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35" name="Google Shape;1535;p52"/>
            <p:cNvSpPr/>
            <p:nvPr/>
          </p:nvSpPr>
          <p:spPr>
            <a:xfrm>
              <a:off x="6873466" y="3119576"/>
              <a:ext cx="233186" cy="765336"/>
            </a:xfrm>
            <a:custGeom>
              <a:avLst/>
              <a:gdLst/>
              <a:ahLst/>
              <a:cxnLst/>
              <a:rect l="l" t="t" r="r" b="b"/>
              <a:pathLst>
                <a:path w="233186" h="765336" extrusionOk="0">
                  <a:moveTo>
                    <a:pt x="192810" y="40223"/>
                  </a:moveTo>
                  <a:cubicBezTo>
                    <a:pt x="191498" y="38475"/>
                    <a:pt x="190405" y="36726"/>
                    <a:pt x="189312" y="34977"/>
                  </a:cubicBezTo>
                  <a:cubicBezTo>
                    <a:pt x="174228" y="11805"/>
                    <a:pt x="140563" y="0"/>
                    <a:pt x="89191" y="0"/>
                  </a:cubicBezTo>
                  <a:cubicBezTo>
                    <a:pt x="53995" y="0"/>
                    <a:pt x="20986" y="5465"/>
                    <a:pt x="8526" y="7870"/>
                  </a:cubicBezTo>
                  <a:lnTo>
                    <a:pt x="0" y="9400"/>
                  </a:lnTo>
                  <a:lnTo>
                    <a:pt x="9181" y="58368"/>
                  </a:lnTo>
                  <a:lnTo>
                    <a:pt x="17707" y="56837"/>
                  </a:lnTo>
                  <a:cubicBezTo>
                    <a:pt x="40442" y="52684"/>
                    <a:pt x="67330" y="50061"/>
                    <a:pt x="90065" y="50061"/>
                  </a:cubicBezTo>
                  <a:cubicBezTo>
                    <a:pt x="126572" y="50061"/>
                    <a:pt x="143842" y="56182"/>
                    <a:pt x="147558" y="62084"/>
                  </a:cubicBezTo>
                  <a:cubicBezTo>
                    <a:pt x="149089" y="64270"/>
                    <a:pt x="150619" y="66456"/>
                    <a:pt x="152149" y="69079"/>
                  </a:cubicBezTo>
                  <a:cubicBezTo>
                    <a:pt x="177507" y="105805"/>
                    <a:pt x="245056" y="203740"/>
                    <a:pt x="48093" y="739978"/>
                  </a:cubicBezTo>
                  <a:lnTo>
                    <a:pt x="45033" y="748285"/>
                  </a:lnTo>
                  <a:lnTo>
                    <a:pt x="91596" y="765337"/>
                  </a:lnTo>
                  <a:lnTo>
                    <a:pt x="94656" y="757030"/>
                  </a:lnTo>
                  <a:cubicBezTo>
                    <a:pt x="300363" y="196526"/>
                    <a:pt x="225163" y="87442"/>
                    <a:pt x="192591" y="4022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36" name="Google Shape;1536;p52"/>
            <p:cNvSpPr/>
            <p:nvPr/>
          </p:nvSpPr>
          <p:spPr>
            <a:xfrm>
              <a:off x="6645461" y="4343765"/>
              <a:ext cx="242214" cy="242214"/>
            </a:xfrm>
            <a:custGeom>
              <a:avLst/>
              <a:gdLst/>
              <a:ahLst/>
              <a:cxnLst/>
              <a:rect l="l" t="t" r="r" b="b"/>
              <a:pathLst>
                <a:path w="242214" h="242214" extrusionOk="0">
                  <a:moveTo>
                    <a:pt x="242214" y="121107"/>
                  </a:moveTo>
                  <a:cubicBezTo>
                    <a:pt x="242214" y="188000"/>
                    <a:pt x="188000" y="242214"/>
                    <a:pt x="121107" y="242214"/>
                  </a:cubicBezTo>
                  <a:cubicBezTo>
                    <a:pt x="54214" y="242214"/>
                    <a:pt x="0" y="188000"/>
                    <a:pt x="0" y="121107"/>
                  </a:cubicBezTo>
                  <a:cubicBezTo>
                    <a:pt x="0" y="54214"/>
                    <a:pt x="54214" y="0"/>
                    <a:pt x="121107" y="0"/>
                  </a:cubicBezTo>
                  <a:cubicBezTo>
                    <a:pt x="188000" y="0"/>
                    <a:pt x="242214" y="54214"/>
                    <a:pt x="242214" y="12110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37" name="Google Shape;1537;p52"/>
            <p:cNvSpPr/>
            <p:nvPr/>
          </p:nvSpPr>
          <p:spPr>
            <a:xfrm>
              <a:off x="6698145" y="4396231"/>
              <a:ext cx="137283" cy="137283"/>
            </a:xfrm>
            <a:custGeom>
              <a:avLst/>
              <a:gdLst/>
              <a:ahLst/>
              <a:cxnLst/>
              <a:rect l="l" t="t" r="r" b="b"/>
              <a:pathLst>
                <a:path w="137283" h="137283" extrusionOk="0">
                  <a:moveTo>
                    <a:pt x="137284" y="68642"/>
                  </a:moveTo>
                  <a:cubicBezTo>
                    <a:pt x="137284" y="106679"/>
                    <a:pt x="106461" y="137284"/>
                    <a:pt x="68642" y="137284"/>
                  </a:cubicBezTo>
                  <a:cubicBezTo>
                    <a:pt x="30823" y="137284"/>
                    <a:pt x="0" y="106461"/>
                    <a:pt x="0" y="68642"/>
                  </a:cubicBezTo>
                  <a:cubicBezTo>
                    <a:pt x="0" y="30823"/>
                    <a:pt x="30823" y="0"/>
                    <a:pt x="68642" y="0"/>
                  </a:cubicBezTo>
                  <a:cubicBezTo>
                    <a:pt x="106461" y="0"/>
                    <a:pt x="137284" y="30823"/>
                    <a:pt x="137284" y="6864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38" name="Google Shape;1538;p52"/>
            <p:cNvSpPr/>
            <p:nvPr/>
          </p:nvSpPr>
          <p:spPr>
            <a:xfrm>
              <a:off x="6689838" y="4388142"/>
              <a:ext cx="153460" cy="153460"/>
            </a:xfrm>
            <a:custGeom>
              <a:avLst/>
              <a:gdLst/>
              <a:ahLst/>
              <a:cxnLst/>
              <a:rect l="l" t="t" r="r" b="b"/>
              <a:pathLst>
                <a:path w="153460" h="153460" extrusionOk="0">
                  <a:moveTo>
                    <a:pt x="76730" y="153461"/>
                  </a:moveTo>
                  <a:cubicBezTo>
                    <a:pt x="34321" y="153461"/>
                    <a:pt x="0" y="118921"/>
                    <a:pt x="0" y="76730"/>
                  </a:cubicBezTo>
                  <a:cubicBezTo>
                    <a:pt x="0" y="34540"/>
                    <a:pt x="34540" y="0"/>
                    <a:pt x="76730" y="0"/>
                  </a:cubicBezTo>
                  <a:cubicBezTo>
                    <a:pt x="118921" y="0"/>
                    <a:pt x="153461" y="34540"/>
                    <a:pt x="153461" y="76730"/>
                  </a:cubicBezTo>
                  <a:cubicBezTo>
                    <a:pt x="153461" y="118921"/>
                    <a:pt x="118921" y="153461"/>
                    <a:pt x="76730" y="153461"/>
                  </a:cubicBezTo>
                  <a:close/>
                  <a:moveTo>
                    <a:pt x="76730" y="16177"/>
                  </a:moveTo>
                  <a:cubicBezTo>
                    <a:pt x="43284" y="16177"/>
                    <a:pt x="16177" y="43284"/>
                    <a:pt x="16177" y="76730"/>
                  </a:cubicBezTo>
                  <a:cubicBezTo>
                    <a:pt x="16177" y="110177"/>
                    <a:pt x="43284" y="137284"/>
                    <a:pt x="76730" y="137284"/>
                  </a:cubicBezTo>
                  <a:cubicBezTo>
                    <a:pt x="110177" y="137284"/>
                    <a:pt x="137284" y="110177"/>
                    <a:pt x="137284" y="76730"/>
                  </a:cubicBezTo>
                  <a:cubicBezTo>
                    <a:pt x="137284" y="43284"/>
                    <a:pt x="110177" y="16177"/>
                    <a:pt x="76730" y="16177"/>
                  </a:cubicBezTo>
                  <a:close/>
                </a:path>
              </a:pathLst>
            </a:custGeom>
            <a:solidFill>
              <a:srgbClr val="FFFFFF">
                <a:alpha val="15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39" name="Google Shape;1539;p52"/>
            <p:cNvSpPr/>
            <p:nvPr/>
          </p:nvSpPr>
          <p:spPr>
            <a:xfrm>
              <a:off x="6610703" y="3842722"/>
              <a:ext cx="374689" cy="248991"/>
            </a:xfrm>
            <a:custGeom>
              <a:avLst/>
              <a:gdLst/>
              <a:ahLst/>
              <a:cxnLst/>
              <a:rect l="l" t="t" r="r" b="b"/>
              <a:pathLst>
                <a:path w="374689" h="248991" extrusionOk="0">
                  <a:moveTo>
                    <a:pt x="374471" y="32791"/>
                  </a:moveTo>
                  <a:lnTo>
                    <a:pt x="374471" y="158707"/>
                  </a:lnTo>
                  <a:cubicBezTo>
                    <a:pt x="374471" y="179256"/>
                    <a:pt x="365071" y="197619"/>
                    <a:pt x="350424" y="209642"/>
                  </a:cubicBezTo>
                  <a:cubicBezTo>
                    <a:pt x="346489" y="212921"/>
                    <a:pt x="341898" y="215982"/>
                    <a:pt x="336870" y="218168"/>
                  </a:cubicBezTo>
                  <a:cubicBezTo>
                    <a:pt x="335559" y="218824"/>
                    <a:pt x="333810" y="219480"/>
                    <a:pt x="332280" y="220135"/>
                  </a:cubicBezTo>
                  <a:cubicBezTo>
                    <a:pt x="326596" y="222321"/>
                    <a:pt x="320256" y="223633"/>
                    <a:pt x="313698" y="224070"/>
                  </a:cubicBezTo>
                  <a:lnTo>
                    <a:pt x="193684" y="248335"/>
                  </a:lnTo>
                  <a:cubicBezTo>
                    <a:pt x="191498" y="248773"/>
                    <a:pt x="189312" y="248991"/>
                    <a:pt x="187126" y="248991"/>
                  </a:cubicBezTo>
                  <a:cubicBezTo>
                    <a:pt x="184940" y="248991"/>
                    <a:pt x="182972" y="248991"/>
                    <a:pt x="180786" y="248335"/>
                  </a:cubicBezTo>
                  <a:lnTo>
                    <a:pt x="180349" y="248335"/>
                  </a:lnTo>
                  <a:lnTo>
                    <a:pt x="120014" y="236094"/>
                  </a:lnTo>
                  <a:lnTo>
                    <a:pt x="59242" y="223852"/>
                  </a:lnTo>
                  <a:cubicBezTo>
                    <a:pt x="49405" y="223414"/>
                    <a:pt x="40005" y="220354"/>
                    <a:pt x="31916" y="215545"/>
                  </a:cubicBezTo>
                  <a:cubicBezTo>
                    <a:pt x="18581" y="207893"/>
                    <a:pt x="8307" y="195214"/>
                    <a:pt x="3498" y="180131"/>
                  </a:cubicBezTo>
                  <a:cubicBezTo>
                    <a:pt x="1312" y="173572"/>
                    <a:pt x="0" y="166358"/>
                    <a:pt x="0" y="158926"/>
                  </a:cubicBezTo>
                  <a:lnTo>
                    <a:pt x="0" y="33009"/>
                  </a:lnTo>
                  <a:cubicBezTo>
                    <a:pt x="0" y="30386"/>
                    <a:pt x="437" y="27981"/>
                    <a:pt x="1093" y="25577"/>
                  </a:cubicBezTo>
                  <a:cubicBezTo>
                    <a:pt x="3498" y="14209"/>
                    <a:pt x="12023" y="5028"/>
                    <a:pt x="22954" y="1530"/>
                  </a:cubicBezTo>
                  <a:cubicBezTo>
                    <a:pt x="26014" y="437"/>
                    <a:pt x="29512" y="0"/>
                    <a:pt x="33009" y="0"/>
                  </a:cubicBezTo>
                  <a:cubicBezTo>
                    <a:pt x="51154" y="0"/>
                    <a:pt x="66019" y="14865"/>
                    <a:pt x="66019" y="33009"/>
                  </a:cubicBezTo>
                  <a:lnTo>
                    <a:pt x="66019" y="158270"/>
                  </a:lnTo>
                  <a:cubicBezTo>
                    <a:pt x="67549" y="158270"/>
                    <a:pt x="69079" y="158707"/>
                    <a:pt x="70609" y="158926"/>
                  </a:cubicBezTo>
                  <a:lnTo>
                    <a:pt x="187345" y="182535"/>
                  </a:lnTo>
                  <a:lnTo>
                    <a:pt x="291182" y="161549"/>
                  </a:lnTo>
                  <a:lnTo>
                    <a:pt x="298396" y="160238"/>
                  </a:lnTo>
                  <a:lnTo>
                    <a:pt x="304080" y="158926"/>
                  </a:lnTo>
                  <a:cubicBezTo>
                    <a:pt x="305610" y="158489"/>
                    <a:pt x="307140" y="158489"/>
                    <a:pt x="308670" y="158270"/>
                  </a:cubicBezTo>
                  <a:lnTo>
                    <a:pt x="308670" y="33009"/>
                  </a:lnTo>
                  <a:cubicBezTo>
                    <a:pt x="308670" y="30386"/>
                    <a:pt x="309108" y="27981"/>
                    <a:pt x="309763" y="25577"/>
                  </a:cubicBezTo>
                  <a:cubicBezTo>
                    <a:pt x="311949" y="15084"/>
                    <a:pt x="319382" y="6558"/>
                    <a:pt x="329219" y="2623"/>
                  </a:cubicBezTo>
                  <a:cubicBezTo>
                    <a:pt x="333154" y="1093"/>
                    <a:pt x="337308" y="219"/>
                    <a:pt x="341680" y="219"/>
                  </a:cubicBezTo>
                  <a:cubicBezTo>
                    <a:pt x="359824" y="219"/>
                    <a:pt x="374689" y="15084"/>
                    <a:pt x="374689" y="3322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40" name="Google Shape;1540;p52"/>
            <p:cNvSpPr/>
            <p:nvPr/>
          </p:nvSpPr>
          <p:spPr>
            <a:xfrm>
              <a:off x="6648614" y="3105038"/>
              <a:ext cx="138183" cy="97507"/>
            </a:xfrm>
            <a:custGeom>
              <a:avLst/>
              <a:gdLst/>
              <a:ahLst/>
              <a:cxnLst/>
              <a:rect l="l" t="t" r="r" b="b"/>
              <a:pathLst>
                <a:path w="138183" h="97507" extrusionOk="0">
                  <a:moveTo>
                    <a:pt x="137628" y="51264"/>
                  </a:moveTo>
                  <a:lnTo>
                    <a:pt x="135442" y="62413"/>
                  </a:lnTo>
                  <a:lnTo>
                    <a:pt x="133912" y="71157"/>
                  </a:lnTo>
                  <a:cubicBezTo>
                    <a:pt x="130633" y="88645"/>
                    <a:pt x="113800" y="100231"/>
                    <a:pt x="96312" y="96952"/>
                  </a:cubicBezTo>
                  <a:lnTo>
                    <a:pt x="26358" y="84055"/>
                  </a:lnTo>
                  <a:cubicBezTo>
                    <a:pt x="8651" y="80557"/>
                    <a:pt x="-2716" y="63943"/>
                    <a:pt x="563" y="46236"/>
                  </a:cubicBezTo>
                  <a:lnTo>
                    <a:pt x="3623" y="28966"/>
                  </a:lnTo>
                  <a:lnTo>
                    <a:pt x="4060" y="26561"/>
                  </a:lnTo>
                  <a:cubicBezTo>
                    <a:pt x="7558" y="9073"/>
                    <a:pt x="24172" y="-2732"/>
                    <a:pt x="41879" y="547"/>
                  </a:cubicBezTo>
                  <a:lnTo>
                    <a:pt x="111833" y="13664"/>
                  </a:lnTo>
                  <a:cubicBezTo>
                    <a:pt x="129321" y="16943"/>
                    <a:pt x="140907" y="33557"/>
                    <a:pt x="137628" y="5126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41" name="Google Shape;1541;p52"/>
            <p:cNvSpPr/>
            <p:nvPr/>
          </p:nvSpPr>
          <p:spPr>
            <a:xfrm>
              <a:off x="6652238" y="3105038"/>
              <a:ext cx="134560" cy="66717"/>
            </a:xfrm>
            <a:custGeom>
              <a:avLst/>
              <a:gdLst/>
              <a:ahLst/>
              <a:cxnLst/>
              <a:rect l="l" t="t" r="r" b="b"/>
              <a:pathLst>
                <a:path w="134560" h="66717" extrusionOk="0">
                  <a:moveTo>
                    <a:pt x="134005" y="51264"/>
                  </a:moveTo>
                  <a:lnTo>
                    <a:pt x="131819" y="62413"/>
                  </a:lnTo>
                  <a:cubicBezTo>
                    <a:pt x="124824" y="66129"/>
                    <a:pt x="116298" y="67659"/>
                    <a:pt x="107772" y="66129"/>
                  </a:cubicBezTo>
                  <a:lnTo>
                    <a:pt x="27326" y="51045"/>
                  </a:lnTo>
                  <a:cubicBezTo>
                    <a:pt x="14647" y="48859"/>
                    <a:pt x="4591" y="40115"/>
                    <a:pt x="0" y="28966"/>
                  </a:cubicBezTo>
                  <a:lnTo>
                    <a:pt x="437" y="26561"/>
                  </a:lnTo>
                  <a:cubicBezTo>
                    <a:pt x="3935" y="9073"/>
                    <a:pt x="20549" y="-2732"/>
                    <a:pt x="38256" y="547"/>
                  </a:cubicBezTo>
                  <a:lnTo>
                    <a:pt x="108210" y="13664"/>
                  </a:lnTo>
                  <a:cubicBezTo>
                    <a:pt x="125698" y="16943"/>
                    <a:pt x="137284" y="33557"/>
                    <a:pt x="134005" y="51264"/>
                  </a:cubicBezTo>
                  <a:close/>
                </a:path>
              </a:pathLst>
            </a:custGeom>
            <a:solidFill>
              <a:srgbClr val="FFFFFF">
                <a:alpha val="15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42" name="Google Shape;1542;p52"/>
            <p:cNvSpPr/>
            <p:nvPr/>
          </p:nvSpPr>
          <p:spPr>
            <a:xfrm>
              <a:off x="6695945" y="3148637"/>
              <a:ext cx="71074" cy="33037"/>
            </a:xfrm>
            <a:custGeom>
              <a:avLst/>
              <a:gdLst/>
              <a:ahLst/>
              <a:cxnLst/>
              <a:rect l="l" t="t" r="r" b="b"/>
              <a:pathLst>
                <a:path w="71074" h="33037" extrusionOk="0">
                  <a:moveTo>
                    <a:pt x="71061" y="23186"/>
                  </a:moveTo>
                  <a:cubicBezTo>
                    <a:pt x="69749" y="29744"/>
                    <a:pt x="63410" y="34116"/>
                    <a:pt x="56851" y="32805"/>
                  </a:cubicBezTo>
                  <a:lnTo>
                    <a:pt x="9851" y="24061"/>
                  </a:lnTo>
                  <a:cubicBezTo>
                    <a:pt x="3293" y="22749"/>
                    <a:pt x="-1079" y="16409"/>
                    <a:pt x="233" y="9851"/>
                  </a:cubicBezTo>
                  <a:lnTo>
                    <a:pt x="233" y="9851"/>
                  </a:lnTo>
                  <a:cubicBezTo>
                    <a:pt x="1544" y="3293"/>
                    <a:pt x="7665" y="-1079"/>
                    <a:pt x="14223" y="233"/>
                  </a:cubicBezTo>
                  <a:lnTo>
                    <a:pt x="61224" y="8977"/>
                  </a:lnTo>
                  <a:cubicBezTo>
                    <a:pt x="67782" y="10289"/>
                    <a:pt x="72154" y="16628"/>
                    <a:pt x="70842" y="23186"/>
                  </a:cubicBezTo>
                  <a:lnTo>
                    <a:pt x="70842" y="23186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43" name="Google Shape;1543;p52"/>
            <p:cNvSpPr/>
            <p:nvPr/>
          </p:nvSpPr>
          <p:spPr>
            <a:xfrm>
              <a:off x="6825911" y="3105038"/>
              <a:ext cx="138175" cy="97507"/>
            </a:xfrm>
            <a:custGeom>
              <a:avLst/>
              <a:gdLst/>
              <a:ahLst/>
              <a:cxnLst/>
              <a:rect l="l" t="t" r="r" b="b"/>
              <a:pathLst>
                <a:path w="138175" h="97507" extrusionOk="0">
                  <a:moveTo>
                    <a:pt x="555" y="51264"/>
                  </a:moveTo>
                  <a:lnTo>
                    <a:pt x="2741" y="62413"/>
                  </a:lnTo>
                  <a:lnTo>
                    <a:pt x="4271" y="71157"/>
                  </a:lnTo>
                  <a:cubicBezTo>
                    <a:pt x="7551" y="88645"/>
                    <a:pt x="24383" y="100231"/>
                    <a:pt x="41871" y="96952"/>
                  </a:cubicBezTo>
                  <a:lnTo>
                    <a:pt x="111825" y="84055"/>
                  </a:lnTo>
                  <a:cubicBezTo>
                    <a:pt x="129314" y="80557"/>
                    <a:pt x="140900" y="63943"/>
                    <a:pt x="137621" y="46236"/>
                  </a:cubicBezTo>
                  <a:lnTo>
                    <a:pt x="134560" y="28966"/>
                  </a:lnTo>
                  <a:lnTo>
                    <a:pt x="134123" y="26561"/>
                  </a:lnTo>
                  <a:cubicBezTo>
                    <a:pt x="130625" y="9073"/>
                    <a:pt x="114011" y="-2732"/>
                    <a:pt x="96304" y="547"/>
                  </a:cubicBezTo>
                  <a:lnTo>
                    <a:pt x="26351" y="13664"/>
                  </a:lnTo>
                  <a:cubicBezTo>
                    <a:pt x="8862" y="16943"/>
                    <a:pt x="-2724" y="33557"/>
                    <a:pt x="555" y="5126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44" name="Google Shape;1544;p52"/>
            <p:cNvSpPr/>
            <p:nvPr/>
          </p:nvSpPr>
          <p:spPr>
            <a:xfrm>
              <a:off x="6826129" y="3105038"/>
              <a:ext cx="134560" cy="66717"/>
            </a:xfrm>
            <a:custGeom>
              <a:avLst/>
              <a:gdLst/>
              <a:ahLst/>
              <a:cxnLst/>
              <a:rect l="l" t="t" r="r" b="b"/>
              <a:pathLst>
                <a:path w="134560" h="66717" extrusionOk="0">
                  <a:moveTo>
                    <a:pt x="337" y="51264"/>
                  </a:moveTo>
                  <a:lnTo>
                    <a:pt x="2523" y="62413"/>
                  </a:lnTo>
                  <a:cubicBezTo>
                    <a:pt x="9518" y="66129"/>
                    <a:pt x="18044" y="67659"/>
                    <a:pt x="26569" y="66129"/>
                  </a:cubicBezTo>
                  <a:lnTo>
                    <a:pt x="107016" y="51045"/>
                  </a:lnTo>
                  <a:cubicBezTo>
                    <a:pt x="119695" y="48859"/>
                    <a:pt x="129751" y="40115"/>
                    <a:pt x="134560" y="28966"/>
                  </a:cubicBezTo>
                  <a:lnTo>
                    <a:pt x="134123" y="26561"/>
                  </a:lnTo>
                  <a:cubicBezTo>
                    <a:pt x="130625" y="9073"/>
                    <a:pt x="114011" y="-2732"/>
                    <a:pt x="96304" y="547"/>
                  </a:cubicBezTo>
                  <a:lnTo>
                    <a:pt x="26351" y="13664"/>
                  </a:lnTo>
                  <a:cubicBezTo>
                    <a:pt x="8862" y="16943"/>
                    <a:pt x="-2724" y="33557"/>
                    <a:pt x="555" y="51264"/>
                  </a:cubicBezTo>
                  <a:close/>
                </a:path>
              </a:pathLst>
            </a:custGeom>
            <a:solidFill>
              <a:srgbClr val="FFFFFF">
                <a:alpha val="15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45" name="Google Shape;1545;p52"/>
            <p:cNvSpPr/>
            <p:nvPr/>
          </p:nvSpPr>
          <p:spPr>
            <a:xfrm>
              <a:off x="6880884" y="3148637"/>
              <a:ext cx="71293" cy="33037"/>
            </a:xfrm>
            <a:custGeom>
              <a:avLst/>
              <a:gdLst/>
              <a:ahLst/>
              <a:cxnLst/>
              <a:rect l="l" t="t" r="r" b="b"/>
              <a:pathLst>
                <a:path w="71293" h="33037" extrusionOk="0">
                  <a:moveTo>
                    <a:pt x="451" y="23186"/>
                  </a:moveTo>
                  <a:cubicBezTo>
                    <a:pt x="1763" y="29744"/>
                    <a:pt x="7884" y="34116"/>
                    <a:pt x="14442" y="32805"/>
                  </a:cubicBezTo>
                  <a:lnTo>
                    <a:pt x="61442" y="24061"/>
                  </a:lnTo>
                  <a:cubicBezTo>
                    <a:pt x="68000" y="22749"/>
                    <a:pt x="72372" y="16409"/>
                    <a:pt x="71061" y="9851"/>
                  </a:cubicBezTo>
                  <a:lnTo>
                    <a:pt x="71061" y="9851"/>
                  </a:lnTo>
                  <a:cubicBezTo>
                    <a:pt x="69749" y="3293"/>
                    <a:pt x="63410" y="-1079"/>
                    <a:pt x="56851" y="233"/>
                  </a:cubicBezTo>
                  <a:lnTo>
                    <a:pt x="9851" y="8977"/>
                  </a:lnTo>
                  <a:cubicBezTo>
                    <a:pt x="3293" y="10289"/>
                    <a:pt x="-1079" y="16628"/>
                    <a:pt x="233" y="23186"/>
                  </a:cubicBezTo>
                  <a:lnTo>
                    <a:pt x="233" y="23186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46" name="Google Shape;1546;p52"/>
            <p:cNvSpPr/>
            <p:nvPr/>
          </p:nvSpPr>
          <p:spPr>
            <a:xfrm>
              <a:off x="6732474" y="4430552"/>
              <a:ext cx="68641" cy="68642"/>
            </a:xfrm>
            <a:custGeom>
              <a:avLst/>
              <a:gdLst/>
              <a:ahLst/>
              <a:cxnLst/>
              <a:rect l="l" t="t" r="r" b="b"/>
              <a:pathLst>
                <a:path w="68641" h="68642" extrusionOk="0">
                  <a:moveTo>
                    <a:pt x="68642" y="34321"/>
                  </a:moveTo>
                  <a:cubicBezTo>
                    <a:pt x="68642" y="53340"/>
                    <a:pt x="53340" y="68642"/>
                    <a:pt x="34321" y="68642"/>
                  </a:cubicBezTo>
                  <a:cubicBezTo>
                    <a:pt x="15302" y="68642"/>
                    <a:pt x="0" y="53340"/>
                    <a:pt x="0" y="34321"/>
                  </a:cubicBezTo>
                  <a:cubicBezTo>
                    <a:pt x="0" y="15302"/>
                    <a:pt x="15302" y="0"/>
                    <a:pt x="34321" y="0"/>
                  </a:cubicBezTo>
                  <a:cubicBezTo>
                    <a:pt x="53340" y="0"/>
                    <a:pt x="68642" y="15302"/>
                    <a:pt x="68642" y="34321"/>
                  </a:cubicBezTo>
                  <a:close/>
                </a:path>
              </a:pathLst>
            </a:custGeom>
            <a:solidFill>
              <a:srgbClr val="FFFFFF">
                <a:alpha val="15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47" name="Google Shape;1547;p52"/>
            <p:cNvSpPr/>
            <p:nvPr/>
          </p:nvSpPr>
          <p:spPr>
            <a:xfrm>
              <a:off x="5795962" y="4450663"/>
              <a:ext cx="745006" cy="100995"/>
            </a:xfrm>
            <a:custGeom>
              <a:avLst/>
              <a:gdLst/>
              <a:ahLst/>
              <a:cxnLst/>
              <a:rect l="l" t="t" r="r" b="b"/>
              <a:pathLst>
                <a:path w="745006" h="100995" extrusionOk="0">
                  <a:moveTo>
                    <a:pt x="705876" y="0"/>
                  </a:moveTo>
                  <a:cubicBezTo>
                    <a:pt x="727487" y="0"/>
                    <a:pt x="745006" y="17519"/>
                    <a:pt x="745006" y="39130"/>
                  </a:cubicBezTo>
                  <a:lnTo>
                    <a:pt x="745006" y="61865"/>
                  </a:lnTo>
                  <a:cubicBezTo>
                    <a:pt x="745006" y="83476"/>
                    <a:pt x="727487" y="100996"/>
                    <a:pt x="705876" y="100996"/>
                  </a:cubicBezTo>
                  <a:lnTo>
                    <a:pt x="39130" y="100996"/>
                  </a:lnTo>
                  <a:cubicBezTo>
                    <a:pt x="17519" y="100996"/>
                    <a:pt x="0" y="83476"/>
                    <a:pt x="0" y="61865"/>
                  </a:cubicBezTo>
                  <a:lnTo>
                    <a:pt x="0" y="39130"/>
                  </a:lnTo>
                  <a:cubicBezTo>
                    <a:pt x="0" y="17519"/>
                    <a:pt x="17519" y="0"/>
                    <a:pt x="3913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48" name="Google Shape;1548;p52"/>
          <p:cNvGrpSpPr/>
          <p:nvPr/>
        </p:nvGrpSpPr>
        <p:grpSpPr>
          <a:xfrm>
            <a:off x="7606731" y="3110221"/>
            <a:ext cx="822164" cy="800012"/>
            <a:chOff x="6383474" y="3795885"/>
            <a:chExt cx="1044416" cy="1016275"/>
          </a:xfrm>
        </p:grpSpPr>
        <p:sp>
          <p:nvSpPr>
            <p:cNvPr id="1549" name="Google Shape;1549;p52"/>
            <p:cNvSpPr/>
            <p:nvPr/>
          </p:nvSpPr>
          <p:spPr>
            <a:xfrm>
              <a:off x="6503590" y="4106633"/>
              <a:ext cx="585277" cy="585325"/>
            </a:xfrm>
            <a:custGeom>
              <a:avLst/>
              <a:gdLst/>
              <a:ahLst/>
              <a:cxnLst/>
              <a:rect l="l" t="t" r="r" b="b"/>
              <a:pathLst>
                <a:path w="457856" h="457893" extrusionOk="0">
                  <a:moveTo>
                    <a:pt x="359019" y="5687"/>
                  </a:moveTo>
                  <a:lnTo>
                    <a:pt x="5762" y="358943"/>
                  </a:lnTo>
                  <a:cubicBezTo>
                    <a:pt x="5762" y="358943"/>
                    <a:pt x="5112" y="359593"/>
                    <a:pt x="4982" y="359853"/>
                  </a:cubicBezTo>
                  <a:cubicBezTo>
                    <a:pt x="-1911" y="367657"/>
                    <a:pt x="-1651" y="379363"/>
                    <a:pt x="5762" y="386907"/>
                  </a:cubicBezTo>
                  <a:lnTo>
                    <a:pt x="71055" y="452199"/>
                  </a:lnTo>
                  <a:cubicBezTo>
                    <a:pt x="78469" y="459613"/>
                    <a:pt x="90305" y="459743"/>
                    <a:pt x="97979" y="452850"/>
                  </a:cubicBezTo>
                  <a:cubicBezTo>
                    <a:pt x="98369" y="452720"/>
                    <a:pt x="98629" y="452330"/>
                    <a:pt x="98889" y="452069"/>
                  </a:cubicBezTo>
                  <a:lnTo>
                    <a:pt x="452145" y="98813"/>
                  </a:lnTo>
                  <a:cubicBezTo>
                    <a:pt x="458779" y="92180"/>
                    <a:pt x="459559" y="82035"/>
                    <a:pt x="454877" y="74491"/>
                  </a:cubicBezTo>
                  <a:cubicBezTo>
                    <a:pt x="454226" y="73190"/>
                    <a:pt x="453186" y="72150"/>
                    <a:pt x="452145" y="71109"/>
                  </a:cubicBezTo>
                  <a:lnTo>
                    <a:pt x="386853" y="5817"/>
                  </a:lnTo>
                  <a:cubicBezTo>
                    <a:pt x="385812" y="4776"/>
                    <a:pt x="384642" y="3736"/>
                    <a:pt x="383471" y="3085"/>
                  </a:cubicBezTo>
                  <a:cubicBezTo>
                    <a:pt x="375797" y="-1727"/>
                    <a:pt x="365652" y="-947"/>
                    <a:pt x="359019" y="5687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50" name="Google Shape;1550;p52"/>
            <p:cNvSpPr/>
            <p:nvPr/>
          </p:nvSpPr>
          <p:spPr>
            <a:xfrm>
              <a:off x="6696338" y="4106633"/>
              <a:ext cx="392529" cy="392497"/>
            </a:xfrm>
            <a:custGeom>
              <a:avLst/>
              <a:gdLst/>
              <a:ahLst/>
              <a:cxnLst/>
              <a:rect l="l" t="t" r="r" b="b"/>
              <a:pathLst>
                <a:path w="307071" h="307046" extrusionOk="0">
                  <a:moveTo>
                    <a:pt x="208234" y="5687"/>
                  </a:moveTo>
                  <a:lnTo>
                    <a:pt x="0" y="213920"/>
                  </a:lnTo>
                  <a:lnTo>
                    <a:pt x="93126" y="307047"/>
                  </a:lnTo>
                  <a:lnTo>
                    <a:pt x="301360" y="98813"/>
                  </a:lnTo>
                  <a:cubicBezTo>
                    <a:pt x="307994" y="92180"/>
                    <a:pt x="308774" y="82035"/>
                    <a:pt x="304092" y="74491"/>
                  </a:cubicBezTo>
                  <a:lnTo>
                    <a:pt x="232686" y="3085"/>
                  </a:lnTo>
                  <a:cubicBezTo>
                    <a:pt x="225012" y="-1727"/>
                    <a:pt x="214867" y="-947"/>
                    <a:pt x="208234" y="5687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51" name="Google Shape;1551;p52"/>
            <p:cNvSpPr/>
            <p:nvPr/>
          </p:nvSpPr>
          <p:spPr>
            <a:xfrm>
              <a:off x="7076205" y="3796529"/>
              <a:ext cx="322901" cy="322735"/>
            </a:xfrm>
            <a:custGeom>
              <a:avLst/>
              <a:gdLst/>
              <a:ahLst/>
              <a:cxnLst/>
              <a:rect l="l" t="t" r="r" b="b"/>
              <a:pathLst>
                <a:path w="252602" h="252472" extrusionOk="0">
                  <a:moveTo>
                    <a:pt x="10568" y="250619"/>
                  </a:moveTo>
                  <a:cubicBezTo>
                    <a:pt x="8097" y="253090"/>
                    <a:pt x="4325" y="253090"/>
                    <a:pt x="1853" y="250619"/>
                  </a:cubicBezTo>
                  <a:lnTo>
                    <a:pt x="1853" y="250619"/>
                  </a:lnTo>
                  <a:cubicBezTo>
                    <a:pt x="-618" y="248148"/>
                    <a:pt x="-618" y="244376"/>
                    <a:pt x="1853" y="241905"/>
                  </a:cubicBezTo>
                  <a:lnTo>
                    <a:pt x="242083" y="1805"/>
                  </a:lnTo>
                  <a:cubicBezTo>
                    <a:pt x="244425" y="-536"/>
                    <a:pt x="248326" y="-666"/>
                    <a:pt x="250798" y="1805"/>
                  </a:cubicBezTo>
                  <a:lnTo>
                    <a:pt x="250798" y="1805"/>
                  </a:lnTo>
                  <a:cubicBezTo>
                    <a:pt x="253269" y="4146"/>
                    <a:pt x="253139" y="8048"/>
                    <a:pt x="250798" y="10519"/>
                  </a:cubicBezTo>
                  <a:lnTo>
                    <a:pt x="10568" y="250749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52" name="Google Shape;1552;p52"/>
            <p:cNvSpPr/>
            <p:nvPr/>
          </p:nvSpPr>
          <p:spPr>
            <a:xfrm>
              <a:off x="6463904" y="4547015"/>
              <a:ext cx="184385" cy="184551"/>
            </a:xfrm>
            <a:custGeom>
              <a:avLst/>
              <a:gdLst/>
              <a:ahLst/>
              <a:cxnLst/>
              <a:rect l="l" t="t" r="r" b="b"/>
              <a:pathLst>
                <a:path w="144242" h="144372" extrusionOk="0">
                  <a:moveTo>
                    <a:pt x="4292" y="4422"/>
                  </a:moveTo>
                  <a:cubicBezTo>
                    <a:pt x="-1431" y="10145"/>
                    <a:pt x="-1431" y="19510"/>
                    <a:pt x="4292" y="25233"/>
                  </a:cubicBezTo>
                  <a:lnTo>
                    <a:pt x="119139" y="140080"/>
                  </a:lnTo>
                  <a:cubicBezTo>
                    <a:pt x="124862" y="145803"/>
                    <a:pt x="134227" y="145803"/>
                    <a:pt x="139950" y="140080"/>
                  </a:cubicBezTo>
                  <a:lnTo>
                    <a:pt x="139950" y="140080"/>
                  </a:lnTo>
                  <a:cubicBezTo>
                    <a:pt x="145673" y="134357"/>
                    <a:pt x="145673" y="124992"/>
                    <a:pt x="139950" y="119139"/>
                  </a:cubicBezTo>
                  <a:lnTo>
                    <a:pt x="25103" y="4292"/>
                  </a:lnTo>
                  <a:cubicBezTo>
                    <a:pt x="19380" y="-1431"/>
                    <a:pt x="10015" y="-1431"/>
                    <a:pt x="4292" y="4292"/>
                  </a:cubicBezTo>
                  <a:lnTo>
                    <a:pt x="4292" y="4292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53" name="Google Shape;1553;p52"/>
            <p:cNvSpPr/>
            <p:nvPr/>
          </p:nvSpPr>
          <p:spPr>
            <a:xfrm>
              <a:off x="6383474" y="4700516"/>
              <a:ext cx="111644" cy="111644"/>
            </a:xfrm>
            <a:custGeom>
              <a:avLst/>
              <a:gdLst/>
              <a:ahLst/>
              <a:cxnLst/>
              <a:rect l="l" t="t" r="r" b="b"/>
              <a:pathLst>
                <a:path w="87338" h="87338" extrusionOk="0">
                  <a:moveTo>
                    <a:pt x="3219" y="3089"/>
                  </a:moveTo>
                  <a:cubicBezTo>
                    <a:pt x="-1073" y="7381"/>
                    <a:pt x="-1073" y="14405"/>
                    <a:pt x="3219" y="18827"/>
                  </a:cubicBezTo>
                  <a:lnTo>
                    <a:pt x="68512" y="84119"/>
                  </a:lnTo>
                  <a:cubicBezTo>
                    <a:pt x="72804" y="88412"/>
                    <a:pt x="79827" y="88412"/>
                    <a:pt x="84119" y="84119"/>
                  </a:cubicBezTo>
                  <a:lnTo>
                    <a:pt x="84119" y="84119"/>
                  </a:lnTo>
                  <a:cubicBezTo>
                    <a:pt x="88412" y="79827"/>
                    <a:pt x="88412" y="72804"/>
                    <a:pt x="84119" y="68512"/>
                  </a:cubicBezTo>
                  <a:lnTo>
                    <a:pt x="18827" y="3219"/>
                  </a:lnTo>
                  <a:cubicBezTo>
                    <a:pt x="14535" y="-1073"/>
                    <a:pt x="7511" y="-1073"/>
                    <a:pt x="3219" y="3219"/>
                  </a:cubicBezTo>
                  <a:lnTo>
                    <a:pt x="3219" y="3219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54" name="Google Shape;1554;p52"/>
            <p:cNvSpPr/>
            <p:nvPr/>
          </p:nvSpPr>
          <p:spPr>
            <a:xfrm>
              <a:off x="7008412" y="4088366"/>
              <a:ext cx="98811" cy="99024"/>
            </a:xfrm>
            <a:custGeom>
              <a:avLst/>
              <a:gdLst/>
              <a:ahLst/>
              <a:cxnLst/>
              <a:rect l="l" t="t" r="r" b="b"/>
              <a:pathLst>
                <a:path w="77299" h="77465" extrusionOk="0">
                  <a:moveTo>
                    <a:pt x="33167" y="21147"/>
                  </a:moveTo>
                  <a:lnTo>
                    <a:pt x="49555" y="4759"/>
                  </a:lnTo>
                  <a:cubicBezTo>
                    <a:pt x="54757" y="-444"/>
                    <a:pt x="62431" y="-1354"/>
                    <a:pt x="68544" y="1898"/>
                  </a:cubicBezTo>
                  <a:cubicBezTo>
                    <a:pt x="69975" y="2678"/>
                    <a:pt x="71406" y="3588"/>
                    <a:pt x="72576" y="4889"/>
                  </a:cubicBezTo>
                  <a:cubicBezTo>
                    <a:pt x="73747" y="6060"/>
                    <a:pt x="74787" y="7490"/>
                    <a:pt x="75438" y="8791"/>
                  </a:cubicBezTo>
                  <a:cubicBezTo>
                    <a:pt x="78689" y="14904"/>
                    <a:pt x="77649" y="22578"/>
                    <a:pt x="72576" y="27780"/>
                  </a:cubicBezTo>
                  <a:lnTo>
                    <a:pt x="56188" y="44169"/>
                  </a:lnTo>
                  <a:cubicBezTo>
                    <a:pt x="62951" y="51842"/>
                    <a:pt x="62561" y="63678"/>
                    <a:pt x="55278" y="70962"/>
                  </a:cubicBezTo>
                  <a:lnTo>
                    <a:pt x="48774" y="77465"/>
                  </a:lnTo>
                  <a:lnTo>
                    <a:pt x="35768" y="64459"/>
                  </a:lnTo>
                  <a:lnTo>
                    <a:pt x="12876" y="41567"/>
                  </a:lnTo>
                  <a:lnTo>
                    <a:pt x="0" y="28691"/>
                  </a:lnTo>
                  <a:lnTo>
                    <a:pt x="6503" y="22188"/>
                  </a:lnTo>
                  <a:cubicBezTo>
                    <a:pt x="13787" y="14904"/>
                    <a:pt x="25493" y="14384"/>
                    <a:pt x="33167" y="2114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55" name="Google Shape;1555;p52"/>
            <p:cNvSpPr/>
            <p:nvPr/>
          </p:nvSpPr>
          <p:spPr>
            <a:xfrm>
              <a:off x="6454592" y="4658078"/>
              <a:ext cx="124197" cy="124862"/>
            </a:xfrm>
            <a:custGeom>
              <a:avLst/>
              <a:gdLst/>
              <a:ahLst/>
              <a:cxnLst/>
              <a:rect l="l" t="t" r="r" b="b"/>
              <a:pathLst>
                <a:path w="97158" h="97678" extrusionOk="0">
                  <a:moveTo>
                    <a:pt x="97158" y="24062"/>
                  </a:moveTo>
                  <a:cubicBezTo>
                    <a:pt x="96378" y="25493"/>
                    <a:pt x="95338" y="26793"/>
                    <a:pt x="94167" y="28094"/>
                  </a:cubicBezTo>
                  <a:lnTo>
                    <a:pt x="24582" y="97679"/>
                  </a:lnTo>
                  <a:lnTo>
                    <a:pt x="0" y="73096"/>
                  </a:lnTo>
                  <a:lnTo>
                    <a:pt x="73096" y="0"/>
                  </a:lnTo>
                  <a:lnTo>
                    <a:pt x="97158" y="24062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56" name="Google Shape;1556;p52"/>
            <p:cNvSpPr/>
            <p:nvPr/>
          </p:nvSpPr>
          <p:spPr>
            <a:xfrm>
              <a:off x="6412529" y="4616679"/>
              <a:ext cx="122866" cy="122202"/>
            </a:xfrm>
            <a:custGeom>
              <a:avLst/>
              <a:gdLst/>
              <a:ahLst/>
              <a:cxnLst/>
              <a:rect l="l" t="t" r="r" b="b"/>
              <a:pathLst>
                <a:path w="96117" h="95597" extrusionOk="0">
                  <a:moveTo>
                    <a:pt x="73617" y="0"/>
                  </a:moveTo>
                  <a:lnTo>
                    <a:pt x="96118" y="22501"/>
                  </a:lnTo>
                  <a:lnTo>
                    <a:pt x="23021" y="95598"/>
                  </a:lnTo>
                  <a:lnTo>
                    <a:pt x="0" y="72576"/>
                  </a:lnTo>
                  <a:lnTo>
                    <a:pt x="69585" y="2991"/>
                  </a:lnTo>
                  <a:cubicBezTo>
                    <a:pt x="70755" y="1821"/>
                    <a:pt x="72056" y="780"/>
                    <a:pt x="7361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57" name="Google Shape;1557;p52"/>
            <p:cNvSpPr/>
            <p:nvPr/>
          </p:nvSpPr>
          <p:spPr>
            <a:xfrm rot="-2700000">
              <a:off x="6428957" y="4689508"/>
              <a:ext cx="132251" cy="17799"/>
            </a:xfrm>
            <a:custGeom>
              <a:avLst/>
              <a:gdLst/>
              <a:ahLst/>
              <a:cxnLst/>
              <a:rect l="l" t="t" r="r" b="b"/>
              <a:pathLst>
                <a:path w="103401" h="13916" extrusionOk="0">
                  <a:moveTo>
                    <a:pt x="0" y="0"/>
                  </a:moveTo>
                  <a:lnTo>
                    <a:pt x="103402" y="0"/>
                  </a:lnTo>
                  <a:lnTo>
                    <a:pt x="103402" y="13917"/>
                  </a:lnTo>
                  <a:lnTo>
                    <a:pt x="0" y="13917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58" name="Google Shape;1558;p52"/>
            <p:cNvSpPr/>
            <p:nvPr/>
          </p:nvSpPr>
          <p:spPr>
            <a:xfrm>
              <a:off x="6886999" y="4315703"/>
              <a:ext cx="56112" cy="56238"/>
            </a:xfrm>
            <a:custGeom>
              <a:avLst/>
              <a:gdLst/>
              <a:ahLst/>
              <a:cxnLst/>
              <a:rect l="l" t="t" r="r" b="b"/>
              <a:pathLst>
                <a:path w="43896" h="43994" extrusionOk="0">
                  <a:moveTo>
                    <a:pt x="37621" y="43994"/>
                  </a:moveTo>
                  <a:cubicBezTo>
                    <a:pt x="35930" y="43994"/>
                    <a:pt x="34370" y="43344"/>
                    <a:pt x="33069" y="42174"/>
                  </a:cubicBezTo>
                  <a:lnTo>
                    <a:pt x="1853" y="10958"/>
                  </a:lnTo>
                  <a:cubicBezTo>
                    <a:pt x="-618" y="8487"/>
                    <a:pt x="-618" y="4455"/>
                    <a:pt x="1853" y="1853"/>
                  </a:cubicBezTo>
                  <a:cubicBezTo>
                    <a:pt x="4325" y="-618"/>
                    <a:pt x="8357" y="-618"/>
                    <a:pt x="10828" y="1853"/>
                  </a:cubicBezTo>
                  <a:lnTo>
                    <a:pt x="42043" y="33069"/>
                  </a:lnTo>
                  <a:cubicBezTo>
                    <a:pt x="44515" y="35540"/>
                    <a:pt x="44515" y="39572"/>
                    <a:pt x="42043" y="42043"/>
                  </a:cubicBezTo>
                  <a:cubicBezTo>
                    <a:pt x="40743" y="43344"/>
                    <a:pt x="39182" y="43864"/>
                    <a:pt x="37491" y="4386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59" name="Google Shape;1559;p52"/>
            <p:cNvSpPr/>
            <p:nvPr/>
          </p:nvSpPr>
          <p:spPr>
            <a:xfrm>
              <a:off x="6857072" y="4385699"/>
              <a:ext cx="36162" cy="36286"/>
            </a:xfrm>
            <a:custGeom>
              <a:avLst/>
              <a:gdLst/>
              <a:ahLst/>
              <a:cxnLst/>
              <a:rect l="l" t="t" r="r" b="b"/>
              <a:pathLst>
                <a:path w="28289" h="28386" extrusionOk="0">
                  <a:moveTo>
                    <a:pt x="22013" y="28387"/>
                  </a:moveTo>
                  <a:cubicBezTo>
                    <a:pt x="20323" y="28387"/>
                    <a:pt x="18762" y="27736"/>
                    <a:pt x="17461" y="26566"/>
                  </a:cubicBezTo>
                  <a:lnTo>
                    <a:pt x="1853" y="10958"/>
                  </a:lnTo>
                  <a:cubicBezTo>
                    <a:pt x="-618" y="8487"/>
                    <a:pt x="-618" y="4455"/>
                    <a:pt x="1853" y="1853"/>
                  </a:cubicBezTo>
                  <a:cubicBezTo>
                    <a:pt x="4325" y="-618"/>
                    <a:pt x="8357" y="-618"/>
                    <a:pt x="10828" y="1853"/>
                  </a:cubicBezTo>
                  <a:lnTo>
                    <a:pt x="26436" y="17461"/>
                  </a:lnTo>
                  <a:cubicBezTo>
                    <a:pt x="28907" y="19932"/>
                    <a:pt x="28907" y="23964"/>
                    <a:pt x="26436" y="26566"/>
                  </a:cubicBezTo>
                  <a:cubicBezTo>
                    <a:pt x="25135" y="27866"/>
                    <a:pt x="23574" y="28387"/>
                    <a:pt x="21883" y="28387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60" name="Google Shape;1560;p52"/>
            <p:cNvSpPr/>
            <p:nvPr/>
          </p:nvSpPr>
          <p:spPr>
            <a:xfrm>
              <a:off x="6755984" y="4486787"/>
              <a:ext cx="36162" cy="36286"/>
            </a:xfrm>
            <a:custGeom>
              <a:avLst/>
              <a:gdLst/>
              <a:ahLst/>
              <a:cxnLst/>
              <a:rect l="l" t="t" r="r" b="b"/>
              <a:pathLst>
                <a:path w="28289" h="28386" extrusionOk="0">
                  <a:moveTo>
                    <a:pt x="22013" y="28387"/>
                  </a:moveTo>
                  <a:cubicBezTo>
                    <a:pt x="20323" y="28387"/>
                    <a:pt x="18762" y="27736"/>
                    <a:pt x="17461" y="26566"/>
                  </a:cubicBezTo>
                  <a:lnTo>
                    <a:pt x="1853" y="10958"/>
                  </a:lnTo>
                  <a:cubicBezTo>
                    <a:pt x="-618" y="8487"/>
                    <a:pt x="-618" y="4455"/>
                    <a:pt x="1853" y="1853"/>
                  </a:cubicBezTo>
                  <a:cubicBezTo>
                    <a:pt x="4325" y="-618"/>
                    <a:pt x="8357" y="-618"/>
                    <a:pt x="10828" y="1853"/>
                  </a:cubicBezTo>
                  <a:lnTo>
                    <a:pt x="26436" y="17461"/>
                  </a:lnTo>
                  <a:cubicBezTo>
                    <a:pt x="28907" y="19932"/>
                    <a:pt x="28907" y="23964"/>
                    <a:pt x="26436" y="26566"/>
                  </a:cubicBezTo>
                  <a:cubicBezTo>
                    <a:pt x="25135" y="27866"/>
                    <a:pt x="23574" y="28387"/>
                    <a:pt x="21883" y="28387"/>
                  </a:cubicBezTo>
                  <a:close/>
                </a:path>
              </a:pathLst>
            </a:custGeom>
            <a:solidFill>
              <a:srgbClr val="FFFFFF">
                <a:alpha val="15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61" name="Google Shape;1561;p52"/>
            <p:cNvSpPr/>
            <p:nvPr/>
          </p:nvSpPr>
          <p:spPr>
            <a:xfrm>
              <a:off x="6785911" y="4416893"/>
              <a:ext cx="56112" cy="56300"/>
            </a:xfrm>
            <a:custGeom>
              <a:avLst/>
              <a:gdLst/>
              <a:ahLst/>
              <a:cxnLst/>
              <a:rect l="l" t="t" r="r" b="b"/>
              <a:pathLst>
                <a:path w="43896" h="44043" extrusionOk="0">
                  <a:moveTo>
                    <a:pt x="37621" y="44044"/>
                  </a:moveTo>
                  <a:cubicBezTo>
                    <a:pt x="35930" y="44044"/>
                    <a:pt x="34370" y="43393"/>
                    <a:pt x="33069" y="42223"/>
                  </a:cubicBezTo>
                  <a:lnTo>
                    <a:pt x="1853" y="11007"/>
                  </a:lnTo>
                  <a:cubicBezTo>
                    <a:pt x="-618" y="8536"/>
                    <a:pt x="-618" y="4504"/>
                    <a:pt x="1853" y="1903"/>
                  </a:cubicBezTo>
                  <a:cubicBezTo>
                    <a:pt x="4325" y="-699"/>
                    <a:pt x="8357" y="-569"/>
                    <a:pt x="10828" y="1903"/>
                  </a:cubicBezTo>
                  <a:lnTo>
                    <a:pt x="42043" y="33118"/>
                  </a:lnTo>
                  <a:cubicBezTo>
                    <a:pt x="44515" y="35589"/>
                    <a:pt x="44515" y="39621"/>
                    <a:pt x="42043" y="42093"/>
                  </a:cubicBezTo>
                  <a:cubicBezTo>
                    <a:pt x="40743" y="43393"/>
                    <a:pt x="39182" y="43913"/>
                    <a:pt x="37491" y="43913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62" name="Google Shape;1562;p52"/>
            <p:cNvSpPr/>
            <p:nvPr/>
          </p:nvSpPr>
          <p:spPr>
            <a:xfrm>
              <a:off x="6684824" y="4518044"/>
              <a:ext cx="56112" cy="56238"/>
            </a:xfrm>
            <a:custGeom>
              <a:avLst/>
              <a:gdLst/>
              <a:ahLst/>
              <a:cxnLst/>
              <a:rect l="l" t="t" r="r" b="b"/>
              <a:pathLst>
                <a:path w="43896" h="43994" extrusionOk="0">
                  <a:moveTo>
                    <a:pt x="37621" y="43994"/>
                  </a:moveTo>
                  <a:cubicBezTo>
                    <a:pt x="35930" y="43994"/>
                    <a:pt x="34370" y="43344"/>
                    <a:pt x="33069" y="42174"/>
                  </a:cubicBezTo>
                  <a:lnTo>
                    <a:pt x="1853" y="10958"/>
                  </a:lnTo>
                  <a:cubicBezTo>
                    <a:pt x="-618" y="8487"/>
                    <a:pt x="-618" y="4455"/>
                    <a:pt x="1853" y="1853"/>
                  </a:cubicBezTo>
                  <a:cubicBezTo>
                    <a:pt x="4325" y="-618"/>
                    <a:pt x="8357" y="-618"/>
                    <a:pt x="10828" y="1853"/>
                  </a:cubicBezTo>
                  <a:lnTo>
                    <a:pt x="42043" y="33069"/>
                  </a:lnTo>
                  <a:cubicBezTo>
                    <a:pt x="44515" y="35540"/>
                    <a:pt x="44515" y="39572"/>
                    <a:pt x="42043" y="42174"/>
                  </a:cubicBezTo>
                  <a:cubicBezTo>
                    <a:pt x="40743" y="43474"/>
                    <a:pt x="39182" y="43994"/>
                    <a:pt x="37491" y="43994"/>
                  </a:cubicBezTo>
                  <a:close/>
                </a:path>
              </a:pathLst>
            </a:custGeom>
            <a:solidFill>
              <a:srgbClr val="FFFFFF">
                <a:alpha val="15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63" name="Google Shape;1563;p52"/>
            <p:cNvSpPr/>
            <p:nvPr/>
          </p:nvSpPr>
          <p:spPr>
            <a:xfrm>
              <a:off x="6605268" y="4167813"/>
              <a:ext cx="385644" cy="385644"/>
            </a:xfrm>
            <a:custGeom>
              <a:avLst/>
              <a:gdLst/>
              <a:ahLst/>
              <a:cxnLst/>
              <a:rect l="l" t="t" r="r" b="b"/>
              <a:pathLst>
                <a:path w="301685" h="301685" extrusionOk="0">
                  <a:moveTo>
                    <a:pt x="5950" y="266991"/>
                  </a:moveTo>
                  <a:cubicBezTo>
                    <a:pt x="-1983" y="274925"/>
                    <a:pt x="-1983" y="287801"/>
                    <a:pt x="5950" y="295735"/>
                  </a:cubicBezTo>
                  <a:lnTo>
                    <a:pt x="5950" y="295735"/>
                  </a:lnTo>
                  <a:cubicBezTo>
                    <a:pt x="13884" y="303669"/>
                    <a:pt x="26761" y="303669"/>
                    <a:pt x="34695" y="295735"/>
                  </a:cubicBezTo>
                  <a:lnTo>
                    <a:pt x="295735" y="34695"/>
                  </a:lnTo>
                  <a:cubicBezTo>
                    <a:pt x="303669" y="26761"/>
                    <a:pt x="303669" y="13884"/>
                    <a:pt x="295735" y="5950"/>
                  </a:cubicBezTo>
                  <a:lnTo>
                    <a:pt x="295735" y="5950"/>
                  </a:lnTo>
                  <a:cubicBezTo>
                    <a:pt x="287801" y="-1983"/>
                    <a:pt x="274925" y="-1983"/>
                    <a:pt x="266991" y="5950"/>
                  </a:cubicBezTo>
                  <a:lnTo>
                    <a:pt x="5820" y="26712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64" name="Google Shape;1564;p52"/>
            <p:cNvSpPr/>
            <p:nvPr/>
          </p:nvSpPr>
          <p:spPr>
            <a:xfrm>
              <a:off x="7026618" y="4118808"/>
              <a:ext cx="21946" cy="21780"/>
            </a:xfrm>
            <a:custGeom>
              <a:avLst/>
              <a:gdLst/>
              <a:ahLst/>
              <a:cxnLst/>
              <a:rect l="l" t="t" r="r" b="b"/>
              <a:pathLst>
                <a:path w="17168" h="17038" extrusionOk="0">
                  <a:moveTo>
                    <a:pt x="1756" y="1626"/>
                  </a:moveTo>
                  <a:cubicBezTo>
                    <a:pt x="-585" y="3967"/>
                    <a:pt x="-585" y="7739"/>
                    <a:pt x="1756" y="10080"/>
                  </a:cubicBezTo>
                  <a:lnTo>
                    <a:pt x="6958" y="15283"/>
                  </a:lnTo>
                  <a:cubicBezTo>
                    <a:pt x="9300" y="17624"/>
                    <a:pt x="13072" y="17624"/>
                    <a:pt x="15413" y="15283"/>
                  </a:cubicBezTo>
                  <a:lnTo>
                    <a:pt x="15413" y="15283"/>
                  </a:lnTo>
                  <a:cubicBezTo>
                    <a:pt x="17754" y="12941"/>
                    <a:pt x="17754" y="9170"/>
                    <a:pt x="15413" y="6828"/>
                  </a:cubicBezTo>
                  <a:lnTo>
                    <a:pt x="10210" y="1756"/>
                  </a:lnTo>
                  <a:cubicBezTo>
                    <a:pt x="7869" y="-585"/>
                    <a:pt x="4097" y="-585"/>
                    <a:pt x="1756" y="1756"/>
                  </a:cubicBezTo>
                  <a:lnTo>
                    <a:pt x="1756" y="1756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65" name="Google Shape;1565;p52"/>
            <p:cNvSpPr/>
            <p:nvPr/>
          </p:nvSpPr>
          <p:spPr>
            <a:xfrm>
              <a:off x="7370405" y="3795885"/>
              <a:ext cx="25854" cy="25625"/>
            </a:xfrm>
            <a:custGeom>
              <a:avLst/>
              <a:gdLst/>
              <a:ahLst/>
              <a:cxnLst/>
              <a:rect l="l" t="t" r="r" b="b"/>
              <a:pathLst>
                <a:path w="20225" h="20046" extrusionOk="0">
                  <a:moveTo>
                    <a:pt x="1268" y="12844"/>
                  </a:moveTo>
                  <a:cubicBezTo>
                    <a:pt x="-423" y="14535"/>
                    <a:pt x="-423" y="17136"/>
                    <a:pt x="1268" y="18827"/>
                  </a:cubicBezTo>
                  <a:lnTo>
                    <a:pt x="1268" y="18827"/>
                  </a:lnTo>
                  <a:cubicBezTo>
                    <a:pt x="2959" y="20388"/>
                    <a:pt x="5560" y="20518"/>
                    <a:pt x="7251" y="18827"/>
                  </a:cubicBezTo>
                  <a:lnTo>
                    <a:pt x="18957" y="7121"/>
                  </a:lnTo>
                  <a:cubicBezTo>
                    <a:pt x="20648" y="5560"/>
                    <a:pt x="20648" y="2829"/>
                    <a:pt x="18957" y="1268"/>
                  </a:cubicBezTo>
                  <a:lnTo>
                    <a:pt x="18957" y="1268"/>
                  </a:lnTo>
                  <a:cubicBezTo>
                    <a:pt x="17266" y="-423"/>
                    <a:pt x="14665" y="-423"/>
                    <a:pt x="13104" y="1268"/>
                  </a:cubicBezTo>
                  <a:lnTo>
                    <a:pt x="1398" y="12974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66" name="Google Shape;1566;p52"/>
            <p:cNvSpPr/>
            <p:nvPr/>
          </p:nvSpPr>
          <p:spPr>
            <a:xfrm>
              <a:off x="7370032" y="3796509"/>
              <a:ext cx="57858" cy="153126"/>
            </a:xfrm>
            <a:custGeom>
              <a:avLst/>
              <a:gdLst/>
              <a:ahLst/>
              <a:cxnLst/>
              <a:rect l="l" t="t" r="r" b="b"/>
              <a:pathLst>
                <a:path w="45262" h="119789" extrusionOk="0">
                  <a:moveTo>
                    <a:pt x="0" y="78819"/>
                  </a:moveTo>
                  <a:cubicBezTo>
                    <a:pt x="0" y="108604"/>
                    <a:pt x="10145" y="119790"/>
                    <a:pt x="22631" y="119790"/>
                  </a:cubicBezTo>
                  <a:cubicBezTo>
                    <a:pt x="35118" y="119790"/>
                    <a:pt x="45263" y="108604"/>
                    <a:pt x="45263" y="78819"/>
                  </a:cubicBezTo>
                  <a:cubicBezTo>
                    <a:pt x="45263" y="49034"/>
                    <a:pt x="22761" y="0"/>
                    <a:pt x="22761" y="0"/>
                  </a:cubicBezTo>
                  <a:cubicBezTo>
                    <a:pt x="22761" y="0"/>
                    <a:pt x="130" y="49034"/>
                    <a:pt x="130" y="78819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" name="Google Shape;1301;p51">
            <a:extLst>
              <a:ext uri="{FF2B5EF4-FFF2-40B4-BE49-F238E27FC236}">
                <a16:creationId xmlns:a16="http://schemas.microsoft.com/office/drawing/2014/main" id="{23BDB42F-43CF-8F41-FD0D-D9E409361471}"/>
              </a:ext>
            </a:extLst>
          </p:cNvPr>
          <p:cNvSpPr txBox="1">
            <a:spLocks/>
          </p:cNvSpPr>
          <p:nvPr/>
        </p:nvSpPr>
        <p:spPr>
          <a:xfrm>
            <a:off x="1120291" y="1639445"/>
            <a:ext cx="6904900" cy="8093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Inter"/>
              <a:buNone/>
              <a:defRPr sz="3000" b="1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Inter"/>
              <a:buNone/>
              <a:defRPr sz="3500" b="1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Inter"/>
              <a:buNone/>
              <a:defRPr sz="3500" b="1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Inter"/>
              <a:buNone/>
              <a:defRPr sz="3500" b="1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Inter"/>
              <a:buNone/>
              <a:defRPr sz="3500" b="1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Inter"/>
              <a:buNone/>
              <a:defRPr sz="3500" b="1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Inter"/>
              <a:buNone/>
              <a:defRPr sz="3500" b="1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Inter"/>
              <a:buNone/>
              <a:defRPr sz="3500" b="1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Inter"/>
              <a:buNone/>
              <a:defRPr sz="3500" b="1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algn="ctr"/>
            <a:r>
              <a:rPr lang="en-US" sz="4400" dirty="0"/>
              <a:t>Thanks for Listening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eart Valve Replacement Surgery Case Report by Slidesgo">
  <a:themeElements>
    <a:clrScheme name="Simple Light">
      <a:dk1>
        <a:srgbClr val="3B4D68"/>
      </a:dk1>
      <a:lt1>
        <a:srgbClr val="E6F0FD"/>
      </a:lt1>
      <a:dk2>
        <a:srgbClr val="7689D6"/>
      </a:dk2>
      <a:lt2>
        <a:srgbClr val="20406E"/>
      </a:lt2>
      <a:accent1>
        <a:srgbClr val="CC173A"/>
      </a:accent1>
      <a:accent2>
        <a:srgbClr val="D6253F"/>
      </a:accent2>
      <a:accent3>
        <a:srgbClr val="F44D5D"/>
      </a:accent3>
      <a:accent4>
        <a:srgbClr val="2A66D1"/>
      </a:accent4>
      <a:accent5>
        <a:srgbClr val="EEA127"/>
      </a:accent5>
      <a:accent6>
        <a:srgbClr val="FFFFFF"/>
      </a:accent6>
      <a:hlink>
        <a:srgbClr val="162944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82</TotalTime>
  <Words>526</Words>
  <Application>Microsoft Office PowerPoint</Application>
  <PresentationFormat>如螢幕大小 (16:9)</PresentationFormat>
  <Paragraphs>347</Paragraphs>
  <Slides>14</Slides>
  <Notes>14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14</vt:i4>
      </vt:variant>
    </vt:vector>
  </HeadingPairs>
  <TitlesOfParts>
    <vt:vector size="20" baseType="lpstr">
      <vt:lpstr>Inter</vt:lpstr>
      <vt:lpstr>Calibri</vt:lpstr>
      <vt:lpstr>Arial</vt:lpstr>
      <vt:lpstr>Work Sans</vt:lpstr>
      <vt:lpstr>Raleway</vt:lpstr>
      <vt:lpstr>Heart Valve Replacement Surgery Case Report by Slidesgo</vt:lpstr>
      <vt:lpstr>Predicting Hypotensive Events  with Transformer:  A Comparative Performance Analysis </vt:lpstr>
      <vt:lpstr>Introduction</vt:lpstr>
      <vt:lpstr>Task Types</vt:lpstr>
      <vt:lpstr>Previous Results of Classification Task</vt:lpstr>
      <vt:lpstr>Previous Results of Regression Task</vt:lpstr>
      <vt:lpstr>Adjustments</vt:lpstr>
      <vt:lpstr>20, 25, 30min Results of Classification Task</vt:lpstr>
      <vt:lpstr>PowerPoint 簡報</vt:lpstr>
      <vt:lpstr>20, 25, 30min Results of Regression Task</vt:lpstr>
      <vt:lpstr>PowerPoint 簡報</vt:lpstr>
      <vt:lpstr>5, 10, 15min Results of Classification Task</vt:lpstr>
      <vt:lpstr>5, 10, 15min Results of Regression Task</vt:lpstr>
      <vt:lpstr>Discussion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施柏江</dc:creator>
  <cp:lastModifiedBy>柏江 施</cp:lastModifiedBy>
  <cp:revision>5</cp:revision>
  <dcterms:modified xsi:type="dcterms:W3CDTF">2024-12-01T15:56:01Z</dcterms:modified>
</cp:coreProperties>
</file>