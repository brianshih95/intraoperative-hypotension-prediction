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C3FBC-8DC4-0D97-F64E-C9B5CA1A2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C1017C-FC39-2BF7-87F5-D28043E62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D6E4E7-A823-A372-4A2B-99237B2D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71FA53-FCF8-4C02-C6DD-4B976247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FCD545-07B4-663A-7FC6-956A8900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8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CB0D1-2A5B-71F4-4900-B4050627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AAB665-51DA-FF6A-51D7-5E537624B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05E1E0-1F55-9B67-F4AD-21AEB723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0D2501-7C86-7F0E-6608-71EBEB8B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8EF980-BC4F-5680-E667-7A77AA40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97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632B8-A95A-CBCE-B4BF-15E8AB76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EB5590-395F-2172-912F-8664A67A9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289D2E-89E5-1CD3-86A1-37D5DBCC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C0BE8C-0316-2715-7462-09540426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218D3E-C4DE-CE27-F7EA-8A608502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76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39718-40E8-4CE3-E353-3328746E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8042CE-433C-BB41-5A5F-3F1024C19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F9BC2E-93AA-7EC1-78FC-7CC0F4D85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9FFF14-4DF2-B9CB-EBB5-8F207E03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73B3807-1F25-4450-A6D9-C44F5F74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149C7E-4F13-27B6-BF04-D7202D92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9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3240E3-0D39-7276-50DD-940CC6B9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B8E006-C7C5-12CD-7D95-F9251DE4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A3F401-75FF-D1DB-A7CA-4DC1FEE3F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BFFEF2-4693-C98A-A898-6251A0F5B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A095A27-65D5-AAFB-4ED5-F93290E4F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F2987D-2193-1F57-1A43-5FD3D0A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379800F-A4E5-189E-B2D3-790AC592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32E291-C20C-62B4-E3C0-EB57E547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94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0E93E-842A-AB1B-ADFE-58A1AB8F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A02359-ECEB-B92C-EB52-0749BED1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9F6726-5D11-67D0-3662-8B59C034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1F2C64D-72A8-25F0-79E2-CF1CB80B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72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0785F54-664F-0A4A-BE4D-0A776A65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C1C38B6-4B0A-004B-D129-F5BAF782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25FA2E-29C9-9350-AA9E-F4903C2F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21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0405D4-3B15-5A2B-A6B0-5637D640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F329DB-395B-D04B-F5C5-26DA7174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20A861-98F1-8255-6E0B-F54F1A826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94F267-17EC-7941-15C0-E3C51825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0CE339-5B44-6883-1D7B-B1D50DFA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62D454-868B-DAB6-2729-347E420E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8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975C74-5DD8-86A5-EF9D-EFD046BC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86957CB-E1B5-A337-F8C9-C9AA69047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35FC87-A953-AC6C-E25D-84B1B1155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188961-35CB-2C2C-9E4D-CAE65E62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95461B-6CD4-5C7E-C65E-A90A8933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DCD4D1-0CE3-EAE7-B106-9F91148B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28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A8452-75EC-E2BF-E7B4-2F9A08CA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843962-5E14-FABD-90D9-C07620E62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627459-7FE6-FF6B-0FDC-2364A201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031E42-0F31-DD13-C3CB-07D9D4AE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F5B1A6-8B30-DDAC-81EE-3D1396AC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0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384610-0916-1584-FDA2-141E693E7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94AAB2-0EE4-729C-09BA-BDADC0103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23785-23A1-0427-73B3-7E5C25A9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7FB45C-D33C-9222-54CD-54D217F6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3F05A1-45C5-031B-94A3-AA4EE7F5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6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9629EF-A466-E732-1A17-08BABA2B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0D9054-D49A-564C-C9A3-287DAEE06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ED07AD-C702-345E-A33F-93B465FF1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C59AF-AE7A-4992-A31A-A8849741B04C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7B375C-44C2-7ECA-A47E-A08936CA2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106A31-684E-66FA-DA63-58E76761E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D2181-10CD-497F-AD9D-FD81FFBE8B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50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F75F5E6-89A7-23E4-496E-1570021D4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774" y="2282402"/>
            <a:ext cx="2448780" cy="22626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09D36DF-370A-8035-AE24-A81D7F24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31" y="2271895"/>
            <a:ext cx="2359707" cy="21927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6824A6E-BC2D-F1D6-F8F0-A3598B2A6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308" y="2374792"/>
            <a:ext cx="2068045" cy="21459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DB58601-2C31-7106-6710-520DDB1B8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45" y="4586104"/>
            <a:ext cx="5545957" cy="212783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F7B8329-712C-C994-1FEA-52B18611C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31" y="176684"/>
            <a:ext cx="2107427" cy="217599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42FD491-D093-67C5-0CD4-64E6F03681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309" y="144060"/>
            <a:ext cx="2068045" cy="212783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51ECBE5-A249-2B4F-AFDF-BAD615582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0458" y="176684"/>
            <a:ext cx="2068536" cy="212783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1B569AB-856B-1614-7654-0353EFF900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1354" y="5946375"/>
            <a:ext cx="5044877" cy="42675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D28CA52-FBE9-493C-726B-101216D20B61}"/>
              </a:ext>
            </a:extLst>
          </p:cNvPr>
          <p:cNvSpPr txBox="1"/>
          <p:nvPr/>
        </p:nvSpPr>
        <p:spPr>
          <a:xfrm>
            <a:off x="7023699" y="1080013"/>
            <a:ext cx="161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Transformer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CAECCC-B534-B978-5449-776411F40C64}"/>
              </a:ext>
            </a:extLst>
          </p:cNvPr>
          <p:cNvSpPr txBox="1"/>
          <p:nvPr/>
        </p:nvSpPr>
        <p:spPr>
          <a:xfrm>
            <a:off x="7431963" y="3368291"/>
            <a:ext cx="796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4FD419-6D59-07A6-3847-9C53F89728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9184" y="224840"/>
            <a:ext cx="2068437" cy="212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0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5DCB0E6-D442-D5E7-AD9C-DC1A450DC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17" y="497551"/>
            <a:ext cx="2246033" cy="159386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F7E627F-5CEB-1BFA-FA2E-6FE29ACAE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186" y="540690"/>
            <a:ext cx="2202767" cy="155072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313E1A8-E080-51D2-6CDE-8ECDD2E67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117" y="497551"/>
            <a:ext cx="2246033" cy="160639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6027CA-330B-9B37-719F-CDA801CA9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47" y="2396313"/>
            <a:ext cx="2614339" cy="165149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626CBEB-B439-876C-98AC-F24BCFD5A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186" y="2468906"/>
            <a:ext cx="2453937" cy="150631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0866FEF-AE8E-0153-FF74-94A23D204A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123" y="2541500"/>
            <a:ext cx="2525635" cy="150631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5B1AB70-505A-1534-43D8-64C86E8E57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08256"/>
            <a:ext cx="3972479" cy="155279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3099ABE-A578-E6F9-6262-C6A128B51B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3830" y="4608256"/>
            <a:ext cx="4010585" cy="151468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97F7AC5-A2E7-51A8-5E31-0A1BE838E3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1021" y="4608256"/>
            <a:ext cx="3962953" cy="1800476"/>
          </a:xfrm>
          <a:prstGeom prst="rect">
            <a:avLst/>
          </a:prstGeom>
        </p:spPr>
      </p:pic>
      <p:pic>
        <p:nvPicPr>
          <p:cNvPr id="17" name="內容版面配置區 7">
            <a:extLst>
              <a:ext uri="{FF2B5EF4-FFF2-40B4-BE49-F238E27FC236}">
                <a16:creationId xmlns:a16="http://schemas.microsoft.com/office/drawing/2014/main" id="{3793B693-AA6E-98CA-BA4B-D764CA4A9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/>
          <a:stretch>
            <a:fillRect/>
          </a:stretch>
        </p:blipFill>
        <p:spPr>
          <a:xfrm>
            <a:off x="9550497" y="440642"/>
            <a:ext cx="2359520" cy="1684495"/>
          </a:xfr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9183D711-EA57-59D7-0BAA-59C22A1AA15A}"/>
              </a:ext>
            </a:extLst>
          </p:cNvPr>
          <p:cNvSpPr txBox="1"/>
          <p:nvPr/>
        </p:nvSpPr>
        <p:spPr>
          <a:xfrm>
            <a:off x="7651890" y="1105892"/>
            <a:ext cx="161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Transformer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182367A-449E-DBD5-9BE8-7C83023A78E3}"/>
              </a:ext>
            </a:extLst>
          </p:cNvPr>
          <p:cNvSpPr txBox="1"/>
          <p:nvPr/>
        </p:nvSpPr>
        <p:spPr>
          <a:xfrm>
            <a:off x="8063462" y="3186344"/>
            <a:ext cx="796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182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9EA8D72-18A7-B1FD-0E58-9DB942C7B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19" y="442508"/>
            <a:ext cx="2262582" cy="232363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175E831-4207-43AC-AAD1-6CEB7D444FFB}"/>
              </a:ext>
            </a:extLst>
          </p:cNvPr>
          <p:cNvSpPr txBox="1"/>
          <p:nvPr/>
        </p:nvSpPr>
        <p:spPr>
          <a:xfrm>
            <a:off x="607158" y="6230826"/>
            <a:ext cx="250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decoder + pos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944C241-8D8A-F3DF-DE9A-DDB20565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12" y="442509"/>
            <a:ext cx="2278143" cy="232363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67FFF93-405C-2C50-F4DB-190EA60702FB}"/>
              </a:ext>
            </a:extLst>
          </p:cNvPr>
          <p:cNvSpPr txBox="1"/>
          <p:nvPr/>
        </p:nvSpPr>
        <p:spPr>
          <a:xfrm>
            <a:off x="4083603" y="2984740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decoder 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795261B-5237-7DF6-E77B-5C9B969ADD0E}"/>
              </a:ext>
            </a:extLst>
          </p:cNvPr>
          <p:cNvSpPr txBox="1"/>
          <p:nvPr/>
        </p:nvSpPr>
        <p:spPr>
          <a:xfrm>
            <a:off x="6312527" y="2984740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Decoder + pos 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4B9875D-46DB-E38C-7D5E-9EF31B2C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909" y="366308"/>
            <a:ext cx="2434483" cy="250027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E60A6C4-B9B9-BCBC-5F22-2702B3F94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187" y="212484"/>
            <a:ext cx="2719887" cy="280792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EC03827-43AE-1395-1329-EDA714AD4672}"/>
              </a:ext>
            </a:extLst>
          </p:cNvPr>
          <p:cNvSpPr txBox="1"/>
          <p:nvPr/>
        </p:nvSpPr>
        <p:spPr>
          <a:xfrm>
            <a:off x="9512927" y="3059668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pos 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344106D-C91D-F3C1-1A57-9CCE96D53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03" y="3423305"/>
            <a:ext cx="2705597" cy="280752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4719EE5B-A580-023B-82D1-04D86E9DB809}"/>
              </a:ext>
            </a:extLst>
          </p:cNvPr>
          <p:cNvSpPr txBox="1"/>
          <p:nvPr/>
        </p:nvSpPr>
        <p:spPr>
          <a:xfrm>
            <a:off x="882198" y="2942654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decoder </a:t>
            </a:r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F5AAB86-B76A-EBD5-B272-0A1E47DD8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512" y="3561138"/>
            <a:ext cx="2461177" cy="253185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E8B49C9-B35D-578B-6B62-94047F9D8744}"/>
              </a:ext>
            </a:extLst>
          </p:cNvPr>
          <p:cNvSpPr txBox="1"/>
          <p:nvPr/>
        </p:nvSpPr>
        <p:spPr>
          <a:xfrm>
            <a:off x="4192871" y="6196797"/>
            <a:ext cx="250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8063F28-5FD8-D876-0CA1-27B88B5EE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176" y="3457878"/>
            <a:ext cx="2533011" cy="260612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63A5F5B5-DA09-8C3D-2F13-5C0ED20C77F1}"/>
              </a:ext>
            </a:extLst>
          </p:cNvPr>
          <p:cNvSpPr txBox="1"/>
          <p:nvPr/>
        </p:nvSpPr>
        <p:spPr>
          <a:xfrm>
            <a:off x="6527754" y="5676828"/>
            <a:ext cx="2501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Encoder + decoder + pos, </a:t>
            </a:r>
            <a:r>
              <a:rPr lang="en-US" altLang="zh-TW" dirty="0" err="1"/>
              <a:t>lr</a:t>
            </a:r>
            <a:r>
              <a:rPr lang="en-US" altLang="zh-TW" dirty="0"/>
              <a:t>=5e-5, linear124, </a:t>
            </a:r>
            <a:r>
              <a:rPr lang="en-US" altLang="zh-TW" dirty="0" err="1"/>
              <a:t>hidden_dim</a:t>
            </a:r>
            <a:r>
              <a:rPr lang="en-US" altLang="zh-TW" dirty="0"/>
              <a:t>=256, layer=2, head=8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361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54EB1CD-F048-18E3-08AB-755CB217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417798"/>
            <a:ext cx="2518227" cy="25865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5E51189-7C5E-AE24-6B11-7A71E49B2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710" y="532095"/>
            <a:ext cx="2379006" cy="247222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4A32392-4298-5EEB-E1CD-BFC76B8F1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91" y="560638"/>
            <a:ext cx="2309848" cy="237217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51E5AC7-5FB2-11DF-C4AB-0F971B8AA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523" y="3199829"/>
            <a:ext cx="3055583" cy="31433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0C950C0-AC39-03CC-2DC8-F5AA9644D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495" y="3354451"/>
            <a:ext cx="2791215" cy="283408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B960A1C-205A-576D-6580-A21D97BF82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3769" y="460588"/>
            <a:ext cx="2411027" cy="247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7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F1115E3-11F0-99CB-F4BE-4B7794396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40" y="303822"/>
            <a:ext cx="2802210" cy="19765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C203FD9-0626-5EBB-A66F-4646EAB3E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30" y="288152"/>
            <a:ext cx="2802210" cy="199219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29B0E84-86CC-A794-92EA-A7763E9F2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808" y="217122"/>
            <a:ext cx="3021731" cy="214992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C359C2F-D7CB-3E5C-8AF4-0C3BB31DA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455" y="217122"/>
            <a:ext cx="2931605" cy="20869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F0BE7A-6008-ADB3-DE88-C99CD8C57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854" y="2978092"/>
            <a:ext cx="3667637" cy="259116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3190EAD-887B-338B-F704-4A3354CF85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596" y="3129660"/>
            <a:ext cx="3334258" cy="243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3BB2D52-7FC3-DFBD-8A8B-E83BDEC5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348" y="63943"/>
            <a:ext cx="5572903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9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45</Words>
  <Application>Microsoft Office PowerPoint</Application>
  <PresentationFormat>寬螢幕</PresentationFormat>
  <Paragraphs>11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柏江 施</dc:creator>
  <cp:lastModifiedBy>柏江 施</cp:lastModifiedBy>
  <cp:revision>15</cp:revision>
  <dcterms:created xsi:type="dcterms:W3CDTF">2024-02-19T13:34:06Z</dcterms:created>
  <dcterms:modified xsi:type="dcterms:W3CDTF">2024-04-24T05:43:40Z</dcterms:modified>
</cp:coreProperties>
</file>